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handoutMasterIdLst>
    <p:handoutMasterId r:id="rId58"/>
  </p:handoutMasterIdLst>
  <p:sldIdLst>
    <p:sldId id="1470" r:id="rId2"/>
    <p:sldId id="761" r:id="rId3"/>
    <p:sldId id="1454" r:id="rId4"/>
    <p:sldId id="1514" r:id="rId5"/>
    <p:sldId id="1419" r:id="rId6"/>
    <p:sldId id="1422" r:id="rId7"/>
    <p:sldId id="1421" r:id="rId8"/>
    <p:sldId id="1424" r:id="rId9"/>
    <p:sldId id="1425" r:id="rId10"/>
    <p:sldId id="1535" r:id="rId11"/>
    <p:sldId id="1536" r:id="rId12"/>
    <p:sldId id="1541" r:id="rId13"/>
    <p:sldId id="1537" r:id="rId14"/>
    <p:sldId id="1542" r:id="rId15"/>
    <p:sldId id="1552" r:id="rId16"/>
    <p:sldId id="1544" r:id="rId17"/>
    <p:sldId id="1545" r:id="rId18"/>
    <p:sldId id="1546" r:id="rId19"/>
    <p:sldId id="1553" r:id="rId20"/>
    <p:sldId id="1548" r:id="rId21"/>
    <p:sldId id="1549" r:id="rId22"/>
    <p:sldId id="1550" r:id="rId23"/>
    <p:sldId id="1457" r:id="rId24"/>
    <p:sldId id="1430" r:id="rId25"/>
    <p:sldId id="1431" r:id="rId26"/>
    <p:sldId id="1532" r:id="rId27"/>
    <p:sldId id="1433" r:id="rId28"/>
    <p:sldId id="1434" r:id="rId29"/>
    <p:sldId id="1432" r:id="rId30"/>
    <p:sldId id="1436" r:id="rId31"/>
    <p:sldId id="1437" r:id="rId32"/>
    <p:sldId id="1458" r:id="rId33"/>
    <p:sldId id="1459" r:id="rId34"/>
    <p:sldId id="1439" r:id="rId35"/>
    <p:sldId id="1441" r:id="rId36"/>
    <p:sldId id="1534" r:id="rId37"/>
    <p:sldId id="1438" r:id="rId38"/>
    <p:sldId id="1440" r:id="rId39"/>
    <p:sldId id="1443" r:id="rId40"/>
    <p:sldId id="1460" r:id="rId41"/>
    <p:sldId id="1462" r:id="rId42"/>
    <p:sldId id="1461" r:id="rId43"/>
    <p:sldId id="1463" r:id="rId44"/>
    <p:sldId id="1464" r:id="rId45"/>
    <p:sldId id="1540" r:id="rId46"/>
    <p:sldId id="1466" r:id="rId47"/>
    <p:sldId id="1445" r:id="rId48"/>
    <p:sldId id="1446" r:id="rId49"/>
    <p:sldId id="1467" r:id="rId50"/>
    <p:sldId id="1447" r:id="rId51"/>
    <p:sldId id="1468" r:id="rId52"/>
    <p:sldId id="1469" r:id="rId53"/>
    <p:sldId id="1442" r:id="rId54"/>
    <p:sldId id="1530" r:id="rId55"/>
    <p:sldId id="1456" r:id="rId5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ajp99@126.com" initials="j" lastIdx="1" clrIdx="0">
    <p:extLst>
      <p:ext uri="{19B8F6BF-5375-455C-9EA6-DF929625EA0E}">
        <p15:presenceInfo xmlns:p15="http://schemas.microsoft.com/office/powerpoint/2012/main" userId="e55687fcb66d4a0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99"/>
    <a:srgbClr val="000099"/>
    <a:srgbClr val="00FFFF"/>
    <a:srgbClr val="0033C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808" autoAdjust="0"/>
    <p:restoredTop sz="93724" autoAdjust="0"/>
  </p:normalViewPr>
  <p:slideViewPr>
    <p:cSldViewPr snapToGrid="0">
      <p:cViewPr varScale="1">
        <p:scale>
          <a:sx n="63" d="100"/>
          <a:sy n="63" d="100"/>
        </p:scale>
        <p:origin x="260" y="48"/>
      </p:cViewPr>
      <p:guideLst/>
    </p:cSldViewPr>
  </p:slideViewPr>
  <p:outlineViewPr>
    <p:cViewPr>
      <p:scale>
        <a:sx n="33" d="100"/>
        <a:sy n="33" d="100"/>
      </p:scale>
      <p:origin x="0" y="-451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3528"/>
    </p:cViewPr>
  </p:sorterViewPr>
  <p:notesViewPr>
    <p:cSldViewPr snapToGrid="0">
      <p:cViewPr varScale="1">
        <p:scale>
          <a:sx n="48" d="100"/>
          <a:sy n="48" d="100"/>
        </p:scale>
        <p:origin x="2460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676093-F351-48CA-86C3-BF5C62D466A6}" type="doc">
      <dgm:prSet loTypeId="urn:microsoft.com/office/officeart/2005/8/layout/vList3" loCatId="list" qsTypeId="urn:microsoft.com/office/officeart/2005/8/quickstyle/simple1" qsCatId="simple" csTypeId="urn:microsoft.com/office/officeart/2005/8/colors/colorful3" csCatId="colorful" phldr="1"/>
      <dgm:spPr/>
    </dgm:pt>
    <dgm:pt modelId="{09BF6FFF-0BA6-4137-9D36-D7B071EEDDA4}">
      <dgm:prSet phldrT="[文本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pPr algn="l"/>
          <a:r>
            <a: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展示数据或数据分析结果</a:t>
          </a:r>
        </a:p>
      </dgm:t>
    </dgm:pt>
    <dgm:pt modelId="{5B6D6540-F1A0-4537-A861-B10988994293}" type="parTrans" cxnId="{15F8AB66-EF1B-440B-A494-52E076B1BB08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A56BF1E-963A-4168-B693-69ED1236668C}" type="sibTrans" cxnId="{15F8AB66-EF1B-440B-A494-52E076B1BB08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E6636EA-4778-4243-90A3-ABC71F3D9E73}">
      <dgm:prSet phldrT="[文本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探索数据特征和模式</a:t>
          </a:r>
        </a:p>
      </dgm:t>
    </dgm:pt>
    <dgm:pt modelId="{AA385CC5-0057-4A3C-93F1-00CEBF388761}" type="parTrans" cxnId="{BD276B74-8E85-4F36-8E96-3664E2438908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E5B63DC-6EF2-42C3-8F5E-0F0799A57A0C}" type="sibTrans" cxnId="{BD276B74-8E85-4F36-8E96-3664E2438908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C70ADB2-CAF2-4FC1-A962-B6EE1D28A165}">
      <dgm:prSet phldrT="[文本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en-US" altLang="zh-CN" sz="2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从数据中提取信息</a:t>
          </a:r>
        </a:p>
        <a:p>
          <a:pPr algn="l"/>
          <a:endParaRPr lang="zh-CN" altLang="en-US" sz="22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D6B7F3A-6D69-49ED-A966-5ED7EBD9C07C}" type="parTrans" cxnId="{AA8B9486-6582-4C90-85F5-6DF3AF5A54D0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73ADD1A-39A4-4FCF-8F87-4E50CDFCF939}" type="sibTrans" cxnId="{AA8B9486-6582-4C90-85F5-6DF3AF5A54D0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788110A-F2E0-4EBA-A83D-2EF87712E977}">
      <dgm:prSet phldrT="[文本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pPr algn="l"/>
          <a:r>
            <a: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让别人理解数据或分析结果</a:t>
          </a:r>
        </a:p>
      </dgm:t>
    </dgm:pt>
    <dgm:pt modelId="{00C31D35-51FA-439B-B69E-551256146D3F}" type="parTrans" cxnId="{E60960EA-22EC-4D13-B3C5-73A870F15F1C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269F018-9EF7-4B84-B5A6-E5CCE406E285}" type="sibTrans" cxnId="{E60960EA-22EC-4D13-B3C5-73A870F15F1C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185DB63-5EDD-43AB-A3B7-F93E67F2CF3A}" type="pres">
      <dgm:prSet presAssocID="{7F676093-F351-48CA-86C3-BF5C62D466A6}" presName="linearFlow" presStyleCnt="0">
        <dgm:presLayoutVars>
          <dgm:dir/>
          <dgm:resizeHandles val="exact"/>
        </dgm:presLayoutVars>
      </dgm:prSet>
      <dgm:spPr/>
    </dgm:pt>
    <dgm:pt modelId="{6EE719E8-EDE9-4DFC-8EEF-52772D4E99D6}" type="pres">
      <dgm:prSet presAssocID="{09BF6FFF-0BA6-4137-9D36-D7B071EEDDA4}" presName="composite" presStyleCnt="0"/>
      <dgm:spPr>
        <a:scene3d>
          <a:camera prst="orthographicFront"/>
          <a:lightRig rig="threePt" dir="t"/>
        </a:scene3d>
        <a:sp3d/>
      </dgm:spPr>
    </dgm:pt>
    <dgm:pt modelId="{D93FB77A-DA6C-493C-AD49-95C62A57DE0B}" type="pres">
      <dgm:prSet presAssocID="{09BF6FFF-0BA6-4137-9D36-D7B071EEDDA4}" presName="imgShp" presStyleLbl="fgImgPlace1" presStyleIdx="0" presStyleCnt="4" custLinFactNeighborX="-3069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scene3d>
          <a:camera prst="orthographicFront"/>
          <a:lightRig rig="threePt" dir="t"/>
        </a:scene3d>
        <a:sp3d/>
      </dgm:spPr>
    </dgm:pt>
    <dgm:pt modelId="{7521FEE5-90F4-40FC-9F65-392E8C85C163}" type="pres">
      <dgm:prSet presAssocID="{09BF6FFF-0BA6-4137-9D36-D7B071EEDDA4}" presName="txShp" presStyleLbl="node1" presStyleIdx="0" presStyleCnt="4" custScaleX="119506" custLinFactNeighborX="9996">
        <dgm:presLayoutVars>
          <dgm:bulletEnabled val="1"/>
        </dgm:presLayoutVars>
      </dgm:prSet>
      <dgm:spPr/>
    </dgm:pt>
    <dgm:pt modelId="{53B803C5-68A1-4FE9-8E53-0AE24148A0A4}" type="pres">
      <dgm:prSet presAssocID="{6A56BF1E-963A-4168-B693-69ED1236668C}" presName="spacing" presStyleCnt="0"/>
      <dgm:spPr>
        <a:scene3d>
          <a:camera prst="orthographicFront"/>
          <a:lightRig rig="threePt" dir="t"/>
        </a:scene3d>
        <a:sp3d/>
      </dgm:spPr>
    </dgm:pt>
    <dgm:pt modelId="{56E5AA9C-CD91-44A0-8CE5-B3D76CEA9E9F}" type="pres">
      <dgm:prSet presAssocID="{CE6636EA-4778-4243-90A3-ABC71F3D9E73}" presName="composite" presStyleCnt="0"/>
      <dgm:spPr>
        <a:scene3d>
          <a:camera prst="orthographicFront"/>
          <a:lightRig rig="threePt" dir="t"/>
        </a:scene3d>
        <a:sp3d/>
      </dgm:spPr>
    </dgm:pt>
    <dgm:pt modelId="{4554C10F-AF7C-42D8-90B1-8CCDC86179E3}" type="pres">
      <dgm:prSet presAssocID="{CE6636EA-4778-4243-90A3-ABC71F3D9E73}" presName="imgShp" presStyleLbl="fgImgPlace1" presStyleIdx="1" presStyleCnt="4" custLinFactNeighborX="-3069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scene3d>
          <a:camera prst="orthographicFront"/>
          <a:lightRig rig="threePt" dir="t"/>
        </a:scene3d>
        <a:sp3d/>
      </dgm:spPr>
      <dgm:extLst>
        <a:ext uri="{E40237B7-FDA0-4F09-8148-C483321AD2D9}">
          <dgm14:cNvPr xmlns:dgm14="http://schemas.microsoft.com/office/drawing/2010/diagram" id="0" name="" descr="靶心"/>
        </a:ext>
      </dgm:extLst>
    </dgm:pt>
    <dgm:pt modelId="{773DB231-B6A6-43E5-93F9-A9AB5A343020}" type="pres">
      <dgm:prSet presAssocID="{CE6636EA-4778-4243-90A3-ABC71F3D9E73}" presName="txShp" presStyleLbl="node1" presStyleIdx="1" presStyleCnt="4" custScaleX="119506" custLinFactNeighborX="9996">
        <dgm:presLayoutVars>
          <dgm:bulletEnabled val="1"/>
        </dgm:presLayoutVars>
      </dgm:prSet>
      <dgm:spPr/>
    </dgm:pt>
    <dgm:pt modelId="{26B764EF-CC6F-4EE6-82C1-0A69D4AC4E6E}" type="pres">
      <dgm:prSet presAssocID="{DE5B63DC-6EF2-42C3-8F5E-0F0799A57A0C}" presName="spacing" presStyleCnt="0"/>
      <dgm:spPr>
        <a:scene3d>
          <a:camera prst="orthographicFront"/>
          <a:lightRig rig="threePt" dir="t"/>
        </a:scene3d>
        <a:sp3d/>
      </dgm:spPr>
    </dgm:pt>
    <dgm:pt modelId="{C1927F0C-2391-4F0E-ABF0-66E0A55DD18D}" type="pres">
      <dgm:prSet presAssocID="{9C70ADB2-CAF2-4FC1-A962-B6EE1D28A165}" presName="composite" presStyleCnt="0"/>
      <dgm:spPr>
        <a:scene3d>
          <a:camera prst="orthographicFront"/>
          <a:lightRig rig="threePt" dir="t"/>
        </a:scene3d>
        <a:sp3d/>
      </dgm:spPr>
    </dgm:pt>
    <dgm:pt modelId="{FAD55236-17F2-4F7A-8C3A-B4D0DDF0C2E7}" type="pres">
      <dgm:prSet presAssocID="{9C70ADB2-CAF2-4FC1-A962-B6EE1D28A165}" presName="imgShp" presStyleLbl="fgImgPlace1" presStyleIdx="2" presStyleCnt="4" custLinFactNeighborX="-3069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scene3d>
          <a:camera prst="orthographicFront"/>
          <a:lightRig rig="threePt" dir="t"/>
        </a:scene3d>
        <a:sp3d/>
      </dgm:spPr>
      <dgm:extLst>
        <a:ext uri="{E40237B7-FDA0-4F09-8148-C483321AD2D9}">
          <dgm14:cNvPr xmlns:dgm14="http://schemas.microsoft.com/office/drawing/2010/diagram" id="0" name="" descr="研究"/>
        </a:ext>
      </dgm:extLst>
    </dgm:pt>
    <dgm:pt modelId="{A23D7993-DAB4-4EB9-A618-8E5DE235DF08}" type="pres">
      <dgm:prSet presAssocID="{9C70ADB2-CAF2-4FC1-A962-B6EE1D28A165}" presName="txShp" presStyleLbl="node1" presStyleIdx="2" presStyleCnt="4" custScaleX="119506" custLinFactNeighborX="9996">
        <dgm:presLayoutVars>
          <dgm:bulletEnabled val="1"/>
        </dgm:presLayoutVars>
      </dgm:prSet>
      <dgm:spPr/>
    </dgm:pt>
    <dgm:pt modelId="{024D9BC8-C04A-47A1-9E47-D015CC4EFF6B}" type="pres">
      <dgm:prSet presAssocID="{173ADD1A-39A4-4FCF-8F87-4E50CDFCF939}" presName="spacing" presStyleCnt="0"/>
      <dgm:spPr/>
    </dgm:pt>
    <dgm:pt modelId="{81ED81FE-69BD-4D0C-8716-095F916FD564}" type="pres">
      <dgm:prSet presAssocID="{F788110A-F2E0-4EBA-A83D-2EF87712E977}" presName="composite" presStyleCnt="0"/>
      <dgm:spPr/>
    </dgm:pt>
    <dgm:pt modelId="{A5FE6D5C-0DB7-4429-8B91-1FAF9810296C}" type="pres">
      <dgm:prSet presAssocID="{F788110A-F2E0-4EBA-A83D-2EF87712E977}" presName="imgShp" presStyleLbl="fgImgPlace1" presStyleIdx="3" presStyleCnt="4" custLinFactNeighborX="-33201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带齿轮的头部"/>
        </a:ext>
      </dgm:extLst>
    </dgm:pt>
    <dgm:pt modelId="{B5D73265-BF46-46BD-A2D5-DB10CE052E38}" type="pres">
      <dgm:prSet presAssocID="{F788110A-F2E0-4EBA-A83D-2EF87712E977}" presName="txShp" presStyleLbl="node1" presStyleIdx="3" presStyleCnt="4" custScaleX="119506" custLinFactNeighborX="9996">
        <dgm:presLayoutVars>
          <dgm:bulletEnabled val="1"/>
        </dgm:presLayoutVars>
      </dgm:prSet>
      <dgm:spPr/>
    </dgm:pt>
  </dgm:ptLst>
  <dgm:cxnLst>
    <dgm:cxn modelId="{D8FF9E04-569A-422A-B35C-96034096DB33}" type="presOf" srcId="{CE6636EA-4778-4243-90A3-ABC71F3D9E73}" destId="{773DB231-B6A6-43E5-93F9-A9AB5A343020}" srcOrd="0" destOrd="0" presId="urn:microsoft.com/office/officeart/2005/8/layout/vList3"/>
    <dgm:cxn modelId="{4D8F7714-CC00-4B96-8049-DB2AB38951BF}" type="presOf" srcId="{09BF6FFF-0BA6-4137-9D36-D7B071EEDDA4}" destId="{7521FEE5-90F4-40FC-9F65-392E8C85C163}" srcOrd="0" destOrd="0" presId="urn:microsoft.com/office/officeart/2005/8/layout/vList3"/>
    <dgm:cxn modelId="{15F8AB66-EF1B-440B-A494-52E076B1BB08}" srcId="{7F676093-F351-48CA-86C3-BF5C62D466A6}" destId="{09BF6FFF-0BA6-4137-9D36-D7B071EEDDA4}" srcOrd="0" destOrd="0" parTransId="{5B6D6540-F1A0-4537-A861-B10988994293}" sibTransId="{6A56BF1E-963A-4168-B693-69ED1236668C}"/>
    <dgm:cxn modelId="{ECFF2167-8583-4B35-B4A5-13DB8D223180}" type="presOf" srcId="{9C70ADB2-CAF2-4FC1-A962-B6EE1D28A165}" destId="{A23D7993-DAB4-4EB9-A618-8E5DE235DF08}" srcOrd="0" destOrd="0" presId="urn:microsoft.com/office/officeart/2005/8/layout/vList3"/>
    <dgm:cxn modelId="{BD276B74-8E85-4F36-8E96-3664E2438908}" srcId="{7F676093-F351-48CA-86C3-BF5C62D466A6}" destId="{CE6636EA-4778-4243-90A3-ABC71F3D9E73}" srcOrd="1" destOrd="0" parTransId="{AA385CC5-0057-4A3C-93F1-00CEBF388761}" sibTransId="{DE5B63DC-6EF2-42C3-8F5E-0F0799A57A0C}"/>
    <dgm:cxn modelId="{AA8B9486-6582-4C90-85F5-6DF3AF5A54D0}" srcId="{7F676093-F351-48CA-86C3-BF5C62D466A6}" destId="{9C70ADB2-CAF2-4FC1-A962-B6EE1D28A165}" srcOrd="2" destOrd="0" parTransId="{4D6B7F3A-6D69-49ED-A966-5ED7EBD9C07C}" sibTransId="{173ADD1A-39A4-4FCF-8F87-4E50CDFCF939}"/>
    <dgm:cxn modelId="{405C069E-916F-4888-8AE1-AECBBBE4F6D1}" type="presOf" srcId="{7F676093-F351-48CA-86C3-BF5C62D466A6}" destId="{7185DB63-5EDD-43AB-A3B7-F93E67F2CF3A}" srcOrd="0" destOrd="0" presId="urn:microsoft.com/office/officeart/2005/8/layout/vList3"/>
    <dgm:cxn modelId="{7C7412E6-DB91-457E-BBE9-42D9AF9BC97A}" type="presOf" srcId="{F788110A-F2E0-4EBA-A83D-2EF87712E977}" destId="{B5D73265-BF46-46BD-A2D5-DB10CE052E38}" srcOrd="0" destOrd="0" presId="urn:microsoft.com/office/officeart/2005/8/layout/vList3"/>
    <dgm:cxn modelId="{E60960EA-22EC-4D13-B3C5-73A870F15F1C}" srcId="{7F676093-F351-48CA-86C3-BF5C62D466A6}" destId="{F788110A-F2E0-4EBA-A83D-2EF87712E977}" srcOrd="3" destOrd="0" parTransId="{00C31D35-51FA-439B-B69E-551256146D3F}" sibTransId="{F269F018-9EF7-4B84-B5A6-E5CCE406E285}"/>
    <dgm:cxn modelId="{5D724063-D7F1-413D-8778-E4C4F8A9A486}" type="presParOf" srcId="{7185DB63-5EDD-43AB-A3B7-F93E67F2CF3A}" destId="{6EE719E8-EDE9-4DFC-8EEF-52772D4E99D6}" srcOrd="0" destOrd="0" presId="urn:microsoft.com/office/officeart/2005/8/layout/vList3"/>
    <dgm:cxn modelId="{17580A9F-40A5-4932-B322-43E16C8D7978}" type="presParOf" srcId="{6EE719E8-EDE9-4DFC-8EEF-52772D4E99D6}" destId="{D93FB77A-DA6C-493C-AD49-95C62A57DE0B}" srcOrd="0" destOrd="0" presId="urn:microsoft.com/office/officeart/2005/8/layout/vList3"/>
    <dgm:cxn modelId="{F1453553-CC6C-4395-B389-FE3490A909B9}" type="presParOf" srcId="{6EE719E8-EDE9-4DFC-8EEF-52772D4E99D6}" destId="{7521FEE5-90F4-40FC-9F65-392E8C85C163}" srcOrd="1" destOrd="0" presId="urn:microsoft.com/office/officeart/2005/8/layout/vList3"/>
    <dgm:cxn modelId="{A5BD515A-4A9A-494B-85BE-BCB0552564C0}" type="presParOf" srcId="{7185DB63-5EDD-43AB-A3B7-F93E67F2CF3A}" destId="{53B803C5-68A1-4FE9-8E53-0AE24148A0A4}" srcOrd="1" destOrd="0" presId="urn:microsoft.com/office/officeart/2005/8/layout/vList3"/>
    <dgm:cxn modelId="{921C94BD-A24E-4ED0-89E6-9BAA4E2982B1}" type="presParOf" srcId="{7185DB63-5EDD-43AB-A3B7-F93E67F2CF3A}" destId="{56E5AA9C-CD91-44A0-8CE5-B3D76CEA9E9F}" srcOrd="2" destOrd="0" presId="urn:microsoft.com/office/officeart/2005/8/layout/vList3"/>
    <dgm:cxn modelId="{BA9BEB58-9747-4092-9C2D-DBC7F44B87FE}" type="presParOf" srcId="{56E5AA9C-CD91-44A0-8CE5-B3D76CEA9E9F}" destId="{4554C10F-AF7C-42D8-90B1-8CCDC86179E3}" srcOrd="0" destOrd="0" presId="urn:microsoft.com/office/officeart/2005/8/layout/vList3"/>
    <dgm:cxn modelId="{9CFC9910-F071-4F52-AE63-87347588CD7D}" type="presParOf" srcId="{56E5AA9C-CD91-44A0-8CE5-B3D76CEA9E9F}" destId="{773DB231-B6A6-43E5-93F9-A9AB5A343020}" srcOrd="1" destOrd="0" presId="urn:microsoft.com/office/officeart/2005/8/layout/vList3"/>
    <dgm:cxn modelId="{9F173A7B-7F3A-4ADD-B71F-8C93694A244D}" type="presParOf" srcId="{7185DB63-5EDD-43AB-A3B7-F93E67F2CF3A}" destId="{26B764EF-CC6F-4EE6-82C1-0A69D4AC4E6E}" srcOrd="3" destOrd="0" presId="urn:microsoft.com/office/officeart/2005/8/layout/vList3"/>
    <dgm:cxn modelId="{6446E613-E817-4501-93AB-5019D47F14C0}" type="presParOf" srcId="{7185DB63-5EDD-43AB-A3B7-F93E67F2CF3A}" destId="{C1927F0C-2391-4F0E-ABF0-66E0A55DD18D}" srcOrd="4" destOrd="0" presId="urn:microsoft.com/office/officeart/2005/8/layout/vList3"/>
    <dgm:cxn modelId="{3DB68CA3-9692-4111-BDE1-EE42EB577151}" type="presParOf" srcId="{C1927F0C-2391-4F0E-ABF0-66E0A55DD18D}" destId="{FAD55236-17F2-4F7A-8C3A-B4D0DDF0C2E7}" srcOrd="0" destOrd="0" presId="urn:microsoft.com/office/officeart/2005/8/layout/vList3"/>
    <dgm:cxn modelId="{A1E4134A-A22B-4847-8012-932F438322B9}" type="presParOf" srcId="{C1927F0C-2391-4F0E-ABF0-66E0A55DD18D}" destId="{A23D7993-DAB4-4EB9-A618-8E5DE235DF08}" srcOrd="1" destOrd="0" presId="urn:microsoft.com/office/officeart/2005/8/layout/vList3"/>
    <dgm:cxn modelId="{7D1A914B-BA9E-49F8-9576-5FDA90243493}" type="presParOf" srcId="{7185DB63-5EDD-43AB-A3B7-F93E67F2CF3A}" destId="{024D9BC8-C04A-47A1-9E47-D015CC4EFF6B}" srcOrd="5" destOrd="0" presId="urn:microsoft.com/office/officeart/2005/8/layout/vList3"/>
    <dgm:cxn modelId="{C72A3316-A15C-456D-9333-E037912ADA3E}" type="presParOf" srcId="{7185DB63-5EDD-43AB-A3B7-F93E67F2CF3A}" destId="{81ED81FE-69BD-4D0C-8716-095F916FD564}" srcOrd="6" destOrd="0" presId="urn:microsoft.com/office/officeart/2005/8/layout/vList3"/>
    <dgm:cxn modelId="{CAB66B8B-2D37-4935-890A-E03524BA3182}" type="presParOf" srcId="{81ED81FE-69BD-4D0C-8716-095F916FD564}" destId="{A5FE6D5C-0DB7-4429-8B91-1FAF9810296C}" srcOrd="0" destOrd="0" presId="urn:microsoft.com/office/officeart/2005/8/layout/vList3"/>
    <dgm:cxn modelId="{FB345F26-850C-45D6-B2AE-299BAA814EFF}" type="presParOf" srcId="{81ED81FE-69BD-4D0C-8716-095F916FD564}" destId="{B5D73265-BF46-46BD-A2D5-DB10CE052E38}" srcOrd="1" destOrd="0" presId="urn:microsoft.com/office/officeart/2005/8/layout/vList3"/>
  </dgm:cxnLst>
  <dgm:bg/>
  <dgm:whole>
    <a:ln w="6350">
      <a:solidFill>
        <a:schemeClr val="bg1">
          <a:lumMod val="75000"/>
        </a:schemeClr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80669B-A2BA-4A45-8D3D-A66A409FB954}" type="doc">
      <dgm:prSet loTypeId="urn:microsoft.com/office/officeart/2005/8/layout/radial5" loCatId="cycle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7B2DAD0C-EF98-4AFA-B719-47B5CCAA2812}">
      <dgm:prSet phldrT="[文本]"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可视化分析</a:t>
          </a:r>
        </a:p>
      </dgm:t>
    </dgm:pt>
    <dgm:pt modelId="{E1547958-5767-4458-B1F6-07310ED8B7D7}" type="parTrans" cxnId="{5F86A57C-25A8-4DB0-9720-5ADC09D829CA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31B3082-6896-471A-BFE2-FF3ABAF57F7C}" type="sibTrans" cxnId="{5F86A57C-25A8-4DB0-9720-5ADC09D829CA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26AEF09-20AA-4ADB-8990-BFAD7B28E99F}">
      <dgm:prSet phldrT="[文本]"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比较数值大小和差异</a:t>
          </a:r>
        </a:p>
      </dgm:t>
    </dgm:pt>
    <dgm:pt modelId="{CEF6C2C1-32A8-4A86-845B-DB8F29ECD19F}" type="parTrans" cxnId="{BAFD866E-9F56-4FAE-B219-BBD526FDB4D8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6F77E73-E2E6-49BE-A43E-47F528398EC0}" type="sibTrans" cxnId="{BAFD866E-9F56-4FAE-B219-BBD526FDB4D8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F8C4A33-F301-41BF-AEBB-35CD0AE56E78}">
      <dgm:prSet phldrT="[文本]"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展示数据结构和流向</a:t>
          </a:r>
        </a:p>
      </dgm:t>
    </dgm:pt>
    <dgm:pt modelId="{A57B78EC-57B2-4470-BF2F-5374C3B196E7}" type="parTrans" cxnId="{9EBFCC42-DE55-4496-B3E9-09D5FB3675B8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2B92D67-599A-47BE-AFCA-39135C47CEC7}" type="sibTrans" cxnId="{9EBFCC42-DE55-4496-B3E9-09D5FB3675B8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C84CF59-3FC4-4110-B3CA-ABA8E959236D}">
      <dgm:prSet phldrT="[文本]"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展示数据分布</a:t>
          </a:r>
        </a:p>
      </dgm:t>
    </dgm:pt>
    <dgm:pt modelId="{FA62EBCB-3304-4943-98C0-5BB2B039A855}" type="parTrans" cxnId="{763BBDA7-16F1-4BCA-85B7-633C59954C1B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50E393E-5762-4320-BEC8-DE36C7E7DB85}" type="sibTrans" cxnId="{763BBDA7-16F1-4BCA-85B7-633C59954C1B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FC825B2-9E1C-45CE-A407-163DC19CF9A3}">
      <dgm:prSet phldrT="[文本]"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展示变量间关系</a:t>
          </a:r>
        </a:p>
      </dgm:t>
    </dgm:pt>
    <dgm:pt modelId="{FEA057D3-7512-41FF-A000-389B75F3BB99}" type="parTrans" cxnId="{93862369-67B0-4590-9D72-BA1EE47945D3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211AA44-45E1-4DF9-A591-E0D23F6CF37F}" type="sibTrans" cxnId="{93862369-67B0-4590-9D72-BA1EE47945D3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B1BC82E-F858-4587-8C4E-B9E5F3104C7E}">
      <dgm:prSet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比较样本相似性</a:t>
          </a:r>
        </a:p>
      </dgm:t>
    </dgm:pt>
    <dgm:pt modelId="{E4713154-87FD-488D-A2E6-FB92F8B95EB3}" type="parTrans" cxnId="{F10EFDC8-5732-40AC-86A3-B613A0AA7FB1}">
      <dgm:prSet/>
      <dgm:spPr/>
      <dgm:t>
        <a:bodyPr/>
        <a:lstStyle/>
        <a:p>
          <a:endParaRPr lang="zh-CN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E3A124B-E461-4E78-B97B-8F13E89F9216}" type="sibTrans" cxnId="{F10EFDC8-5732-40AC-86A3-B613A0AA7FB1}">
      <dgm:prSet/>
      <dgm:spPr/>
      <dgm:t>
        <a:bodyPr/>
        <a:lstStyle/>
        <a:p>
          <a:endParaRPr lang="zh-CN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E21E56-123C-4F23-B8C0-9AB8E7ED5C24}">
      <dgm:prSet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展示时间序列</a:t>
          </a:r>
        </a:p>
      </dgm:t>
    </dgm:pt>
    <dgm:pt modelId="{9F939025-4188-4C28-82CC-52C7BD625732}" type="parTrans" cxnId="{0711B02F-6E5A-40D0-A478-AC8E743CA385}">
      <dgm:prSet/>
      <dgm:spPr/>
      <dgm:t>
        <a:bodyPr/>
        <a:lstStyle/>
        <a:p>
          <a:endParaRPr lang="zh-CN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B424A26-DE6B-4B5F-9EC3-AA4DC9A6D15A}" type="sibTrans" cxnId="{0711B02F-6E5A-40D0-A478-AC8E743CA385}">
      <dgm:prSet/>
      <dgm:spPr/>
      <dgm:t>
        <a:bodyPr/>
        <a:lstStyle/>
        <a:p>
          <a:endParaRPr lang="zh-CN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40364F2-5C5C-4C4B-86DD-4EF91C496C01}">
      <dgm:prSet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组合式和交互式图形</a:t>
          </a:r>
        </a:p>
      </dgm:t>
    </dgm:pt>
    <dgm:pt modelId="{D7DA9166-4918-4156-BE9A-45DD32C79B3A}" type="parTrans" cxnId="{696DD24E-0B7F-4B92-A8A5-161C99C8B9FB}">
      <dgm:prSet/>
      <dgm:spPr/>
      <dgm:t>
        <a:bodyPr/>
        <a:lstStyle/>
        <a:p>
          <a:endParaRPr lang="zh-CN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4D25CE7-A850-4B0F-9951-78967D79AD35}" type="sibTrans" cxnId="{696DD24E-0B7F-4B92-A8A5-161C99C8B9FB}">
      <dgm:prSet/>
      <dgm:spPr/>
      <dgm:t>
        <a:bodyPr/>
        <a:lstStyle/>
        <a:p>
          <a:endParaRPr lang="zh-CN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9954F20-EB53-49FE-B1A5-00BBA4C1277D}" type="pres">
      <dgm:prSet presAssocID="{B080669B-A2BA-4A45-8D3D-A66A409FB954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F9D8C1C-1F4A-408D-8107-6E708223966A}" type="pres">
      <dgm:prSet presAssocID="{7B2DAD0C-EF98-4AFA-B719-47B5CCAA2812}" presName="centerShape" presStyleLbl="node0" presStyleIdx="0" presStyleCnt="1"/>
      <dgm:spPr/>
    </dgm:pt>
    <dgm:pt modelId="{3E4DB5EE-DD87-45AC-B3BD-6CA5316AF2E1}" type="pres">
      <dgm:prSet presAssocID="{CEF6C2C1-32A8-4A86-845B-DB8F29ECD19F}" presName="parTrans" presStyleLbl="sibTrans2D1" presStyleIdx="0" presStyleCnt="7"/>
      <dgm:spPr/>
    </dgm:pt>
    <dgm:pt modelId="{B1A5D9EB-4635-41DB-A1FA-91DFBEDA4176}" type="pres">
      <dgm:prSet presAssocID="{CEF6C2C1-32A8-4A86-845B-DB8F29ECD19F}" presName="connectorText" presStyleLbl="sibTrans2D1" presStyleIdx="0" presStyleCnt="7"/>
      <dgm:spPr/>
    </dgm:pt>
    <dgm:pt modelId="{0A407999-412B-4EA6-B688-0C5897DFFF51}" type="pres">
      <dgm:prSet presAssocID="{826AEF09-20AA-4ADB-8990-BFAD7B28E99F}" presName="node" presStyleLbl="node1" presStyleIdx="0" presStyleCnt="7">
        <dgm:presLayoutVars>
          <dgm:bulletEnabled val="1"/>
        </dgm:presLayoutVars>
      </dgm:prSet>
      <dgm:spPr/>
    </dgm:pt>
    <dgm:pt modelId="{AA4BDF55-B59D-45A3-BA27-24168E10ECCB}" type="pres">
      <dgm:prSet presAssocID="{A57B78EC-57B2-4470-BF2F-5374C3B196E7}" presName="parTrans" presStyleLbl="sibTrans2D1" presStyleIdx="1" presStyleCnt="7"/>
      <dgm:spPr/>
    </dgm:pt>
    <dgm:pt modelId="{9CC2224E-BB31-442C-8F63-1477D7F50451}" type="pres">
      <dgm:prSet presAssocID="{A57B78EC-57B2-4470-BF2F-5374C3B196E7}" presName="connectorText" presStyleLbl="sibTrans2D1" presStyleIdx="1" presStyleCnt="7"/>
      <dgm:spPr/>
    </dgm:pt>
    <dgm:pt modelId="{A199727F-A94C-42E3-BC62-2CD4890A2E10}" type="pres">
      <dgm:prSet presAssocID="{FF8C4A33-F301-41BF-AEBB-35CD0AE56E78}" presName="node" presStyleLbl="node1" presStyleIdx="1" presStyleCnt="7">
        <dgm:presLayoutVars>
          <dgm:bulletEnabled val="1"/>
        </dgm:presLayoutVars>
      </dgm:prSet>
      <dgm:spPr/>
    </dgm:pt>
    <dgm:pt modelId="{65234DD9-2B72-4973-9769-458540D8B1EE}" type="pres">
      <dgm:prSet presAssocID="{FA62EBCB-3304-4943-98C0-5BB2B039A855}" presName="parTrans" presStyleLbl="sibTrans2D1" presStyleIdx="2" presStyleCnt="7"/>
      <dgm:spPr/>
    </dgm:pt>
    <dgm:pt modelId="{F6182E47-ECCF-4441-96D9-054E1CC21BA3}" type="pres">
      <dgm:prSet presAssocID="{FA62EBCB-3304-4943-98C0-5BB2B039A855}" presName="connectorText" presStyleLbl="sibTrans2D1" presStyleIdx="2" presStyleCnt="7"/>
      <dgm:spPr/>
    </dgm:pt>
    <dgm:pt modelId="{626392FF-E6CC-44BD-A515-29B00EDEE5B6}" type="pres">
      <dgm:prSet presAssocID="{4C84CF59-3FC4-4110-B3CA-ABA8E959236D}" presName="node" presStyleLbl="node1" presStyleIdx="2" presStyleCnt="7">
        <dgm:presLayoutVars>
          <dgm:bulletEnabled val="1"/>
        </dgm:presLayoutVars>
      </dgm:prSet>
      <dgm:spPr/>
    </dgm:pt>
    <dgm:pt modelId="{05926CCB-0B98-4F92-AEA9-3F271BD14C3B}" type="pres">
      <dgm:prSet presAssocID="{FEA057D3-7512-41FF-A000-389B75F3BB99}" presName="parTrans" presStyleLbl="sibTrans2D1" presStyleIdx="3" presStyleCnt="7"/>
      <dgm:spPr/>
    </dgm:pt>
    <dgm:pt modelId="{5F04A9A9-2DA4-4427-9C1C-DD11A7D46E3F}" type="pres">
      <dgm:prSet presAssocID="{FEA057D3-7512-41FF-A000-389B75F3BB99}" presName="connectorText" presStyleLbl="sibTrans2D1" presStyleIdx="3" presStyleCnt="7"/>
      <dgm:spPr/>
    </dgm:pt>
    <dgm:pt modelId="{3DA5B17E-E9CD-4BF6-9252-AEF1962E7035}" type="pres">
      <dgm:prSet presAssocID="{DFC825B2-9E1C-45CE-A407-163DC19CF9A3}" presName="node" presStyleLbl="node1" presStyleIdx="3" presStyleCnt="7">
        <dgm:presLayoutVars>
          <dgm:bulletEnabled val="1"/>
        </dgm:presLayoutVars>
      </dgm:prSet>
      <dgm:spPr/>
    </dgm:pt>
    <dgm:pt modelId="{868C74AD-C106-45FD-8CFB-3EA14B6E45FD}" type="pres">
      <dgm:prSet presAssocID="{E4713154-87FD-488D-A2E6-FB92F8B95EB3}" presName="parTrans" presStyleLbl="sibTrans2D1" presStyleIdx="4" presStyleCnt="7"/>
      <dgm:spPr/>
    </dgm:pt>
    <dgm:pt modelId="{542A83BF-4D8C-42B4-B6CF-35D210FC9EA6}" type="pres">
      <dgm:prSet presAssocID="{E4713154-87FD-488D-A2E6-FB92F8B95EB3}" presName="connectorText" presStyleLbl="sibTrans2D1" presStyleIdx="4" presStyleCnt="7"/>
      <dgm:spPr/>
    </dgm:pt>
    <dgm:pt modelId="{E0F0B4E2-E43F-4D3D-81DE-F4D7A2FC52D1}" type="pres">
      <dgm:prSet presAssocID="{AB1BC82E-F858-4587-8C4E-B9E5F3104C7E}" presName="node" presStyleLbl="node1" presStyleIdx="4" presStyleCnt="7">
        <dgm:presLayoutVars>
          <dgm:bulletEnabled val="1"/>
        </dgm:presLayoutVars>
      </dgm:prSet>
      <dgm:spPr/>
    </dgm:pt>
    <dgm:pt modelId="{1FBD88E5-66DA-4196-ACB3-04A1E8CFF1CD}" type="pres">
      <dgm:prSet presAssocID="{9F939025-4188-4C28-82CC-52C7BD625732}" presName="parTrans" presStyleLbl="sibTrans2D1" presStyleIdx="5" presStyleCnt="7"/>
      <dgm:spPr/>
    </dgm:pt>
    <dgm:pt modelId="{3CB6023D-FD42-4566-892B-A87BB48E997A}" type="pres">
      <dgm:prSet presAssocID="{9F939025-4188-4C28-82CC-52C7BD625732}" presName="connectorText" presStyleLbl="sibTrans2D1" presStyleIdx="5" presStyleCnt="7"/>
      <dgm:spPr/>
    </dgm:pt>
    <dgm:pt modelId="{034B92F3-B329-4EAA-8B43-23EF5E11C7C2}" type="pres">
      <dgm:prSet presAssocID="{42E21E56-123C-4F23-B8C0-9AB8E7ED5C24}" presName="node" presStyleLbl="node1" presStyleIdx="5" presStyleCnt="7">
        <dgm:presLayoutVars>
          <dgm:bulletEnabled val="1"/>
        </dgm:presLayoutVars>
      </dgm:prSet>
      <dgm:spPr/>
    </dgm:pt>
    <dgm:pt modelId="{EB01E339-A995-4B1E-9053-CE2225003538}" type="pres">
      <dgm:prSet presAssocID="{D7DA9166-4918-4156-BE9A-45DD32C79B3A}" presName="parTrans" presStyleLbl="sibTrans2D1" presStyleIdx="6" presStyleCnt="7"/>
      <dgm:spPr/>
    </dgm:pt>
    <dgm:pt modelId="{5E08C491-C3C0-4240-A043-F4015576EF09}" type="pres">
      <dgm:prSet presAssocID="{D7DA9166-4918-4156-BE9A-45DD32C79B3A}" presName="connectorText" presStyleLbl="sibTrans2D1" presStyleIdx="6" presStyleCnt="7"/>
      <dgm:spPr/>
    </dgm:pt>
    <dgm:pt modelId="{5DBB13DA-C939-47FC-A960-366F7D7D70E7}" type="pres">
      <dgm:prSet presAssocID="{340364F2-5C5C-4C4B-86DD-4EF91C496C01}" presName="node" presStyleLbl="node1" presStyleIdx="6" presStyleCnt="7">
        <dgm:presLayoutVars>
          <dgm:bulletEnabled val="1"/>
        </dgm:presLayoutVars>
      </dgm:prSet>
      <dgm:spPr/>
    </dgm:pt>
  </dgm:ptLst>
  <dgm:cxnLst>
    <dgm:cxn modelId="{C5573213-5842-4C4C-8CF6-7930B313A193}" type="presOf" srcId="{AB1BC82E-F858-4587-8C4E-B9E5F3104C7E}" destId="{E0F0B4E2-E43F-4D3D-81DE-F4D7A2FC52D1}" srcOrd="0" destOrd="0" presId="urn:microsoft.com/office/officeart/2005/8/layout/radial5"/>
    <dgm:cxn modelId="{06C16A13-98F2-4004-B2D3-A42F615DDA33}" type="presOf" srcId="{FF8C4A33-F301-41BF-AEBB-35CD0AE56E78}" destId="{A199727F-A94C-42E3-BC62-2CD4890A2E10}" srcOrd="0" destOrd="0" presId="urn:microsoft.com/office/officeart/2005/8/layout/radial5"/>
    <dgm:cxn modelId="{1B140A29-D127-468A-B7B2-6AECE24DAD98}" type="presOf" srcId="{CEF6C2C1-32A8-4A86-845B-DB8F29ECD19F}" destId="{B1A5D9EB-4635-41DB-A1FA-91DFBEDA4176}" srcOrd="1" destOrd="0" presId="urn:microsoft.com/office/officeart/2005/8/layout/radial5"/>
    <dgm:cxn modelId="{4F4FBB2A-E308-4597-B94B-C5283CA3006F}" type="presOf" srcId="{FA62EBCB-3304-4943-98C0-5BB2B039A855}" destId="{F6182E47-ECCF-4441-96D9-054E1CC21BA3}" srcOrd="1" destOrd="0" presId="urn:microsoft.com/office/officeart/2005/8/layout/radial5"/>
    <dgm:cxn modelId="{0711B02F-6E5A-40D0-A478-AC8E743CA385}" srcId="{7B2DAD0C-EF98-4AFA-B719-47B5CCAA2812}" destId="{42E21E56-123C-4F23-B8C0-9AB8E7ED5C24}" srcOrd="5" destOrd="0" parTransId="{9F939025-4188-4C28-82CC-52C7BD625732}" sibTransId="{8B424A26-DE6B-4B5F-9EC3-AA4DC9A6D15A}"/>
    <dgm:cxn modelId="{9EBFCC42-DE55-4496-B3E9-09D5FB3675B8}" srcId="{7B2DAD0C-EF98-4AFA-B719-47B5CCAA2812}" destId="{FF8C4A33-F301-41BF-AEBB-35CD0AE56E78}" srcOrd="1" destOrd="0" parTransId="{A57B78EC-57B2-4470-BF2F-5374C3B196E7}" sibTransId="{52B92D67-599A-47BE-AFCA-39135C47CEC7}"/>
    <dgm:cxn modelId="{76714945-0293-4C61-A588-5B5F59DA8699}" type="presOf" srcId="{9F939025-4188-4C28-82CC-52C7BD625732}" destId="{1FBD88E5-66DA-4196-ACB3-04A1E8CFF1CD}" srcOrd="0" destOrd="0" presId="urn:microsoft.com/office/officeart/2005/8/layout/radial5"/>
    <dgm:cxn modelId="{ECBB3466-A20F-4302-AFE4-DB0EC448828D}" type="presOf" srcId="{D7DA9166-4918-4156-BE9A-45DD32C79B3A}" destId="{5E08C491-C3C0-4240-A043-F4015576EF09}" srcOrd="1" destOrd="0" presId="urn:microsoft.com/office/officeart/2005/8/layout/radial5"/>
    <dgm:cxn modelId="{93862369-67B0-4590-9D72-BA1EE47945D3}" srcId="{7B2DAD0C-EF98-4AFA-B719-47B5CCAA2812}" destId="{DFC825B2-9E1C-45CE-A407-163DC19CF9A3}" srcOrd="3" destOrd="0" parTransId="{FEA057D3-7512-41FF-A000-389B75F3BB99}" sibTransId="{1211AA44-45E1-4DF9-A591-E0D23F6CF37F}"/>
    <dgm:cxn modelId="{504C3E49-9C2F-463B-B835-744AD70BA8C6}" type="presOf" srcId="{7B2DAD0C-EF98-4AFA-B719-47B5CCAA2812}" destId="{AF9D8C1C-1F4A-408D-8107-6E708223966A}" srcOrd="0" destOrd="0" presId="urn:microsoft.com/office/officeart/2005/8/layout/radial5"/>
    <dgm:cxn modelId="{BAFD866E-9F56-4FAE-B219-BBD526FDB4D8}" srcId="{7B2DAD0C-EF98-4AFA-B719-47B5CCAA2812}" destId="{826AEF09-20AA-4ADB-8990-BFAD7B28E99F}" srcOrd="0" destOrd="0" parTransId="{CEF6C2C1-32A8-4A86-845B-DB8F29ECD19F}" sibTransId="{76F77E73-E2E6-49BE-A43E-47F528398EC0}"/>
    <dgm:cxn modelId="{696DD24E-0B7F-4B92-A8A5-161C99C8B9FB}" srcId="{7B2DAD0C-EF98-4AFA-B719-47B5CCAA2812}" destId="{340364F2-5C5C-4C4B-86DD-4EF91C496C01}" srcOrd="6" destOrd="0" parTransId="{D7DA9166-4918-4156-BE9A-45DD32C79B3A}" sibTransId="{04D25CE7-A850-4B0F-9951-78967D79AD35}"/>
    <dgm:cxn modelId="{D842064F-8162-4BC9-9D44-5F8184FC14DA}" type="presOf" srcId="{9F939025-4188-4C28-82CC-52C7BD625732}" destId="{3CB6023D-FD42-4566-892B-A87BB48E997A}" srcOrd="1" destOrd="0" presId="urn:microsoft.com/office/officeart/2005/8/layout/radial5"/>
    <dgm:cxn modelId="{F8737558-F916-4F72-8260-2B80FBB7138F}" type="presOf" srcId="{826AEF09-20AA-4ADB-8990-BFAD7B28E99F}" destId="{0A407999-412B-4EA6-B688-0C5897DFFF51}" srcOrd="0" destOrd="0" presId="urn:microsoft.com/office/officeart/2005/8/layout/radial5"/>
    <dgm:cxn modelId="{0A49EA59-4E57-4E8A-9B7C-807FCC17C965}" type="presOf" srcId="{A57B78EC-57B2-4470-BF2F-5374C3B196E7}" destId="{9CC2224E-BB31-442C-8F63-1477D7F50451}" srcOrd="1" destOrd="0" presId="urn:microsoft.com/office/officeart/2005/8/layout/radial5"/>
    <dgm:cxn modelId="{5F86A57C-25A8-4DB0-9720-5ADC09D829CA}" srcId="{B080669B-A2BA-4A45-8D3D-A66A409FB954}" destId="{7B2DAD0C-EF98-4AFA-B719-47B5CCAA2812}" srcOrd="0" destOrd="0" parTransId="{E1547958-5767-4458-B1F6-07310ED8B7D7}" sibTransId="{A31B3082-6896-471A-BFE2-FF3ABAF57F7C}"/>
    <dgm:cxn modelId="{5CD37E89-6A34-45B0-9833-80476457DAFB}" type="presOf" srcId="{D7DA9166-4918-4156-BE9A-45DD32C79B3A}" destId="{EB01E339-A995-4B1E-9053-CE2225003538}" srcOrd="0" destOrd="0" presId="urn:microsoft.com/office/officeart/2005/8/layout/radial5"/>
    <dgm:cxn modelId="{1F042894-10AB-4D45-9269-B3BBBA5F153D}" type="presOf" srcId="{340364F2-5C5C-4C4B-86DD-4EF91C496C01}" destId="{5DBB13DA-C939-47FC-A960-366F7D7D70E7}" srcOrd="0" destOrd="0" presId="urn:microsoft.com/office/officeart/2005/8/layout/radial5"/>
    <dgm:cxn modelId="{C3717B98-77C7-4762-AA33-58BFB296C939}" type="presOf" srcId="{4C84CF59-3FC4-4110-B3CA-ABA8E959236D}" destId="{626392FF-E6CC-44BD-A515-29B00EDEE5B6}" srcOrd="0" destOrd="0" presId="urn:microsoft.com/office/officeart/2005/8/layout/radial5"/>
    <dgm:cxn modelId="{FFAD1CA2-FB6E-455F-A25A-CB0A83FA7A81}" type="presOf" srcId="{A57B78EC-57B2-4470-BF2F-5374C3B196E7}" destId="{AA4BDF55-B59D-45A3-BA27-24168E10ECCB}" srcOrd="0" destOrd="0" presId="urn:microsoft.com/office/officeart/2005/8/layout/radial5"/>
    <dgm:cxn modelId="{707623A7-5164-4822-9D51-96F5F5BD125F}" type="presOf" srcId="{FEA057D3-7512-41FF-A000-389B75F3BB99}" destId="{05926CCB-0B98-4F92-AEA9-3F271BD14C3B}" srcOrd="0" destOrd="0" presId="urn:microsoft.com/office/officeart/2005/8/layout/radial5"/>
    <dgm:cxn modelId="{763BBDA7-16F1-4BCA-85B7-633C59954C1B}" srcId="{7B2DAD0C-EF98-4AFA-B719-47B5CCAA2812}" destId="{4C84CF59-3FC4-4110-B3CA-ABA8E959236D}" srcOrd="2" destOrd="0" parTransId="{FA62EBCB-3304-4943-98C0-5BB2B039A855}" sibTransId="{050E393E-5762-4320-BEC8-DE36C7E7DB85}"/>
    <dgm:cxn modelId="{065C56AA-162D-4F6F-A97E-25BB2B467566}" type="presOf" srcId="{E4713154-87FD-488D-A2E6-FB92F8B95EB3}" destId="{542A83BF-4D8C-42B4-B6CF-35D210FC9EA6}" srcOrd="1" destOrd="0" presId="urn:microsoft.com/office/officeart/2005/8/layout/radial5"/>
    <dgm:cxn modelId="{3859E6B1-5297-4FBD-A787-3C86065C9CAA}" type="presOf" srcId="{B080669B-A2BA-4A45-8D3D-A66A409FB954}" destId="{39954F20-EB53-49FE-B1A5-00BBA4C1277D}" srcOrd="0" destOrd="0" presId="urn:microsoft.com/office/officeart/2005/8/layout/radial5"/>
    <dgm:cxn modelId="{351861C4-7474-4CA3-BC3E-E2D3ADCB337C}" type="presOf" srcId="{FEA057D3-7512-41FF-A000-389B75F3BB99}" destId="{5F04A9A9-2DA4-4427-9C1C-DD11A7D46E3F}" srcOrd="1" destOrd="0" presId="urn:microsoft.com/office/officeart/2005/8/layout/radial5"/>
    <dgm:cxn modelId="{F10EFDC8-5732-40AC-86A3-B613A0AA7FB1}" srcId="{7B2DAD0C-EF98-4AFA-B719-47B5CCAA2812}" destId="{AB1BC82E-F858-4587-8C4E-B9E5F3104C7E}" srcOrd="4" destOrd="0" parTransId="{E4713154-87FD-488D-A2E6-FB92F8B95EB3}" sibTransId="{EE3A124B-E461-4E78-B97B-8F13E89F9216}"/>
    <dgm:cxn modelId="{53B267CC-25BE-4421-B715-3CBEC42F3754}" type="presOf" srcId="{42E21E56-123C-4F23-B8C0-9AB8E7ED5C24}" destId="{034B92F3-B329-4EAA-8B43-23EF5E11C7C2}" srcOrd="0" destOrd="0" presId="urn:microsoft.com/office/officeart/2005/8/layout/radial5"/>
    <dgm:cxn modelId="{9F3F87F9-4176-4162-AA16-A19814C87A18}" type="presOf" srcId="{CEF6C2C1-32A8-4A86-845B-DB8F29ECD19F}" destId="{3E4DB5EE-DD87-45AC-B3BD-6CA5316AF2E1}" srcOrd="0" destOrd="0" presId="urn:microsoft.com/office/officeart/2005/8/layout/radial5"/>
    <dgm:cxn modelId="{027F58FC-3454-45F9-B21E-081706D2CC18}" type="presOf" srcId="{E4713154-87FD-488D-A2E6-FB92F8B95EB3}" destId="{868C74AD-C106-45FD-8CFB-3EA14B6E45FD}" srcOrd="0" destOrd="0" presId="urn:microsoft.com/office/officeart/2005/8/layout/radial5"/>
    <dgm:cxn modelId="{32C14DFD-DBCB-43AD-8EC8-52018D590AAE}" type="presOf" srcId="{DFC825B2-9E1C-45CE-A407-163DC19CF9A3}" destId="{3DA5B17E-E9CD-4BF6-9252-AEF1962E7035}" srcOrd="0" destOrd="0" presId="urn:microsoft.com/office/officeart/2005/8/layout/radial5"/>
    <dgm:cxn modelId="{7DA80BFF-3F63-40FE-A34F-6561DAAF2582}" type="presOf" srcId="{FA62EBCB-3304-4943-98C0-5BB2B039A855}" destId="{65234DD9-2B72-4973-9769-458540D8B1EE}" srcOrd="0" destOrd="0" presId="urn:microsoft.com/office/officeart/2005/8/layout/radial5"/>
    <dgm:cxn modelId="{B007E43A-31FA-41A3-8197-34A69E3DBB71}" type="presParOf" srcId="{39954F20-EB53-49FE-B1A5-00BBA4C1277D}" destId="{AF9D8C1C-1F4A-408D-8107-6E708223966A}" srcOrd="0" destOrd="0" presId="urn:microsoft.com/office/officeart/2005/8/layout/radial5"/>
    <dgm:cxn modelId="{AB721015-CCB9-4BDD-96AA-3AE68FA465D3}" type="presParOf" srcId="{39954F20-EB53-49FE-B1A5-00BBA4C1277D}" destId="{3E4DB5EE-DD87-45AC-B3BD-6CA5316AF2E1}" srcOrd="1" destOrd="0" presId="urn:microsoft.com/office/officeart/2005/8/layout/radial5"/>
    <dgm:cxn modelId="{F4E2255A-6FA4-4829-ABB1-1F5F92EFAD33}" type="presParOf" srcId="{3E4DB5EE-DD87-45AC-B3BD-6CA5316AF2E1}" destId="{B1A5D9EB-4635-41DB-A1FA-91DFBEDA4176}" srcOrd="0" destOrd="0" presId="urn:microsoft.com/office/officeart/2005/8/layout/radial5"/>
    <dgm:cxn modelId="{D577A9C7-A85C-4DB0-93F0-8159C4C3D552}" type="presParOf" srcId="{39954F20-EB53-49FE-B1A5-00BBA4C1277D}" destId="{0A407999-412B-4EA6-B688-0C5897DFFF51}" srcOrd="2" destOrd="0" presId="urn:microsoft.com/office/officeart/2005/8/layout/radial5"/>
    <dgm:cxn modelId="{D58344A6-8275-44FD-906B-5A7C29A32A9B}" type="presParOf" srcId="{39954F20-EB53-49FE-B1A5-00BBA4C1277D}" destId="{AA4BDF55-B59D-45A3-BA27-24168E10ECCB}" srcOrd="3" destOrd="0" presId="urn:microsoft.com/office/officeart/2005/8/layout/radial5"/>
    <dgm:cxn modelId="{BE9419E7-87D3-40BF-B915-36844463ADA2}" type="presParOf" srcId="{AA4BDF55-B59D-45A3-BA27-24168E10ECCB}" destId="{9CC2224E-BB31-442C-8F63-1477D7F50451}" srcOrd="0" destOrd="0" presId="urn:microsoft.com/office/officeart/2005/8/layout/radial5"/>
    <dgm:cxn modelId="{2AAC60ED-03CC-4487-9924-0CE7E0D20BA3}" type="presParOf" srcId="{39954F20-EB53-49FE-B1A5-00BBA4C1277D}" destId="{A199727F-A94C-42E3-BC62-2CD4890A2E10}" srcOrd="4" destOrd="0" presId="urn:microsoft.com/office/officeart/2005/8/layout/radial5"/>
    <dgm:cxn modelId="{58E039F7-E90C-4E68-ADE1-1C633670AAA5}" type="presParOf" srcId="{39954F20-EB53-49FE-B1A5-00BBA4C1277D}" destId="{65234DD9-2B72-4973-9769-458540D8B1EE}" srcOrd="5" destOrd="0" presId="urn:microsoft.com/office/officeart/2005/8/layout/radial5"/>
    <dgm:cxn modelId="{426EE0F7-2BC3-43C5-8D99-F231A668043C}" type="presParOf" srcId="{65234DD9-2B72-4973-9769-458540D8B1EE}" destId="{F6182E47-ECCF-4441-96D9-054E1CC21BA3}" srcOrd="0" destOrd="0" presId="urn:microsoft.com/office/officeart/2005/8/layout/radial5"/>
    <dgm:cxn modelId="{03A487CC-CBA8-4588-88ED-693398C1F5BC}" type="presParOf" srcId="{39954F20-EB53-49FE-B1A5-00BBA4C1277D}" destId="{626392FF-E6CC-44BD-A515-29B00EDEE5B6}" srcOrd="6" destOrd="0" presId="urn:microsoft.com/office/officeart/2005/8/layout/radial5"/>
    <dgm:cxn modelId="{68AE125C-99DD-4AAB-93A3-29725BF349E9}" type="presParOf" srcId="{39954F20-EB53-49FE-B1A5-00BBA4C1277D}" destId="{05926CCB-0B98-4F92-AEA9-3F271BD14C3B}" srcOrd="7" destOrd="0" presId="urn:microsoft.com/office/officeart/2005/8/layout/radial5"/>
    <dgm:cxn modelId="{B837BD94-18F7-4340-9C64-5D101AFC9A1C}" type="presParOf" srcId="{05926CCB-0B98-4F92-AEA9-3F271BD14C3B}" destId="{5F04A9A9-2DA4-4427-9C1C-DD11A7D46E3F}" srcOrd="0" destOrd="0" presId="urn:microsoft.com/office/officeart/2005/8/layout/radial5"/>
    <dgm:cxn modelId="{5F3C6203-2D37-42DF-9956-EF5C7B7ABAF1}" type="presParOf" srcId="{39954F20-EB53-49FE-B1A5-00BBA4C1277D}" destId="{3DA5B17E-E9CD-4BF6-9252-AEF1962E7035}" srcOrd="8" destOrd="0" presId="urn:microsoft.com/office/officeart/2005/8/layout/radial5"/>
    <dgm:cxn modelId="{EDC3D623-47C2-456F-9881-87D6212EE0B7}" type="presParOf" srcId="{39954F20-EB53-49FE-B1A5-00BBA4C1277D}" destId="{868C74AD-C106-45FD-8CFB-3EA14B6E45FD}" srcOrd="9" destOrd="0" presId="urn:microsoft.com/office/officeart/2005/8/layout/radial5"/>
    <dgm:cxn modelId="{930C64FE-CC16-45A6-87DA-76AA951E41E6}" type="presParOf" srcId="{868C74AD-C106-45FD-8CFB-3EA14B6E45FD}" destId="{542A83BF-4D8C-42B4-B6CF-35D210FC9EA6}" srcOrd="0" destOrd="0" presId="urn:microsoft.com/office/officeart/2005/8/layout/radial5"/>
    <dgm:cxn modelId="{59C8D1C4-8567-4033-85AA-54359FA356B0}" type="presParOf" srcId="{39954F20-EB53-49FE-B1A5-00BBA4C1277D}" destId="{E0F0B4E2-E43F-4D3D-81DE-F4D7A2FC52D1}" srcOrd="10" destOrd="0" presId="urn:microsoft.com/office/officeart/2005/8/layout/radial5"/>
    <dgm:cxn modelId="{FDAF64FF-19F3-4FA1-AE3E-EDC89422C6D9}" type="presParOf" srcId="{39954F20-EB53-49FE-B1A5-00BBA4C1277D}" destId="{1FBD88E5-66DA-4196-ACB3-04A1E8CFF1CD}" srcOrd="11" destOrd="0" presId="urn:microsoft.com/office/officeart/2005/8/layout/radial5"/>
    <dgm:cxn modelId="{C99254E5-06B7-4C45-8CB0-F7E47CBB0C8A}" type="presParOf" srcId="{1FBD88E5-66DA-4196-ACB3-04A1E8CFF1CD}" destId="{3CB6023D-FD42-4566-892B-A87BB48E997A}" srcOrd="0" destOrd="0" presId="urn:microsoft.com/office/officeart/2005/8/layout/radial5"/>
    <dgm:cxn modelId="{EB3714F3-538D-47B8-BA57-CE42F589A025}" type="presParOf" srcId="{39954F20-EB53-49FE-B1A5-00BBA4C1277D}" destId="{034B92F3-B329-4EAA-8B43-23EF5E11C7C2}" srcOrd="12" destOrd="0" presId="urn:microsoft.com/office/officeart/2005/8/layout/radial5"/>
    <dgm:cxn modelId="{BEFAE3CC-5AD0-4FE7-96EE-3FDA340625B4}" type="presParOf" srcId="{39954F20-EB53-49FE-B1A5-00BBA4C1277D}" destId="{EB01E339-A995-4B1E-9053-CE2225003538}" srcOrd="13" destOrd="0" presId="urn:microsoft.com/office/officeart/2005/8/layout/radial5"/>
    <dgm:cxn modelId="{E30C776D-0306-4371-9BE0-0A908A5091F2}" type="presParOf" srcId="{EB01E339-A995-4B1E-9053-CE2225003538}" destId="{5E08C491-C3C0-4240-A043-F4015576EF09}" srcOrd="0" destOrd="0" presId="urn:microsoft.com/office/officeart/2005/8/layout/radial5"/>
    <dgm:cxn modelId="{C525BF0A-066D-4AC8-98D8-902434A4C87C}" type="presParOf" srcId="{39954F20-EB53-49FE-B1A5-00BBA4C1277D}" destId="{5DBB13DA-C939-47FC-A960-366F7D7D70E7}" srcOrd="14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468008-4708-4411-B275-3E95672973D6}" type="doc">
      <dgm:prSet loTypeId="urn:microsoft.com/office/officeart/2005/8/layout/hierarchy3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B8ABAA78-0434-4D5E-81CE-630256E4AECF}">
      <dgm:prSet phldrT="[文本]" custT="1"/>
      <dgm:spPr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单纯类</a:t>
          </a:r>
        </a:p>
      </dgm:t>
    </dgm:pt>
    <dgm:pt modelId="{8CA25A0E-8D0F-4833-B272-D765693629B9}" type="parTrans" cxnId="{F6102A1D-B824-446E-B1AA-610C021A2DAC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B76BCA9-C8FE-479A-A2D9-4C3B15F75448}" type="sibTrans" cxnId="{F6102A1D-B824-446E-B1AA-610C021A2DAC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ADF22EA-A39F-436D-A19B-288CA595A9D2}">
      <dgm:prSet phldrT="[文本]"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2200" b="1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很少</a:t>
          </a:r>
        </a:p>
      </dgm:t>
    </dgm:pt>
    <dgm:pt modelId="{665BC3FE-0964-44B8-BDB3-A2A3D91358C0}" type="parTrans" cxnId="{637606AC-7B81-4FE5-B865-A181FB9A0BD8}">
      <dgm:prSet/>
      <dgm:spPr>
        <a:ln>
          <a:solidFill>
            <a:schemeClr val="bg1"/>
          </a:solidFill>
        </a:ln>
      </dgm:spPr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A723CA2-E6EC-4027-8DDF-8B06A162B190}" type="sibTrans" cxnId="{637606AC-7B81-4FE5-B865-A181FB9A0BD8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0126C90-A0A7-471A-A1CD-445C2288B676}">
      <dgm:prSet phldrT="[文本]" custT="1"/>
      <dgm:spPr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单纯值</a:t>
          </a:r>
        </a:p>
      </dgm:t>
    </dgm:pt>
    <dgm:pt modelId="{8F0BAE88-DF73-4020-878D-6B106C8F48E0}" type="parTrans" cxnId="{E2087900-EB51-4117-93AB-B5A6FDD72C74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BAC99F5-810D-49F3-AA51-7E867833AC79}" type="sibTrans" cxnId="{E2087900-EB51-4117-93AB-B5A6FDD72C74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9D05EAF-A2D5-4994-A75F-D0099E0B82E7}">
      <dgm:prSet phldrT="[文本]" custT="1"/>
      <dgm:spPr>
        <a:ln>
          <a:solidFill>
            <a:schemeClr val="tx1"/>
          </a:solidFill>
        </a:ln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2200" b="1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较少</a:t>
          </a:r>
        </a:p>
      </dgm:t>
    </dgm:pt>
    <dgm:pt modelId="{6A05C2B0-55BA-41B6-B5E7-D268AA8F6666}" type="parTrans" cxnId="{CB1061FB-E579-4D9C-8F1E-8B6ECD9D8FBE}">
      <dgm:prSet/>
      <dgm:spPr>
        <a:ln>
          <a:solidFill>
            <a:schemeClr val="bg1"/>
          </a:solidFill>
        </a:ln>
      </dgm:spPr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F3854EF-9D75-4C37-911B-B8F1C85B743A}" type="sibTrans" cxnId="{CB1061FB-E579-4D9C-8F1E-8B6ECD9D8FBE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7972BA8-EFFF-4422-B233-3446207C1B46}">
      <dgm:prSet custT="1"/>
      <dgm:spPr>
        <a:solidFill>
          <a:schemeClr val="accent2">
            <a:lumMod val="75000"/>
          </a:schemeClr>
        </a:solidFill>
        <a:scene3d>
          <a:camera prst="orthographicFront"/>
          <a:lightRig rig="threePt" dir="t"/>
        </a:scene3d>
        <a:sp3d>
          <a:bevelT prst="angle"/>
        </a:sp3d>
      </dgm:spPr>
      <dgm:t>
        <a:bodyPr/>
        <a:lstStyle/>
        <a:p>
          <a:r>
            <a:rPr lang="zh-CN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混合型</a:t>
          </a:r>
        </a:p>
      </dgm:t>
    </dgm:pt>
    <dgm:pt modelId="{592C838A-AD95-4370-9DE8-3E2514071E7E}" type="parTrans" cxnId="{DC8D4DAF-450D-46E0-A09A-8706A3554E87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11B4A2-845A-4456-9491-6A6280D01953}" type="sibTrans" cxnId="{DC8D4DAF-450D-46E0-A09A-8706A3554E87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E70D46F-A589-4710-8246-30ED90E3CC12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2200" b="1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经常</a:t>
          </a:r>
        </a:p>
      </dgm:t>
    </dgm:pt>
    <dgm:pt modelId="{2F7CD980-B97D-495B-942E-DB24E0A71809}" type="parTrans" cxnId="{B4840C46-B382-4B16-979F-5F6281A6B441}">
      <dgm:prSet/>
      <dgm:spPr>
        <a:ln>
          <a:solidFill>
            <a:schemeClr val="bg1"/>
          </a:solidFill>
        </a:ln>
      </dgm:spPr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0AA028F-A676-48AF-8090-7F907B820163}" type="sibTrans" cxnId="{B4840C46-B382-4B16-979F-5F6281A6B441}">
      <dgm:prSet/>
      <dgm:spPr/>
      <dgm:t>
        <a:bodyPr/>
        <a:lstStyle/>
        <a:p>
          <a:endParaRPr lang="zh-CN" altLang="en-US" sz="22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BC6E81B-CA99-4F08-BEF5-4C2F4D1F8494}" type="pres">
      <dgm:prSet presAssocID="{09468008-4708-4411-B275-3E95672973D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1D9FD0B-6D81-47AC-B55D-85BDFDDAFBF2}" type="pres">
      <dgm:prSet presAssocID="{B8ABAA78-0434-4D5E-81CE-630256E4AECF}" presName="root" presStyleCnt="0"/>
      <dgm:spPr/>
    </dgm:pt>
    <dgm:pt modelId="{81721BD5-5596-42D3-9EAF-D167ECDF9FF7}" type="pres">
      <dgm:prSet presAssocID="{B8ABAA78-0434-4D5E-81CE-630256E4AECF}" presName="rootComposite" presStyleCnt="0"/>
      <dgm:spPr/>
    </dgm:pt>
    <dgm:pt modelId="{AB6655A4-9309-4E77-AFB9-2B8E4A937B40}" type="pres">
      <dgm:prSet presAssocID="{B8ABAA78-0434-4D5E-81CE-630256E4AECF}" presName="rootText" presStyleLbl="node1" presStyleIdx="0" presStyleCnt="3" custLinFactNeighborY="-74484"/>
      <dgm:spPr/>
    </dgm:pt>
    <dgm:pt modelId="{DBD49684-903F-4071-A07F-B79655D158A9}" type="pres">
      <dgm:prSet presAssocID="{B8ABAA78-0434-4D5E-81CE-630256E4AECF}" presName="rootConnector" presStyleLbl="node1" presStyleIdx="0" presStyleCnt="3"/>
      <dgm:spPr/>
    </dgm:pt>
    <dgm:pt modelId="{D1BCBF4B-6E1F-4989-B059-3114858C0621}" type="pres">
      <dgm:prSet presAssocID="{B8ABAA78-0434-4D5E-81CE-630256E4AECF}" presName="childShape" presStyleCnt="0"/>
      <dgm:spPr/>
    </dgm:pt>
    <dgm:pt modelId="{6E40B386-3570-4B7F-B7CE-EFC2FD1A720E}" type="pres">
      <dgm:prSet presAssocID="{665BC3FE-0964-44B8-BDB3-A2A3D91358C0}" presName="Name13" presStyleLbl="parChTrans1D2" presStyleIdx="0" presStyleCnt="3"/>
      <dgm:spPr/>
    </dgm:pt>
    <dgm:pt modelId="{2F9704E6-D110-4B7D-AA7A-11FB6354A5D6}" type="pres">
      <dgm:prSet presAssocID="{DADF22EA-A39F-436D-A19B-288CA595A9D2}" presName="childText" presStyleLbl="bgAcc1" presStyleIdx="0" presStyleCnt="3" custLinFactNeighborX="-4430" custLinFactNeighborY="-34498">
        <dgm:presLayoutVars>
          <dgm:bulletEnabled val="1"/>
        </dgm:presLayoutVars>
      </dgm:prSet>
      <dgm:spPr/>
    </dgm:pt>
    <dgm:pt modelId="{4FD6B4D5-91B4-4531-B926-0F2E5233DEA6}" type="pres">
      <dgm:prSet presAssocID="{90126C90-A0A7-471A-A1CD-445C2288B676}" presName="root" presStyleCnt="0"/>
      <dgm:spPr/>
    </dgm:pt>
    <dgm:pt modelId="{D584B135-D04D-41DB-B741-0330FB4186CF}" type="pres">
      <dgm:prSet presAssocID="{90126C90-A0A7-471A-A1CD-445C2288B676}" presName="rootComposite" presStyleCnt="0"/>
      <dgm:spPr/>
    </dgm:pt>
    <dgm:pt modelId="{1C8A2FB2-7427-4671-A7B4-F92AF3ACB885}" type="pres">
      <dgm:prSet presAssocID="{90126C90-A0A7-471A-A1CD-445C2288B676}" presName="rootText" presStyleLbl="node1" presStyleIdx="1" presStyleCnt="3" custLinFactNeighborY="-74484"/>
      <dgm:spPr/>
    </dgm:pt>
    <dgm:pt modelId="{EB31D0AD-5B34-4B2B-B987-24A4A2333700}" type="pres">
      <dgm:prSet presAssocID="{90126C90-A0A7-471A-A1CD-445C2288B676}" presName="rootConnector" presStyleLbl="node1" presStyleIdx="1" presStyleCnt="3"/>
      <dgm:spPr/>
    </dgm:pt>
    <dgm:pt modelId="{C251D6B0-3EF1-4D3F-887B-7FF5357A02DE}" type="pres">
      <dgm:prSet presAssocID="{90126C90-A0A7-471A-A1CD-445C2288B676}" presName="childShape" presStyleCnt="0"/>
      <dgm:spPr/>
    </dgm:pt>
    <dgm:pt modelId="{4B333035-4E0A-40BB-891A-B113CB356D8A}" type="pres">
      <dgm:prSet presAssocID="{6A05C2B0-55BA-41B6-B5E7-D268AA8F6666}" presName="Name13" presStyleLbl="parChTrans1D2" presStyleIdx="1" presStyleCnt="3"/>
      <dgm:spPr/>
    </dgm:pt>
    <dgm:pt modelId="{4E8EAB10-F361-45CD-9703-F620B53FF275}" type="pres">
      <dgm:prSet presAssocID="{99D05EAF-A2D5-4994-A75F-D0099E0B82E7}" presName="childText" presStyleLbl="bgAcc1" presStyleIdx="1" presStyleCnt="3" custLinFactNeighborX="-2568" custLinFactNeighborY="-34498">
        <dgm:presLayoutVars>
          <dgm:bulletEnabled val="1"/>
        </dgm:presLayoutVars>
      </dgm:prSet>
      <dgm:spPr/>
    </dgm:pt>
    <dgm:pt modelId="{E7E76781-63AB-4D78-96AD-D8C8A68449BF}" type="pres">
      <dgm:prSet presAssocID="{77972BA8-EFFF-4422-B233-3446207C1B46}" presName="root" presStyleCnt="0"/>
      <dgm:spPr/>
    </dgm:pt>
    <dgm:pt modelId="{3165B0EE-DC76-49A3-8A29-677A10A9474D}" type="pres">
      <dgm:prSet presAssocID="{77972BA8-EFFF-4422-B233-3446207C1B46}" presName="rootComposite" presStyleCnt="0"/>
      <dgm:spPr/>
    </dgm:pt>
    <dgm:pt modelId="{034690B8-4827-4566-9572-0C85EFE96C3B}" type="pres">
      <dgm:prSet presAssocID="{77972BA8-EFFF-4422-B233-3446207C1B46}" presName="rootText" presStyleLbl="node1" presStyleIdx="2" presStyleCnt="3" custLinFactNeighborY="-74484"/>
      <dgm:spPr/>
    </dgm:pt>
    <dgm:pt modelId="{76243CA3-D512-4174-BBB2-7CF4B9B712AD}" type="pres">
      <dgm:prSet presAssocID="{77972BA8-EFFF-4422-B233-3446207C1B46}" presName="rootConnector" presStyleLbl="node1" presStyleIdx="2" presStyleCnt="3"/>
      <dgm:spPr/>
    </dgm:pt>
    <dgm:pt modelId="{36614780-CF2A-4F61-8D05-4BEB41556EB4}" type="pres">
      <dgm:prSet presAssocID="{77972BA8-EFFF-4422-B233-3446207C1B46}" presName="childShape" presStyleCnt="0"/>
      <dgm:spPr/>
    </dgm:pt>
    <dgm:pt modelId="{4A85F704-DF95-4DF6-B64D-CE8AB3A30C62}" type="pres">
      <dgm:prSet presAssocID="{2F7CD980-B97D-495B-942E-DB24E0A71809}" presName="Name13" presStyleLbl="parChTrans1D2" presStyleIdx="2" presStyleCnt="3"/>
      <dgm:spPr/>
    </dgm:pt>
    <dgm:pt modelId="{8B3F5209-556F-4C4B-B17D-0D029C33C911}" type="pres">
      <dgm:prSet presAssocID="{4E70D46F-A589-4710-8246-30ED90E3CC12}" presName="childText" presStyleLbl="bgAcc1" presStyleIdx="2" presStyleCnt="3" custLinFactNeighborX="-7581" custLinFactNeighborY="-34498">
        <dgm:presLayoutVars>
          <dgm:bulletEnabled val="1"/>
        </dgm:presLayoutVars>
      </dgm:prSet>
      <dgm:spPr/>
    </dgm:pt>
  </dgm:ptLst>
  <dgm:cxnLst>
    <dgm:cxn modelId="{E2087900-EB51-4117-93AB-B5A6FDD72C74}" srcId="{09468008-4708-4411-B275-3E95672973D6}" destId="{90126C90-A0A7-471A-A1CD-445C2288B676}" srcOrd="1" destOrd="0" parTransId="{8F0BAE88-DF73-4020-878D-6B106C8F48E0}" sibTransId="{DBAC99F5-810D-49F3-AA51-7E867833AC79}"/>
    <dgm:cxn modelId="{A67FD209-A9FB-4474-AA85-352316F91A33}" type="presOf" srcId="{90126C90-A0A7-471A-A1CD-445C2288B676}" destId="{EB31D0AD-5B34-4B2B-B987-24A4A2333700}" srcOrd="1" destOrd="0" presId="urn:microsoft.com/office/officeart/2005/8/layout/hierarchy3"/>
    <dgm:cxn modelId="{A25E210A-ADBB-485A-942D-9F7D53282A77}" type="presOf" srcId="{2F7CD980-B97D-495B-942E-DB24E0A71809}" destId="{4A85F704-DF95-4DF6-B64D-CE8AB3A30C62}" srcOrd="0" destOrd="0" presId="urn:microsoft.com/office/officeart/2005/8/layout/hierarchy3"/>
    <dgm:cxn modelId="{F6102A1D-B824-446E-B1AA-610C021A2DAC}" srcId="{09468008-4708-4411-B275-3E95672973D6}" destId="{B8ABAA78-0434-4D5E-81CE-630256E4AECF}" srcOrd="0" destOrd="0" parTransId="{8CA25A0E-8D0F-4833-B272-D765693629B9}" sibTransId="{EB76BCA9-C8FE-479A-A2D9-4C3B15F75448}"/>
    <dgm:cxn modelId="{1157BD20-90F3-43E2-AD98-B60C2E6A246A}" type="presOf" srcId="{B8ABAA78-0434-4D5E-81CE-630256E4AECF}" destId="{AB6655A4-9309-4E77-AFB9-2B8E4A937B40}" srcOrd="0" destOrd="0" presId="urn:microsoft.com/office/officeart/2005/8/layout/hierarchy3"/>
    <dgm:cxn modelId="{A8B2F924-3C9A-44D7-9B25-625F7462B321}" type="presOf" srcId="{09468008-4708-4411-B275-3E95672973D6}" destId="{ABC6E81B-CA99-4F08-BEF5-4C2F4D1F8494}" srcOrd="0" destOrd="0" presId="urn:microsoft.com/office/officeart/2005/8/layout/hierarchy3"/>
    <dgm:cxn modelId="{2C751E2E-1D68-4048-BB54-F31E60881D94}" type="presOf" srcId="{77972BA8-EFFF-4422-B233-3446207C1B46}" destId="{76243CA3-D512-4174-BBB2-7CF4B9B712AD}" srcOrd="1" destOrd="0" presId="urn:microsoft.com/office/officeart/2005/8/layout/hierarchy3"/>
    <dgm:cxn modelId="{FF217462-ECDD-42F2-98AE-EE23F93E0D6D}" type="presOf" srcId="{665BC3FE-0964-44B8-BDB3-A2A3D91358C0}" destId="{6E40B386-3570-4B7F-B7CE-EFC2FD1A720E}" srcOrd="0" destOrd="0" presId="urn:microsoft.com/office/officeart/2005/8/layout/hierarchy3"/>
    <dgm:cxn modelId="{B4840C46-B382-4B16-979F-5F6281A6B441}" srcId="{77972BA8-EFFF-4422-B233-3446207C1B46}" destId="{4E70D46F-A589-4710-8246-30ED90E3CC12}" srcOrd="0" destOrd="0" parTransId="{2F7CD980-B97D-495B-942E-DB24E0A71809}" sibTransId="{C0AA028F-A676-48AF-8090-7F907B820163}"/>
    <dgm:cxn modelId="{4D6D9A70-0644-4631-95A6-82ED16E00CD1}" type="presOf" srcId="{DADF22EA-A39F-436D-A19B-288CA595A9D2}" destId="{2F9704E6-D110-4B7D-AA7A-11FB6354A5D6}" srcOrd="0" destOrd="0" presId="urn:microsoft.com/office/officeart/2005/8/layout/hierarchy3"/>
    <dgm:cxn modelId="{88DC288B-6B1F-42BC-B91D-9ECE20059C95}" type="presOf" srcId="{77972BA8-EFFF-4422-B233-3446207C1B46}" destId="{034690B8-4827-4566-9572-0C85EFE96C3B}" srcOrd="0" destOrd="0" presId="urn:microsoft.com/office/officeart/2005/8/layout/hierarchy3"/>
    <dgm:cxn modelId="{08869393-F52C-444F-8DBB-D32804EF133D}" type="presOf" srcId="{90126C90-A0A7-471A-A1CD-445C2288B676}" destId="{1C8A2FB2-7427-4671-A7B4-F92AF3ACB885}" srcOrd="0" destOrd="0" presId="urn:microsoft.com/office/officeart/2005/8/layout/hierarchy3"/>
    <dgm:cxn modelId="{637606AC-7B81-4FE5-B865-A181FB9A0BD8}" srcId="{B8ABAA78-0434-4D5E-81CE-630256E4AECF}" destId="{DADF22EA-A39F-436D-A19B-288CA595A9D2}" srcOrd="0" destOrd="0" parTransId="{665BC3FE-0964-44B8-BDB3-A2A3D91358C0}" sibTransId="{3A723CA2-E6EC-4027-8DDF-8B06A162B190}"/>
    <dgm:cxn modelId="{DC8D4DAF-450D-46E0-A09A-8706A3554E87}" srcId="{09468008-4708-4411-B275-3E95672973D6}" destId="{77972BA8-EFFF-4422-B233-3446207C1B46}" srcOrd="2" destOrd="0" parTransId="{592C838A-AD95-4370-9DE8-3E2514071E7E}" sibTransId="{0311B4A2-845A-4456-9491-6A6280D01953}"/>
    <dgm:cxn modelId="{CCE67CB6-8502-4130-8B88-C268078D39C8}" type="presOf" srcId="{B8ABAA78-0434-4D5E-81CE-630256E4AECF}" destId="{DBD49684-903F-4071-A07F-B79655D158A9}" srcOrd="1" destOrd="0" presId="urn:microsoft.com/office/officeart/2005/8/layout/hierarchy3"/>
    <dgm:cxn modelId="{42491BCE-4B98-4CE3-AA68-89A18227CFF5}" type="presOf" srcId="{6A05C2B0-55BA-41B6-B5E7-D268AA8F6666}" destId="{4B333035-4E0A-40BB-891A-B113CB356D8A}" srcOrd="0" destOrd="0" presId="urn:microsoft.com/office/officeart/2005/8/layout/hierarchy3"/>
    <dgm:cxn modelId="{D2705DDC-C432-48C3-B0DC-75A70E2A87CF}" type="presOf" srcId="{99D05EAF-A2D5-4994-A75F-D0099E0B82E7}" destId="{4E8EAB10-F361-45CD-9703-F620B53FF275}" srcOrd="0" destOrd="0" presId="urn:microsoft.com/office/officeart/2005/8/layout/hierarchy3"/>
    <dgm:cxn modelId="{F8CA33EC-7CF0-4339-9DA4-68B0E9B3DE3E}" type="presOf" srcId="{4E70D46F-A589-4710-8246-30ED90E3CC12}" destId="{8B3F5209-556F-4C4B-B17D-0D029C33C911}" srcOrd="0" destOrd="0" presId="urn:microsoft.com/office/officeart/2005/8/layout/hierarchy3"/>
    <dgm:cxn modelId="{CB1061FB-E579-4D9C-8F1E-8B6ECD9D8FBE}" srcId="{90126C90-A0A7-471A-A1CD-445C2288B676}" destId="{99D05EAF-A2D5-4994-A75F-D0099E0B82E7}" srcOrd="0" destOrd="0" parTransId="{6A05C2B0-55BA-41B6-B5E7-D268AA8F6666}" sibTransId="{3F3854EF-9D75-4C37-911B-B8F1C85B743A}"/>
    <dgm:cxn modelId="{9E36F572-0879-402A-9445-A4BC862010DB}" type="presParOf" srcId="{ABC6E81B-CA99-4F08-BEF5-4C2F4D1F8494}" destId="{E1D9FD0B-6D81-47AC-B55D-85BDFDDAFBF2}" srcOrd="0" destOrd="0" presId="urn:microsoft.com/office/officeart/2005/8/layout/hierarchy3"/>
    <dgm:cxn modelId="{B2B3D168-3FF7-465C-A63A-0AB7449FC4D1}" type="presParOf" srcId="{E1D9FD0B-6D81-47AC-B55D-85BDFDDAFBF2}" destId="{81721BD5-5596-42D3-9EAF-D167ECDF9FF7}" srcOrd="0" destOrd="0" presId="urn:microsoft.com/office/officeart/2005/8/layout/hierarchy3"/>
    <dgm:cxn modelId="{93A72DB6-AA39-4D2E-9EE8-48044FA94494}" type="presParOf" srcId="{81721BD5-5596-42D3-9EAF-D167ECDF9FF7}" destId="{AB6655A4-9309-4E77-AFB9-2B8E4A937B40}" srcOrd="0" destOrd="0" presId="urn:microsoft.com/office/officeart/2005/8/layout/hierarchy3"/>
    <dgm:cxn modelId="{8A3C9FD8-E644-4D6A-ADA3-5F13A69A7823}" type="presParOf" srcId="{81721BD5-5596-42D3-9EAF-D167ECDF9FF7}" destId="{DBD49684-903F-4071-A07F-B79655D158A9}" srcOrd="1" destOrd="0" presId="urn:microsoft.com/office/officeart/2005/8/layout/hierarchy3"/>
    <dgm:cxn modelId="{8D38EBC9-6BCF-4586-9930-2596E44169F3}" type="presParOf" srcId="{E1D9FD0B-6D81-47AC-B55D-85BDFDDAFBF2}" destId="{D1BCBF4B-6E1F-4989-B059-3114858C0621}" srcOrd="1" destOrd="0" presId="urn:microsoft.com/office/officeart/2005/8/layout/hierarchy3"/>
    <dgm:cxn modelId="{AAC27FC6-2B85-4240-93C8-BA284FB5BD19}" type="presParOf" srcId="{D1BCBF4B-6E1F-4989-B059-3114858C0621}" destId="{6E40B386-3570-4B7F-B7CE-EFC2FD1A720E}" srcOrd="0" destOrd="0" presId="urn:microsoft.com/office/officeart/2005/8/layout/hierarchy3"/>
    <dgm:cxn modelId="{B35A69F6-0395-4793-A950-9A4FB0BFFB01}" type="presParOf" srcId="{D1BCBF4B-6E1F-4989-B059-3114858C0621}" destId="{2F9704E6-D110-4B7D-AA7A-11FB6354A5D6}" srcOrd="1" destOrd="0" presId="urn:microsoft.com/office/officeart/2005/8/layout/hierarchy3"/>
    <dgm:cxn modelId="{A3A0014D-9BEB-44EF-A2F8-F63CBD9B6064}" type="presParOf" srcId="{ABC6E81B-CA99-4F08-BEF5-4C2F4D1F8494}" destId="{4FD6B4D5-91B4-4531-B926-0F2E5233DEA6}" srcOrd="1" destOrd="0" presId="urn:microsoft.com/office/officeart/2005/8/layout/hierarchy3"/>
    <dgm:cxn modelId="{416A20A8-AAFD-468A-ABAD-C7815DC491E1}" type="presParOf" srcId="{4FD6B4D5-91B4-4531-B926-0F2E5233DEA6}" destId="{D584B135-D04D-41DB-B741-0330FB4186CF}" srcOrd="0" destOrd="0" presId="urn:microsoft.com/office/officeart/2005/8/layout/hierarchy3"/>
    <dgm:cxn modelId="{999BDF46-3D76-4559-A61C-BA75765B2D6F}" type="presParOf" srcId="{D584B135-D04D-41DB-B741-0330FB4186CF}" destId="{1C8A2FB2-7427-4671-A7B4-F92AF3ACB885}" srcOrd="0" destOrd="0" presId="urn:microsoft.com/office/officeart/2005/8/layout/hierarchy3"/>
    <dgm:cxn modelId="{133C70B5-DA4E-454E-9215-75A69223E051}" type="presParOf" srcId="{D584B135-D04D-41DB-B741-0330FB4186CF}" destId="{EB31D0AD-5B34-4B2B-B987-24A4A2333700}" srcOrd="1" destOrd="0" presId="urn:microsoft.com/office/officeart/2005/8/layout/hierarchy3"/>
    <dgm:cxn modelId="{E8D87C14-687F-408D-B0D8-68AE77C8E2A0}" type="presParOf" srcId="{4FD6B4D5-91B4-4531-B926-0F2E5233DEA6}" destId="{C251D6B0-3EF1-4D3F-887B-7FF5357A02DE}" srcOrd="1" destOrd="0" presId="urn:microsoft.com/office/officeart/2005/8/layout/hierarchy3"/>
    <dgm:cxn modelId="{2764C649-9CB8-403E-A9B3-69B4A780EAF2}" type="presParOf" srcId="{C251D6B0-3EF1-4D3F-887B-7FF5357A02DE}" destId="{4B333035-4E0A-40BB-891A-B113CB356D8A}" srcOrd="0" destOrd="0" presId="urn:microsoft.com/office/officeart/2005/8/layout/hierarchy3"/>
    <dgm:cxn modelId="{F3457B98-5A07-4BDE-B32E-ADF506BF1FDA}" type="presParOf" srcId="{C251D6B0-3EF1-4D3F-887B-7FF5357A02DE}" destId="{4E8EAB10-F361-45CD-9703-F620B53FF275}" srcOrd="1" destOrd="0" presId="urn:microsoft.com/office/officeart/2005/8/layout/hierarchy3"/>
    <dgm:cxn modelId="{3BE71507-8BD3-4E58-803A-EEB0346AD515}" type="presParOf" srcId="{ABC6E81B-CA99-4F08-BEF5-4C2F4D1F8494}" destId="{E7E76781-63AB-4D78-96AD-D8C8A68449BF}" srcOrd="2" destOrd="0" presId="urn:microsoft.com/office/officeart/2005/8/layout/hierarchy3"/>
    <dgm:cxn modelId="{0A7A6788-09B8-4FB5-A2D1-CFD07F5BA3AB}" type="presParOf" srcId="{E7E76781-63AB-4D78-96AD-D8C8A68449BF}" destId="{3165B0EE-DC76-49A3-8A29-677A10A9474D}" srcOrd="0" destOrd="0" presId="urn:microsoft.com/office/officeart/2005/8/layout/hierarchy3"/>
    <dgm:cxn modelId="{65A41F2F-B0D2-4795-AB56-F70447A5BC76}" type="presParOf" srcId="{3165B0EE-DC76-49A3-8A29-677A10A9474D}" destId="{034690B8-4827-4566-9572-0C85EFE96C3B}" srcOrd="0" destOrd="0" presId="urn:microsoft.com/office/officeart/2005/8/layout/hierarchy3"/>
    <dgm:cxn modelId="{E02E5DCB-1028-46C4-9852-C301B6247409}" type="presParOf" srcId="{3165B0EE-DC76-49A3-8A29-677A10A9474D}" destId="{76243CA3-D512-4174-BBB2-7CF4B9B712AD}" srcOrd="1" destOrd="0" presId="urn:microsoft.com/office/officeart/2005/8/layout/hierarchy3"/>
    <dgm:cxn modelId="{343CF081-C920-4541-9918-A77B451190D8}" type="presParOf" srcId="{E7E76781-63AB-4D78-96AD-D8C8A68449BF}" destId="{36614780-CF2A-4F61-8D05-4BEB41556EB4}" srcOrd="1" destOrd="0" presId="urn:microsoft.com/office/officeart/2005/8/layout/hierarchy3"/>
    <dgm:cxn modelId="{BA7E0F5E-8D2A-4680-BC64-1230EE9913DD}" type="presParOf" srcId="{36614780-CF2A-4F61-8D05-4BEB41556EB4}" destId="{4A85F704-DF95-4DF6-B64D-CE8AB3A30C62}" srcOrd="0" destOrd="0" presId="urn:microsoft.com/office/officeart/2005/8/layout/hierarchy3"/>
    <dgm:cxn modelId="{F9B2A99D-F9AD-457C-9F88-41A8E2AE278F}" type="presParOf" srcId="{36614780-CF2A-4F61-8D05-4BEB41556EB4}" destId="{8B3F5209-556F-4C4B-B17D-0D029C33C911}" srcOrd="1" destOrd="0" presId="urn:microsoft.com/office/officeart/2005/8/layout/hierarchy3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DA4BD7-E50C-4616-9D8C-66CA24C30930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B22C1BE-77CA-4601-B350-FB03C635230D}">
      <dgm:prSet phldrT="[文本]" custT="1"/>
      <dgm:spPr>
        <a:solidFill>
          <a:schemeClr val="accent2"/>
        </a:solidFill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 dirty="0">
              <a:solidFill>
                <a:schemeClr val="tx1"/>
              </a:solidFill>
            </a:rPr>
            <a:t>变量分类</a:t>
          </a:r>
        </a:p>
      </dgm:t>
    </dgm:pt>
    <dgm:pt modelId="{D7ECB8D8-D6B6-4A06-8777-6D2A89F5A47E}" type="parTrans" cxnId="{1A3F1602-06D8-4D56-85FE-5B4A56C64611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78777689-BD9B-43D3-9977-EF2F33BF19AD}" type="sibTrans" cxnId="{1A3F1602-06D8-4D56-85FE-5B4A56C64611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09EC2910-5E52-4C87-B87F-BA781AFAC07F}">
      <dgm:prSet phldrT="[文本]" custT="1"/>
      <dgm:spPr>
        <a:solidFill>
          <a:srgbClr val="00FFFF"/>
        </a:solidFill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 dirty="0">
              <a:solidFill>
                <a:schemeClr val="tx1"/>
              </a:solidFill>
            </a:rPr>
            <a:t>类别变量</a:t>
          </a:r>
          <a:endParaRPr lang="en-US" altLang="zh-CN" sz="1300" b="1" dirty="0">
            <a:solidFill>
              <a:schemeClr val="tx1"/>
            </a:solidFill>
          </a:endParaRPr>
        </a:p>
        <a:p>
          <a:r>
            <a:rPr lang="zh-CN" altLang="en-US" sz="1300" b="1" dirty="0">
              <a:solidFill>
                <a:schemeClr val="tx1"/>
              </a:solidFill>
            </a:rPr>
            <a:t>（定性）</a:t>
          </a:r>
        </a:p>
      </dgm:t>
    </dgm:pt>
    <dgm:pt modelId="{1B16A485-3ADB-480B-BBEA-204E500F9E17}" type="parTrans" cxnId="{5C61F3E4-731A-4493-B8A2-DFEAE6117579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BE9AB15F-0BE9-40A4-9500-8443246A4C91}" type="sibTrans" cxnId="{5C61F3E4-731A-4493-B8A2-DFEAE6117579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5D9F6994-7BBD-4AF6-8A8B-37D8B32E68C5}">
      <dgm:prSet phldrT="[文本]" custT="1"/>
      <dgm:spPr>
        <a:solidFill>
          <a:srgbClr val="00FFFF"/>
        </a:solidFill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 dirty="0">
              <a:solidFill>
                <a:schemeClr val="tx1"/>
              </a:solidFill>
            </a:rPr>
            <a:t>数值变量</a:t>
          </a:r>
          <a:endParaRPr lang="en-US" altLang="zh-CN" sz="1300" b="1" dirty="0">
            <a:solidFill>
              <a:schemeClr val="tx1"/>
            </a:solidFill>
          </a:endParaRPr>
        </a:p>
        <a:p>
          <a:r>
            <a:rPr lang="zh-CN" altLang="en-US" sz="1300" b="1" dirty="0">
              <a:solidFill>
                <a:schemeClr val="tx1"/>
              </a:solidFill>
            </a:rPr>
            <a:t>（定量）</a:t>
          </a:r>
        </a:p>
      </dgm:t>
    </dgm:pt>
    <dgm:pt modelId="{EF5EDC9E-30C2-4039-9F3C-D6E1C9D7D7C6}" type="parTrans" cxnId="{4AF73640-167D-4B1D-B303-8E5BAC2C8660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952F7BC0-D3F7-4A60-89D9-7A2B1011BE69}" type="sibTrans" cxnId="{4AF73640-167D-4B1D-B303-8E5BAC2C8660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EA23AEE0-617E-46C1-934E-20C47D72B2AF}">
      <dgm:prSet custT="1"/>
      <dgm:spPr>
        <a:solidFill>
          <a:srgbClr val="FFFF00"/>
        </a:solidFill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 dirty="0">
              <a:solidFill>
                <a:schemeClr val="tx1"/>
              </a:solidFill>
            </a:rPr>
            <a:t>无序类别变量</a:t>
          </a:r>
          <a:endParaRPr lang="en-US" altLang="zh-CN" sz="1300" b="1" dirty="0">
            <a:solidFill>
              <a:schemeClr val="tx1"/>
            </a:solidFill>
          </a:endParaRPr>
        </a:p>
        <a:p>
          <a:r>
            <a:rPr lang="zh-CN" altLang="en-US" sz="1300" b="1" dirty="0">
              <a:solidFill>
                <a:schemeClr val="tx1"/>
              </a:solidFill>
            </a:rPr>
            <a:t>（名义值）</a:t>
          </a:r>
        </a:p>
      </dgm:t>
    </dgm:pt>
    <dgm:pt modelId="{6A473758-F6E5-4D0D-9569-D8BEF53C3309}" type="parTrans" cxnId="{EADFB078-A35E-4CBB-9376-083D2C7A426D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82F3DA9E-5D33-4648-8491-0C72AE097610}" type="sibTrans" cxnId="{EADFB078-A35E-4CBB-9376-083D2C7A426D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D48C6B62-AD3B-4ECF-ACEB-4E02A62539FE}">
      <dgm:prSet custT="1"/>
      <dgm:spPr>
        <a:solidFill>
          <a:srgbClr val="FFFF00"/>
        </a:solidFill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 dirty="0">
              <a:solidFill>
                <a:schemeClr val="tx1"/>
              </a:solidFill>
            </a:rPr>
            <a:t>有序类别变量</a:t>
          </a:r>
          <a:endParaRPr lang="en-US" altLang="zh-CN" sz="1300" b="1" dirty="0">
            <a:solidFill>
              <a:schemeClr val="tx1"/>
            </a:solidFill>
          </a:endParaRPr>
        </a:p>
        <a:p>
          <a:r>
            <a:rPr lang="zh-CN" altLang="en-US" sz="1300" b="1" dirty="0">
              <a:solidFill>
                <a:schemeClr val="tx1"/>
              </a:solidFill>
            </a:rPr>
            <a:t>（顺序值）</a:t>
          </a:r>
        </a:p>
      </dgm:t>
    </dgm:pt>
    <dgm:pt modelId="{68135281-4181-4BEE-8EA6-64A16A97AE00}" type="parTrans" cxnId="{99905996-0A32-4D2A-9EFF-6700D993473C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E07865B7-2D1A-467E-9E12-3C2274447592}" type="sibTrans" cxnId="{99905996-0A32-4D2A-9EFF-6700D993473C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6A515070-FA12-40F0-9A8D-4B8658AAFCF2}">
      <dgm:prSet custT="1"/>
      <dgm:spPr>
        <a:solidFill>
          <a:srgbClr val="FFFF00"/>
        </a:solidFill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 dirty="0">
              <a:solidFill>
                <a:schemeClr val="tx1"/>
              </a:solidFill>
            </a:rPr>
            <a:t>离散变量</a:t>
          </a:r>
          <a:endParaRPr lang="en-US" altLang="zh-CN" sz="1300" b="1" dirty="0">
            <a:solidFill>
              <a:schemeClr val="tx1"/>
            </a:solidFill>
          </a:endParaRPr>
        </a:p>
        <a:p>
          <a:r>
            <a:rPr lang="zh-CN" altLang="en-US" sz="1300" b="1" dirty="0">
              <a:solidFill>
                <a:schemeClr val="tx1"/>
              </a:solidFill>
            </a:rPr>
            <a:t>（离散值）</a:t>
          </a:r>
        </a:p>
      </dgm:t>
    </dgm:pt>
    <dgm:pt modelId="{9B1083C6-2262-46FC-BD8C-92AABE9959EA}" type="parTrans" cxnId="{D256DCA4-83DE-4A28-953D-AC841E1123E6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F8C9FDC9-1291-4A49-BD85-FF014B441B03}" type="sibTrans" cxnId="{D256DCA4-83DE-4A28-953D-AC841E1123E6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EF765FDE-F030-4E5D-AD85-BD3E2F11F0E2}">
      <dgm:prSet custT="1"/>
      <dgm:spPr>
        <a:solidFill>
          <a:srgbClr val="FFFF00"/>
        </a:solidFill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 dirty="0">
              <a:solidFill>
                <a:schemeClr val="tx1"/>
              </a:solidFill>
            </a:rPr>
            <a:t>连续变量</a:t>
          </a:r>
          <a:endParaRPr lang="en-US" altLang="zh-CN" sz="1300" b="1" dirty="0">
            <a:solidFill>
              <a:schemeClr val="tx1"/>
            </a:solidFill>
          </a:endParaRPr>
        </a:p>
        <a:p>
          <a:r>
            <a:rPr lang="zh-CN" altLang="en-US" sz="1300" b="1" dirty="0">
              <a:solidFill>
                <a:schemeClr val="tx1"/>
              </a:solidFill>
            </a:rPr>
            <a:t>（连续值）</a:t>
          </a:r>
        </a:p>
      </dgm:t>
    </dgm:pt>
    <dgm:pt modelId="{C92C8B0A-CDB7-4888-8119-EA4EB6299162}" type="parTrans" cxnId="{A7034EE2-C2B9-41D2-BFD5-001DA04883B5}">
      <dgm:prSet custT="1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7C444589-8E6B-46BC-9130-60B206FBDC6E}" type="sibTrans" cxnId="{A7034EE2-C2B9-41D2-BFD5-001DA04883B5}">
      <dgm:prSet/>
      <dgm:spPr/>
      <dgm:t>
        <a:bodyPr/>
        <a:lstStyle/>
        <a:p>
          <a:endParaRPr lang="zh-CN" altLang="en-US" sz="1300" b="1">
            <a:solidFill>
              <a:schemeClr val="tx1"/>
            </a:solidFill>
          </a:endParaRPr>
        </a:p>
      </dgm:t>
    </dgm:pt>
    <dgm:pt modelId="{DF2000DE-4E0E-48B9-8DA8-AFF366096B79}">
      <dgm:prSet phldrT="[文本]" custT="1"/>
      <dgm:spPr>
        <a:solidFill>
          <a:srgbClr val="00FFFF"/>
        </a:solidFill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 dirty="0">
              <a:solidFill>
                <a:schemeClr val="tx1"/>
              </a:solidFill>
            </a:rPr>
            <a:t>时间变量</a:t>
          </a:r>
          <a:endParaRPr lang="en-US" altLang="zh-CN" sz="1300" b="1" dirty="0">
            <a:solidFill>
              <a:schemeClr val="tx1"/>
            </a:solidFill>
          </a:endParaRPr>
        </a:p>
        <a:p>
          <a:r>
            <a:rPr lang="zh-CN" altLang="en-US" sz="1300" b="1" dirty="0">
              <a:solidFill>
                <a:schemeClr val="tx1"/>
              </a:solidFill>
            </a:rPr>
            <a:t>（定性或定量）</a:t>
          </a:r>
          <a:endParaRPr lang="en-US" altLang="zh-CN" sz="1300" b="1" dirty="0">
            <a:solidFill>
              <a:schemeClr val="tx1"/>
            </a:solidFill>
          </a:endParaRPr>
        </a:p>
      </dgm:t>
    </dgm:pt>
    <dgm:pt modelId="{AAEF3545-3809-4C02-B149-3AC8C88B3EC9}" type="parTrans" cxnId="{74C8B910-B7C6-472C-9685-6BCBBA39FA3B}">
      <dgm:prSet custT="1"/>
      <dgm:spPr/>
      <dgm:t>
        <a:bodyPr/>
        <a:lstStyle/>
        <a:p>
          <a:endParaRPr lang="zh-CN" altLang="en-US" sz="1300"/>
        </a:p>
      </dgm:t>
    </dgm:pt>
    <dgm:pt modelId="{B2280DB6-B81E-42AC-B23D-D49CBEC9B136}" type="sibTrans" cxnId="{74C8B910-B7C6-472C-9685-6BCBBA39FA3B}">
      <dgm:prSet/>
      <dgm:spPr/>
      <dgm:t>
        <a:bodyPr/>
        <a:lstStyle/>
        <a:p>
          <a:endParaRPr lang="zh-CN" altLang="en-US" sz="1300"/>
        </a:p>
      </dgm:t>
    </dgm:pt>
    <dgm:pt modelId="{18F68F87-076B-4CEC-AC52-485DD9635DDB}">
      <dgm:prSet custT="1"/>
      <dgm:spPr>
        <a:solidFill>
          <a:srgbClr val="FFFF00"/>
        </a:solidFill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 dirty="0">
              <a:solidFill>
                <a:schemeClr val="tx1"/>
              </a:solidFill>
            </a:rPr>
            <a:t>定性：离散值</a:t>
          </a:r>
        </a:p>
      </dgm:t>
    </dgm:pt>
    <dgm:pt modelId="{150DEB9D-3840-4CC1-B44C-9FC6ECB4CDF2}" type="parTrans" cxnId="{5927DFEA-F98F-4A23-87BE-74F195F6A377}">
      <dgm:prSet custT="1"/>
      <dgm:spPr/>
      <dgm:t>
        <a:bodyPr/>
        <a:lstStyle/>
        <a:p>
          <a:endParaRPr lang="zh-CN" altLang="en-US" sz="1300"/>
        </a:p>
      </dgm:t>
    </dgm:pt>
    <dgm:pt modelId="{500393AD-75A1-415F-8839-4D2BC5C2D435}" type="sibTrans" cxnId="{5927DFEA-F98F-4A23-87BE-74F195F6A377}">
      <dgm:prSet/>
      <dgm:spPr/>
      <dgm:t>
        <a:bodyPr/>
        <a:lstStyle/>
        <a:p>
          <a:endParaRPr lang="zh-CN" altLang="en-US" sz="1300"/>
        </a:p>
      </dgm:t>
    </dgm:pt>
    <dgm:pt modelId="{0632DF7D-8250-4CBF-BC45-EB3D7D8D28A5}">
      <dgm:prSet custT="1"/>
      <dgm:spPr>
        <a:solidFill>
          <a:srgbClr val="FFFF00"/>
        </a:solidFill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 dirty="0">
              <a:solidFill>
                <a:schemeClr val="tx1"/>
              </a:solidFill>
            </a:rPr>
            <a:t>定量：连续值</a:t>
          </a:r>
        </a:p>
      </dgm:t>
    </dgm:pt>
    <dgm:pt modelId="{54A697E2-8151-4D41-B1AC-AB1E616FDB4A}" type="parTrans" cxnId="{52DCF857-1E4B-469A-BD61-4315FC8D3BFF}">
      <dgm:prSet custT="1"/>
      <dgm:spPr/>
      <dgm:t>
        <a:bodyPr/>
        <a:lstStyle/>
        <a:p>
          <a:endParaRPr lang="zh-CN" altLang="en-US" sz="1300"/>
        </a:p>
      </dgm:t>
    </dgm:pt>
    <dgm:pt modelId="{77282D39-473A-4896-B1F0-43E0B5C500EB}" type="sibTrans" cxnId="{52DCF857-1E4B-469A-BD61-4315FC8D3BFF}">
      <dgm:prSet/>
      <dgm:spPr/>
      <dgm:t>
        <a:bodyPr/>
        <a:lstStyle/>
        <a:p>
          <a:endParaRPr lang="zh-CN" altLang="en-US" sz="1300"/>
        </a:p>
      </dgm:t>
    </dgm:pt>
    <dgm:pt modelId="{7034B9A4-C21B-4EFF-98F5-CF5E6E609506}">
      <dgm:prSet custT="1"/>
      <dgm:spPr>
        <a:solidFill>
          <a:srgbClr val="FFFF00"/>
        </a:solidFill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zh-CN" altLang="en-US" sz="1300" b="1" dirty="0">
              <a:solidFill>
                <a:schemeClr val="tx1"/>
              </a:solidFill>
            </a:rPr>
            <a:t>布尔变量</a:t>
          </a:r>
          <a:endParaRPr lang="en-US" altLang="zh-CN" sz="1300" b="1" dirty="0">
            <a:solidFill>
              <a:schemeClr val="tx1"/>
            </a:solidFill>
          </a:endParaRPr>
        </a:p>
        <a:p>
          <a:r>
            <a:rPr lang="zh-CN" altLang="en-US" sz="1300" b="1" dirty="0">
              <a:solidFill>
                <a:schemeClr val="tx1"/>
              </a:solidFill>
            </a:rPr>
            <a:t>（二值）</a:t>
          </a:r>
        </a:p>
      </dgm:t>
    </dgm:pt>
    <dgm:pt modelId="{ED6F3C41-EEA3-42FA-97C2-71F78FFD3575}" type="parTrans" cxnId="{37FEA85C-8918-4CC8-BB8D-682524FCB0BF}">
      <dgm:prSet custT="1"/>
      <dgm:spPr/>
      <dgm:t>
        <a:bodyPr/>
        <a:lstStyle/>
        <a:p>
          <a:endParaRPr lang="zh-CN" altLang="en-US" sz="1300"/>
        </a:p>
      </dgm:t>
    </dgm:pt>
    <dgm:pt modelId="{980D55C0-F15D-4256-83A3-3A6173D52807}" type="sibTrans" cxnId="{37FEA85C-8918-4CC8-BB8D-682524FCB0BF}">
      <dgm:prSet/>
      <dgm:spPr/>
      <dgm:t>
        <a:bodyPr/>
        <a:lstStyle/>
        <a:p>
          <a:endParaRPr lang="zh-CN" altLang="en-US" sz="1300"/>
        </a:p>
      </dgm:t>
    </dgm:pt>
    <dgm:pt modelId="{B0AE2196-B8B6-42BA-BC5E-8C1040430EF8}" type="pres">
      <dgm:prSet presAssocID="{17DA4BD7-E50C-4616-9D8C-66CA24C30930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C7182175-38BB-4ECD-8840-C504549BA935}" type="pres">
      <dgm:prSet presAssocID="{4B22C1BE-77CA-4601-B350-FB03C635230D}" presName="root1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75C26DFC-FC67-4C06-989E-16C6E00D3B32}" type="pres">
      <dgm:prSet presAssocID="{4B22C1BE-77CA-4601-B350-FB03C635230D}" presName="LevelOneTextNode" presStyleLbl="node0" presStyleIdx="0" presStyleCnt="1" custScaleY="55294">
        <dgm:presLayoutVars>
          <dgm:chPref val="3"/>
        </dgm:presLayoutVars>
      </dgm:prSet>
      <dgm:spPr/>
    </dgm:pt>
    <dgm:pt modelId="{ABC31DAC-5027-4ACC-9BF4-EB4433A0E0AF}" type="pres">
      <dgm:prSet presAssocID="{4B22C1BE-77CA-4601-B350-FB03C635230D}" presName="level2hierChild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3046B561-C770-42DF-BB2A-5B6CC78A35B2}" type="pres">
      <dgm:prSet presAssocID="{1B16A485-3ADB-480B-BBEA-204E500F9E17}" presName="conn2-1" presStyleLbl="parChTrans1D2" presStyleIdx="0" presStyleCnt="3"/>
      <dgm:spPr/>
    </dgm:pt>
    <dgm:pt modelId="{BBEDB00D-93FE-43C1-80E2-8982B8863DF0}" type="pres">
      <dgm:prSet presAssocID="{1B16A485-3ADB-480B-BBEA-204E500F9E17}" presName="connTx" presStyleLbl="parChTrans1D2" presStyleIdx="0" presStyleCnt="3"/>
      <dgm:spPr/>
    </dgm:pt>
    <dgm:pt modelId="{50826B8B-F7D2-49E0-B24B-D2A1F7F0CF26}" type="pres">
      <dgm:prSet presAssocID="{09EC2910-5E52-4C87-B87F-BA781AFAC07F}" presName="root2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7C037BA4-D1A4-4F3C-83D3-DDE8ECB244F5}" type="pres">
      <dgm:prSet presAssocID="{09EC2910-5E52-4C87-B87F-BA781AFAC07F}" presName="LevelTwoTextNode" presStyleLbl="node2" presStyleIdx="0" presStyleCnt="3" custScaleY="132548">
        <dgm:presLayoutVars>
          <dgm:chPref val="3"/>
        </dgm:presLayoutVars>
      </dgm:prSet>
      <dgm:spPr>
        <a:prstGeom prst="hexagon">
          <a:avLst/>
        </a:prstGeom>
      </dgm:spPr>
    </dgm:pt>
    <dgm:pt modelId="{401DA21A-0CB5-4450-8AD0-7A2EE041FF1E}" type="pres">
      <dgm:prSet presAssocID="{09EC2910-5E52-4C87-B87F-BA781AFAC07F}" presName="level3hierChild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837298DF-6267-4807-984D-013743A53B7C}" type="pres">
      <dgm:prSet presAssocID="{6A473758-F6E5-4D0D-9569-D8BEF53C3309}" presName="conn2-1" presStyleLbl="parChTrans1D3" presStyleIdx="0" presStyleCnt="7"/>
      <dgm:spPr/>
    </dgm:pt>
    <dgm:pt modelId="{E5851A8B-A00F-4546-AC19-824DCA558318}" type="pres">
      <dgm:prSet presAssocID="{6A473758-F6E5-4D0D-9569-D8BEF53C3309}" presName="connTx" presStyleLbl="parChTrans1D3" presStyleIdx="0" presStyleCnt="7"/>
      <dgm:spPr/>
    </dgm:pt>
    <dgm:pt modelId="{66E4A95E-9F1E-45B4-818C-DF16DDAE7389}" type="pres">
      <dgm:prSet presAssocID="{EA23AEE0-617E-46C1-934E-20C47D72B2AF}" presName="root2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696DA65D-F253-4299-978A-93036289CB94}" type="pres">
      <dgm:prSet presAssocID="{EA23AEE0-617E-46C1-934E-20C47D72B2AF}" presName="LevelTwoTextNode" presStyleLbl="node3" presStyleIdx="0" presStyleCnt="7" custScaleY="111370">
        <dgm:presLayoutVars>
          <dgm:chPref val="3"/>
        </dgm:presLayoutVars>
      </dgm:prSet>
      <dgm:spPr/>
    </dgm:pt>
    <dgm:pt modelId="{C7BA6CB6-6020-4E5B-BB0C-294E6E115DDB}" type="pres">
      <dgm:prSet presAssocID="{EA23AEE0-617E-46C1-934E-20C47D72B2AF}" presName="level3hierChild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86762600-C941-4385-97DD-1E923F823FA2}" type="pres">
      <dgm:prSet presAssocID="{68135281-4181-4BEE-8EA6-64A16A97AE00}" presName="conn2-1" presStyleLbl="parChTrans1D3" presStyleIdx="1" presStyleCnt="7"/>
      <dgm:spPr/>
    </dgm:pt>
    <dgm:pt modelId="{E00305F7-3C18-45A2-8A9C-DD07A1085F7D}" type="pres">
      <dgm:prSet presAssocID="{68135281-4181-4BEE-8EA6-64A16A97AE00}" presName="connTx" presStyleLbl="parChTrans1D3" presStyleIdx="1" presStyleCnt="7"/>
      <dgm:spPr/>
    </dgm:pt>
    <dgm:pt modelId="{1EADA98B-962D-4AE2-A880-E4B43F6E1CBB}" type="pres">
      <dgm:prSet presAssocID="{D48C6B62-AD3B-4ECF-ACEB-4E02A62539FE}" presName="root2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C071415F-7A4D-46BA-B511-5583B71A343D}" type="pres">
      <dgm:prSet presAssocID="{D48C6B62-AD3B-4ECF-ACEB-4E02A62539FE}" presName="LevelTwoTextNode" presStyleLbl="node3" presStyleIdx="1" presStyleCnt="7" custScaleY="111370">
        <dgm:presLayoutVars>
          <dgm:chPref val="3"/>
        </dgm:presLayoutVars>
      </dgm:prSet>
      <dgm:spPr/>
    </dgm:pt>
    <dgm:pt modelId="{07B4DD19-333C-4D22-886C-CA1747FBF952}" type="pres">
      <dgm:prSet presAssocID="{D48C6B62-AD3B-4ECF-ACEB-4E02A62539FE}" presName="level3hierChild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8CE3128A-9163-4290-B494-C752D03DB86E}" type="pres">
      <dgm:prSet presAssocID="{ED6F3C41-EEA3-42FA-97C2-71F78FFD3575}" presName="conn2-1" presStyleLbl="parChTrans1D3" presStyleIdx="2" presStyleCnt="7"/>
      <dgm:spPr/>
    </dgm:pt>
    <dgm:pt modelId="{F9E6A826-B620-4759-8F87-B2392FB68DE8}" type="pres">
      <dgm:prSet presAssocID="{ED6F3C41-EEA3-42FA-97C2-71F78FFD3575}" presName="connTx" presStyleLbl="parChTrans1D3" presStyleIdx="2" presStyleCnt="7"/>
      <dgm:spPr/>
    </dgm:pt>
    <dgm:pt modelId="{3971CD59-2277-4B90-8745-16A2F258A697}" type="pres">
      <dgm:prSet presAssocID="{7034B9A4-C21B-4EFF-98F5-CF5E6E609506}" presName="root2" presStyleCnt="0"/>
      <dgm:spPr/>
    </dgm:pt>
    <dgm:pt modelId="{B91A889B-354A-48AE-B926-A262722A5F1F}" type="pres">
      <dgm:prSet presAssocID="{7034B9A4-C21B-4EFF-98F5-CF5E6E609506}" presName="LevelTwoTextNode" presStyleLbl="node3" presStyleIdx="2" presStyleCnt="7" custScaleY="111370">
        <dgm:presLayoutVars>
          <dgm:chPref val="3"/>
        </dgm:presLayoutVars>
      </dgm:prSet>
      <dgm:spPr/>
    </dgm:pt>
    <dgm:pt modelId="{1D61243C-A635-4621-9132-B02CDBCB9B09}" type="pres">
      <dgm:prSet presAssocID="{7034B9A4-C21B-4EFF-98F5-CF5E6E609506}" presName="level3hierChild" presStyleCnt="0"/>
      <dgm:spPr/>
    </dgm:pt>
    <dgm:pt modelId="{BDA777ED-2EE2-4841-9FAB-D14B93E5ED5E}" type="pres">
      <dgm:prSet presAssocID="{EF5EDC9E-30C2-4039-9F3C-D6E1C9D7D7C6}" presName="conn2-1" presStyleLbl="parChTrans1D2" presStyleIdx="1" presStyleCnt="3"/>
      <dgm:spPr/>
    </dgm:pt>
    <dgm:pt modelId="{79696BB3-AE12-45F1-9FD5-03631BE6BD08}" type="pres">
      <dgm:prSet presAssocID="{EF5EDC9E-30C2-4039-9F3C-D6E1C9D7D7C6}" presName="connTx" presStyleLbl="parChTrans1D2" presStyleIdx="1" presStyleCnt="3"/>
      <dgm:spPr/>
    </dgm:pt>
    <dgm:pt modelId="{B3BCB89B-6B61-411F-B0CF-605C865CA01D}" type="pres">
      <dgm:prSet presAssocID="{5D9F6994-7BBD-4AF6-8A8B-37D8B32E68C5}" presName="root2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E3C7FB3A-06D6-4108-9D1A-31AAEF3D0E8E}" type="pres">
      <dgm:prSet presAssocID="{5D9F6994-7BBD-4AF6-8A8B-37D8B32E68C5}" presName="LevelTwoTextNode" presStyleLbl="node2" presStyleIdx="1" presStyleCnt="3" custScaleY="132548">
        <dgm:presLayoutVars>
          <dgm:chPref val="3"/>
        </dgm:presLayoutVars>
      </dgm:prSet>
      <dgm:spPr>
        <a:prstGeom prst="hexagon">
          <a:avLst/>
        </a:prstGeom>
      </dgm:spPr>
    </dgm:pt>
    <dgm:pt modelId="{EB3BCFAF-A191-417C-820D-689D649BA569}" type="pres">
      <dgm:prSet presAssocID="{5D9F6994-7BBD-4AF6-8A8B-37D8B32E68C5}" presName="level3hierChild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A0F9D02C-C981-4641-B18B-E933A7CA3C68}" type="pres">
      <dgm:prSet presAssocID="{9B1083C6-2262-46FC-BD8C-92AABE9959EA}" presName="conn2-1" presStyleLbl="parChTrans1D3" presStyleIdx="3" presStyleCnt="7"/>
      <dgm:spPr/>
    </dgm:pt>
    <dgm:pt modelId="{0B31628F-C08F-49C7-A766-93C54CC4C2AF}" type="pres">
      <dgm:prSet presAssocID="{9B1083C6-2262-46FC-BD8C-92AABE9959EA}" presName="connTx" presStyleLbl="parChTrans1D3" presStyleIdx="3" presStyleCnt="7"/>
      <dgm:spPr/>
    </dgm:pt>
    <dgm:pt modelId="{77E8D094-012A-4564-843D-CE349A220AD8}" type="pres">
      <dgm:prSet presAssocID="{6A515070-FA12-40F0-9A8D-4B8658AAFCF2}" presName="root2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18AD244E-4224-43B7-B342-BE6A23DBC666}" type="pres">
      <dgm:prSet presAssocID="{6A515070-FA12-40F0-9A8D-4B8658AAFCF2}" presName="LevelTwoTextNode" presStyleLbl="node3" presStyleIdx="3" presStyleCnt="7" custScaleY="111370">
        <dgm:presLayoutVars>
          <dgm:chPref val="3"/>
        </dgm:presLayoutVars>
      </dgm:prSet>
      <dgm:spPr/>
    </dgm:pt>
    <dgm:pt modelId="{CCBAC7C4-C24C-410B-8694-4F25A4F625A2}" type="pres">
      <dgm:prSet presAssocID="{6A515070-FA12-40F0-9A8D-4B8658AAFCF2}" presName="level3hierChild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913D8877-5855-4770-90F9-FB1717F45990}" type="pres">
      <dgm:prSet presAssocID="{C92C8B0A-CDB7-4888-8119-EA4EB6299162}" presName="conn2-1" presStyleLbl="parChTrans1D3" presStyleIdx="4" presStyleCnt="7"/>
      <dgm:spPr/>
    </dgm:pt>
    <dgm:pt modelId="{A6B68E25-6F01-4C55-89BC-4D16AD1F51E7}" type="pres">
      <dgm:prSet presAssocID="{C92C8B0A-CDB7-4888-8119-EA4EB6299162}" presName="connTx" presStyleLbl="parChTrans1D3" presStyleIdx="4" presStyleCnt="7"/>
      <dgm:spPr/>
    </dgm:pt>
    <dgm:pt modelId="{7C01E741-9025-45A2-85E1-165FA20BE2DA}" type="pres">
      <dgm:prSet presAssocID="{EF765FDE-F030-4E5D-AD85-BD3E2F11F0E2}" presName="root2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40809974-34E4-4D40-8BDB-728D06D9C200}" type="pres">
      <dgm:prSet presAssocID="{EF765FDE-F030-4E5D-AD85-BD3E2F11F0E2}" presName="LevelTwoTextNode" presStyleLbl="node3" presStyleIdx="4" presStyleCnt="7" custScaleY="111370">
        <dgm:presLayoutVars>
          <dgm:chPref val="3"/>
        </dgm:presLayoutVars>
      </dgm:prSet>
      <dgm:spPr/>
    </dgm:pt>
    <dgm:pt modelId="{7D94CCA8-5286-4C7D-8EE5-708FDFFB16B5}" type="pres">
      <dgm:prSet presAssocID="{EF765FDE-F030-4E5D-AD85-BD3E2F11F0E2}" presName="level3hierChild" presStyleCnt="0"/>
      <dgm:spPr>
        <a:scene3d>
          <a:camera prst="orthographicFront"/>
          <a:lightRig rig="threePt" dir="t"/>
        </a:scene3d>
        <a:sp3d>
          <a:bevelT/>
        </a:sp3d>
      </dgm:spPr>
    </dgm:pt>
    <dgm:pt modelId="{C20DEB29-EFB7-4497-B3AD-B850F5DD7CDF}" type="pres">
      <dgm:prSet presAssocID="{AAEF3545-3809-4C02-B149-3AC8C88B3EC9}" presName="conn2-1" presStyleLbl="parChTrans1D2" presStyleIdx="2" presStyleCnt="3"/>
      <dgm:spPr/>
    </dgm:pt>
    <dgm:pt modelId="{6A39DA11-A796-402D-A620-83730460E66C}" type="pres">
      <dgm:prSet presAssocID="{AAEF3545-3809-4C02-B149-3AC8C88B3EC9}" presName="connTx" presStyleLbl="parChTrans1D2" presStyleIdx="2" presStyleCnt="3"/>
      <dgm:spPr/>
    </dgm:pt>
    <dgm:pt modelId="{E42CC891-9618-4F0A-8EC1-2909F206E642}" type="pres">
      <dgm:prSet presAssocID="{DF2000DE-4E0E-48B9-8DA8-AFF366096B79}" presName="root2" presStyleCnt="0"/>
      <dgm:spPr/>
    </dgm:pt>
    <dgm:pt modelId="{09F975F6-EAA0-4C4A-B5AD-52121D5416EC}" type="pres">
      <dgm:prSet presAssocID="{DF2000DE-4E0E-48B9-8DA8-AFF366096B79}" presName="LevelTwoTextNode" presStyleLbl="node2" presStyleIdx="2" presStyleCnt="3" custScaleY="132548">
        <dgm:presLayoutVars>
          <dgm:chPref val="3"/>
        </dgm:presLayoutVars>
      </dgm:prSet>
      <dgm:spPr>
        <a:prstGeom prst="hexagon">
          <a:avLst/>
        </a:prstGeom>
      </dgm:spPr>
    </dgm:pt>
    <dgm:pt modelId="{7F8C2AFF-4FE7-4B46-8F4A-EE7DE649747E}" type="pres">
      <dgm:prSet presAssocID="{DF2000DE-4E0E-48B9-8DA8-AFF366096B79}" presName="level3hierChild" presStyleCnt="0"/>
      <dgm:spPr/>
    </dgm:pt>
    <dgm:pt modelId="{4B4E71E3-9ED7-4D69-AB43-73E2CDDEB9CD}" type="pres">
      <dgm:prSet presAssocID="{150DEB9D-3840-4CC1-B44C-9FC6ECB4CDF2}" presName="conn2-1" presStyleLbl="parChTrans1D3" presStyleIdx="5" presStyleCnt="7"/>
      <dgm:spPr/>
    </dgm:pt>
    <dgm:pt modelId="{A620277B-8F6F-4D78-85CF-BB801D6C43CE}" type="pres">
      <dgm:prSet presAssocID="{150DEB9D-3840-4CC1-B44C-9FC6ECB4CDF2}" presName="connTx" presStyleLbl="parChTrans1D3" presStyleIdx="5" presStyleCnt="7"/>
      <dgm:spPr/>
    </dgm:pt>
    <dgm:pt modelId="{0BD9A677-0AE2-4FF4-B650-5C61D0D18F38}" type="pres">
      <dgm:prSet presAssocID="{18F68F87-076B-4CEC-AC52-485DD9635DDB}" presName="root2" presStyleCnt="0"/>
      <dgm:spPr/>
    </dgm:pt>
    <dgm:pt modelId="{2B536F3D-6EDE-4060-8284-F0CF189AF425}" type="pres">
      <dgm:prSet presAssocID="{18F68F87-076B-4CEC-AC52-485DD9635DDB}" presName="LevelTwoTextNode" presStyleLbl="node3" presStyleIdx="5" presStyleCnt="7" custScaleY="111370">
        <dgm:presLayoutVars>
          <dgm:chPref val="3"/>
        </dgm:presLayoutVars>
      </dgm:prSet>
      <dgm:spPr/>
    </dgm:pt>
    <dgm:pt modelId="{63B69FCA-5DDB-4F43-B58E-9D44F6769ADF}" type="pres">
      <dgm:prSet presAssocID="{18F68F87-076B-4CEC-AC52-485DD9635DDB}" presName="level3hierChild" presStyleCnt="0"/>
      <dgm:spPr/>
    </dgm:pt>
    <dgm:pt modelId="{7948F63A-1D90-4271-8EAA-FB64F0A33E58}" type="pres">
      <dgm:prSet presAssocID="{54A697E2-8151-4D41-B1AC-AB1E616FDB4A}" presName="conn2-1" presStyleLbl="parChTrans1D3" presStyleIdx="6" presStyleCnt="7"/>
      <dgm:spPr/>
    </dgm:pt>
    <dgm:pt modelId="{F908FD8B-D55E-40E5-B156-ED1EBE29116A}" type="pres">
      <dgm:prSet presAssocID="{54A697E2-8151-4D41-B1AC-AB1E616FDB4A}" presName="connTx" presStyleLbl="parChTrans1D3" presStyleIdx="6" presStyleCnt="7"/>
      <dgm:spPr/>
    </dgm:pt>
    <dgm:pt modelId="{59D55725-4FE4-45AF-B068-1348C5612D4C}" type="pres">
      <dgm:prSet presAssocID="{0632DF7D-8250-4CBF-BC45-EB3D7D8D28A5}" presName="root2" presStyleCnt="0"/>
      <dgm:spPr/>
    </dgm:pt>
    <dgm:pt modelId="{500AB88C-D9A3-4118-9AA8-3C12D1664A88}" type="pres">
      <dgm:prSet presAssocID="{0632DF7D-8250-4CBF-BC45-EB3D7D8D28A5}" presName="LevelTwoTextNode" presStyleLbl="node3" presStyleIdx="6" presStyleCnt="7" custScaleY="111370">
        <dgm:presLayoutVars>
          <dgm:chPref val="3"/>
        </dgm:presLayoutVars>
      </dgm:prSet>
      <dgm:spPr/>
    </dgm:pt>
    <dgm:pt modelId="{4E648045-933D-4A08-A6E7-7274CD512A75}" type="pres">
      <dgm:prSet presAssocID="{0632DF7D-8250-4CBF-BC45-EB3D7D8D28A5}" presName="level3hierChild" presStyleCnt="0"/>
      <dgm:spPr/>
    </dgm:pt>
  </dgm:ptLst>
  <dgm:cxnLst>
    <dgm:cxn modelId="{1A3F1602-06D8-4D56-85FE-5B4A56C64611}" srcId="{17DA4BD7-E50C-4616-9D8C-66CA24C30930}" destId="{4B22C1BE-77CA-4601-B350-FB03C635230D}" srcOrd="0" destOrd="0" parTransId="{D7ECB8D8-D6B6-4A06-8777-6D2A89F5A47E}" sibTransId="{78777689-BD9B-43D3-9977-EF2F33BF19AD}"/>
    <dgm:cxn modelId="{095D8C02-83DA-4A1D-AB6B-BA8C8B1216BE}" type="presOf" srcId="{1B16A485-3ADB-480B-BBEA-204E500F9E17}" destId="{BBEDB00D-93FE-43C1-80E2-8982B8863DF0}" srcOrd="1" destOrd="0" presId="urn:microsoft.com/office/officeart/2008/layout/HorizontalMultiLevelHierarchy"/>
    <dgm:cxn modelId="{52304F05-19DC-4B27-9BF5-9ECD936A1942}" type="presOf" srcId="{54A697E2-8151-4D41-B1AC-AB1E616FDB4A}" destId="{F908FD8B-D55E-40E5-B156-ED1EBE29116A}" srcOrd="1" destOrd="0" presId="urn:microsoft.com/office/officeart/2008/layout/HorizontalMultiLevelHierarchy"/>
    <dgm:cxn modelId="{5AA8320C-A5AF-460B-B40F-4F645AB911DE}" type="presOf" srcId="{DF2000DE-4E0E-48B9-8DA8-AFF366096B79}" destId="{09F975F6-EAA0-4C4A-B5AD-52121D5416EC}" srcOrd="0" destOrd="0" presId="urn:microsoft.com/office/officeart/2008/layout/HorizontalMultiLevelHierarchy"/>
    <dgm:cxn modelId="{74C8B910-B7C6-472C-9685-6BCBBA39FA3B}" srcId="{4B22C1BE-77CA-4601-B350-FB03C635230D}" destId="{DF2000DE-4E0E-48B9-8DA8-AFF366096B79}" srcOrd="2" destOrd="0" parTransId="{AAEF3545-3809-4C02-B149-3AC8C88B3EC9}" sibTransId="{B2280DB6-B81E-42AC-B23D-D49CBEC9B136}"/>
    <dgm:cxn modelId="{0FC85012-6B60-4DC4-A6FF-A69125EF300A}" type="presOf" srcId="{7034B9A4-C21B-4EFF-98F5-CF5E6E609506}" destId="{B91A889B-354A-48AE-B926-A262722A5F1F}" srcOrd="0" destOrd="0" presId="urn:microsoft.com/office/officeart/2008/layout/HorizontalMultiLevelHierarchy"/>
    <dgm:cxn modelId="{7C30421F-F6DF-4FDF-AA07-7C312A751D54}" type="presOf" srcId="{9B1083C6-2262-46FC-BD8C-92AABE9959EA}" destId="{A0F9D02C-C981-4641-B18B-E933A7CA3C68}" srcOrd="0" destOrd="0" presId="urn:microsoft.com/office/officeart/2008/layout/HorizontalMultiLevelHierarchy"/>
    <dgm:cxn modelId="{98F3C427-0E51-4AB7-8AFF-B3875E5BE922}" type="presOf" srcId="{6A473758-F6E5-4D0D-9569-D8BEF53C3309}" destId="{E5851A8B-A00F-4546-AC19-824DCA558318}" srcOrd="1" destOrd="0" presId="urn:microsoft.com/office/officeart/2008/layout/HorizontalMultiLevelHierarchy"/>
    <dgm:cxn modelId="{B154CA2B-A60C-49B1-941F-37D250937EEE}" type="presOf" srcId="{D48C6B62-AD3B-4ECF-ACEB-4E02A62539FE}" destId="{C071415F-7A4D-46BA-B511-5583B71A343D}" srcOrd="0" destOrd="0" presId="urn:microsoft.com/office/officeart/2008/layout/HorizontalMultiLevelHierarchy"/>
    <dgm:cxn modelId="{3A89BA2D-BC59-4576-BA6C-49E454B739D3}" type="presOf" srcId="{4B22C1BE-77CA-4601-B350-FB03C635230D}" destId="{75C26DFC-FC67-4C06-989E-16C6E00D3B32}" srcOrd="0" destOrd="0" presId="urn:microsoft.com/office/officeart/2008/layout/HorizontalMultiLevelHierarchy"/>
    <dgm:cxn modelId="{D2C8B12E-E432-40F6-AD91-F1CA4CF902FF}" type="presOf" srcId="{1B16A485-3ADB-480B-BBEA-204E500F9E17}" destId="{3046B561-C770-42DF-BB2A-5B6CC78A35B2}" srcOrd="0" destOrd="0" presId="urn:microsoft.com/office/officeart/2008/layout/HorizontalMultiLevelHierarchy"/>
    <dgm:cxn modelId="{DA39A335-7125-464A-9C08-646DCBC6CABF}" type="presOf" srcId="{C92C8B0A-CDB7-4888-8119-EA4EB6299162}" destId="{913D8877-5855-4770-90F9-FB1717F45990}" srcOrd="0" destOrd="0" presId="urn:microsoft.com/office/officeart/2008/layout/HorizontalMultiLevelHierarchy"/>
    <dgm:cxn modelId="{CC7F9037-A99C-42CE-9B72-5A60D692C556}" type="presOf" srcId="{9B1083C6-2262-46FC-BD8C-92AABE9959EA}" destId="{0B31628F-C08F-49C7-A766-93C54CC4C2AF}" srcOrd="1" destOrd="0" presId="urn:microsoft.com/office/officeart/2008/layout/HorizontalMultiLevelHierarchy"/>
    <dgm:cxn modelId="{4AF73640-167D-4B1D-B303-8E5BAC2C8660}" srcId="{4B22C1BE-77CA-4601-B350-FB03C635230D}" destId="{5D9F6994-7BBD-4AF6-8A8B-37D8B32E68C5}" srcOrd="1" destOrd="0" parTransId="{EF5EDC9E-30C2-4039-9F3C-D6E1C9D7D7C6}" sibTransId="{952F7BC0-D3F7-4A60-89D9-7A2B1011BE69}"/>
    <dgm:cxn modelId="{37FEA85C-8918-4CC8-BB8D-682524FCB0BF}" srcId="{09EC2910-5E52-4C87-B87F-BA781AFAC07F}" destId="{7034B9A4-C21B-4EFF-98F5-CF5E6E609506}" srcOrd="2" destOrd="0" parTransId="{ED6F3C41-EEA3-42FA-97C2-71F78FFD3575}" sibTransId="{980D55C0-F15D-4256-83A3-3A6173D52807}"/>
    <dgm:cxn modelId="{AB5B8A5D-C561-41A4-8652-A6FDFDFAEFD9}" type="presOf" srcId="{54A697E2-8151-4D41-B1AC-AB1E616FDB4A}" destId="{7948F63A-1D90-4271-8EAA-FB64F0A33E58}" srcOrd="0" destOrd="0" presId="urn:microsoft.com/office/officeart/2008/layout/HorizontalMultiLevelHierarchy"/>
    <dgm:cxn modelId="{B6687146-CF39-4459-A5B6-D928836C9620}" type="presOf" srcId="{EF5EDC9E-30C2-4039-9F3C-D6E1C9D7D7C6}" destId="{BDA777ED-2EE2-4841-9FAB-D14B93E5ED5E}" srcOrd="0" destOrd="0" presId="urn:microsoft.com/office/officeart/2008/layout/HorizontalMultiLevelHierarchy"/>
    <dgm:cxn modelId="{5C726448-0118-46CE-840E-49E3348B936D}" type="presOf" srcId="{150DEB9D-3840-4CC1-B44C-9FC6ECB4CDF2}" destId="{A620277B-8F6F-4D78-85CF-BB801D6C43CE}" srcOrd="1" destOrd="0" presId="urn:microsoft.com/office/officeart/2008/layout/HorizontalMultiLevelHierarchy"/>
    <dgm:cxn modelId="{67565269-6567-4451-99AD-2759E87C0DB7}" type="presOf" srcId="{6A473758-F6E5-4D0D-9569-D8BEF53C3309}" destId="{837298DF-6267-4807-984D-013743A53B7C}" srcOrd="0" destOrd="0" presId="urn:microsoft.com/office/officeart/2008/layout/HorizontalMultiLevelHierarchy"/>
    <dgm:cxn modelId="{7C9DD86A-B6BE-49FD-B3CB-66001C118A39}" type="presOf" srcId="{ED6F3C41-EEA3-42FA-97C2-71F78FFD3575}" destId="{F9E6A826-B620-4759-8F87-B2392FB68DE8}" srcOrd="1" destOrd="0" presId="urn:microsoft.com/office/officeart/2008/layout/HorizontalMultiLevelHierarchy"/>
    <dgm:cxn modelId="{BD786173-2B25-4B60-B40D-2054C325DA5F}" type="presOf" srcId="{AAEF3545-3809-4C02-B149-3AC8C88B3EC9}" destId="{6A39DA11-A796-402D-A620-83730460E66C}" srcOrd="1" destOrd="0" presId="urn:microsoft.com/office/officeart/2008/layout/HorizontalMultiLevelHierarchy"/>
    <dgm:cxn modelId="{6ECE7B73-B056-449F-B1A9-BD76B9DE91F1}" type="presOf" srcId="{EF765FDE-F030-4E5D-AD85-BD3E2F11F0E2}" destId="{40809974-34E4-4D40-8BDB-728D06D9C200}" srcOrd="0" destOrd="0" presId="urn:microsoft.com/office/officeart/2008/layout/HorizontalMultiLevelHierarchy"/>
    <dgm:cxn modelId="{52DCF857-1E4B-469A-BD61-4315FC8D3BFF}" srcId="{DF2000DE-4E0E-48B9-8DA8-AFF366096B79}" destId="{0632DF7D-8250-4CBF-BC45-EB3D7D8D28A5}" srcOrd="1" destOrd="0" parTransId="{54A697E2-8151-4D41-B1AC-AB1E616FDB4A}" sibTransId="{77282D39-473A-4896-B1F0-43E0B5C500EB}"/>
    <dgm:cxn modelId="{E7C31B58-6B0A-43DE-891F-C03A6EE4F6CD}" type="presOf" srcId="{6A515070-FA12-40F0-9A8D-4B8658AAFCF2}" destId="{18AD244E-4224-43B7-B342-BE6A23DBC666}" srcOrd="0" destOrd="0" presId="urn:microsoft.com/office/officeart/2008/layout/HorizontalMultiLevelHierarchy"/>
    <dgm:cxn modelId="{EADFB078-A35E-4CBB-9376-083D2C7A426D}" srcId="{09EC2910-5E52-4C87-B87F-BA781AFAC07F}" destId="{EA23AEE0-617E-46C1-934E-20C47D72B2AF}" srcOrd="0" destOrd="0" parTransId="{6A473758-F6E5-4D0D-9569-D8BEF53C3309}" sibTransId="{82F3DA9E-5D33-4648-8491-0C72AE097610}"/>
    <dgm:cxn modelId="{C68A0C59-A981-4B29-B032-456F554A0A3A}" type="presOf" srcId="{17DA4BD7-E50C-4616-9D8C-66CA24C30930}" destId="{B0AE2196-B8B6-42BA-BC5E-8C1040430EF8}" srcOrd="0" destOrd="0" presId="urn:microsoft.com/office/officeart/2008/layout/HorizontalMultiLevelHierarchy"/>
    <dgm:cxn modelId="{F295EB81-41FD-461F-9974-613F4AA52524}" type="presOf" srcId="{09EC2910-5E52-4C87-B87F-BA781AFAC07F}" destId="{7C037BA4-D1A4-4F3C-83D3-DDE8ECB244F5}" srcOrd="0" destOrd="0" presId="urn:microsoft.com/office/officeart/2008/layout/HorizontalMultiLevelHierarchy"/>
    <dgm:cxn modelId="{B27EDE89-7E54-4156-8B3E-EA7C91A2732B}" type="presOf" srcId="{68135281-4181-4BEE-8EA6-64A16A97AE00}" destId="{86762600-C941-4385-97DD-1E923F823FA2}" srcOrd="0" destOrd="0" presId="urn:microsoft.com/office/officeart/2008/layout/HorizontalMultiLevelHierarchy"/>
    <dgm:cxn modelId="{99905996-0A32-4D2A-9EFF-6700D993473C}" srcId="{09EC2910-5E52-4C87-B87F-BA781AFAC07F}" destId="{D48C6B62-AD3B-4ECF-ACEB-4E02A62539FE}" srcOrd="1" destOrd="0" parTransId="{68135281-4181-4BEE-8EA6-64A16A97AE00}" sibTransId="{E07865B7-2D1A-467E-9E12-3C2274447592}"/>
    <dgm:cxn modelId="{D256DCA4-83DE-4A28-953D-AC841E1123E6}" srcId="{5D9F6994-7BBD-4AF6-8A8B-37D8B32E68C5}" destId="{6A515070-FA12-40F0-9A8D-4B8658AAFCF2}" srcOrd="0" destOrd="0" parTransId="{9B1083C6-2262-46FC-BD8C-92AABE9959EA}" sibTransId="{F8C9FDC9-1291-4A49-BD85-FF014B441B03}"/>
    <dgm:cxn modelId="{E2CF13A8-4EBA-4ACD-8696-49206CEAC3D8}" type="presOf" srcId="{ED6F3C41-EEA3-42FA-97C2-71F78FFD3575}" destId="{8CE3128A-9163-4290-B494-C752D03DB86E}" srcOrd="0" destOrd="0" presId="urn:microsoft.com/office/officeart/2008/layout/HorizontalMultiLevelHierarchy"/>
    <dgm:cxn modelId="{6535F5AC-0153-49B3-92C7-500FE28102DC}" type="presOf" srcId="{EA23AEE0-617E-46C1-934E-20C47D72B2AF}" destId="{696DA65D-F253-4299-978A-93036289CB94}" srcOrd="0" destOrd="0" presId="urn:microsoft.com/office/officeart/2008/layout/HorizontalMultiLevelHierarchy"/>
    <dgm:cxn modelId="{2AC0E8AD-9670-4160-9EC3-9B5AEC3C246B}" type="presOf" srcId="{AAEF3545-3809-4C02-B149-3AC8C88B3EC9}" destId="{C20DEB29-EFB7-4497-B3AD-B850F5DD7CDF}" srcOrd="0" destOrd="0" presId="urn:microsoft.com/office/officeart/2008/layout/HorizontalMultiLevelHierarchy"/>
    <dgm:cxn modelId="{7C9A1EB3-3D39-4B1D-8E3A-4F2332A2C520}" type="presOf" srcId="{C92C8B0A-CDB7-4888-8119-EA4EB6299162}" destId="{A6B68E25-6F01-4C55-89BC-4D16AD1F51E7}" srcOrd="1" destOrd="0" presId="urn:microsoft.com/office/officeart/2008/layout/HorizontalMultiLevelHierarchy"/>
    <dgm:cxn modelId="{338A3DCB-FF0B-4CD4-9C28-42E426C9762A}" type="presOf" srcId="{5D9F6994-7BBD-4AF6-8A8B-37D8B32E68C5}" destId="{E3C7FB3A-06D6-4108-9D1A-31AAEF3D0E8E}" srcOrd="0" destOrd="0" presId="urn:microsoft.com/office/officeart/2008/layout/HorizontalMultiLevelHierarchy"/>
    <dgm:cxn modelId="{F61DCBDD-E391-45EF-8609-8902A4FF5ABE}" type="presOf" srcId="{0632DF7D-8250-4CBF-BC45-EB3D7D8D28A5}" destId="{500AB88C-D9A3-4118-9AA8-3C12D1664A88}" srcOrd="0" destOrd="0" presId="urn:microsoft.com/office/officeart/2008/layout/HorizontalMultiLevelHierarchy"/>
    <dgm:cxn modelId="{331547E1-4383-40C5-BA3F-C25E583250B8}" type="presOf" srcId="{18F68F87-076B-4CEC-AC52-485DD9635DDB}" destId="{2B536F3D-6EDE-4060-8284-F0CF189AF425}" srcOrd="0" destOrd="0" presId="urn:microsoft.com/office/officeart/2008/layout/HorizontalMultiLevelHierarchy"/>
    <dgm:cxn modelId="{A7034EE2-C2B9-41D2-BFD5-001DA04883B5}" srcId="{5D9F6994-7BBD-4AF6-8A8B-37D8B32E68C5}" destId="{EF765FDE-F030-4E5D-AD85-BD3E2F11F0E2}" srcOrd="1" destOrd="0" parTransId="{C92C8B0A-CDB7-4888-8119-EA4EB6299162}" sibTransId="{7C444589-8E6B-46BC-9130-60B206FBDC6E}"/>
    <dgm:cxn modelId="{5C61F3E4-731A-4493-B8A2-DFEAE6117579}" srcId="{4B22C1BE-77CA-4601-B350-FB03C635230D}" destId="{09EC2910-5E52-4C87-B87F-BA781AFAC07F}" srcOrd="0" destOrd="0" parTransId="{1B16A485-3ADB-480B-BBEA-204E500F9E17}" sibTransId="{BE9AB15F-0BE9-40A4-9500-8443246A4C91}"/>
    <dgm:cxn modelId="{5927DFEA-F98F-4A23-87BE-74F195F6A377}" srcId="{DF2000DE-4E0E-48B9-8DA8-AFF366096B79}" destId="{18F68F87-076B-4CEC-AC52-485DD9635DDB}" srcOrd="0" destOrd="0" parTransId="{150DEB9D-3840-4CC1-B44C-9FC6ECB4CDF2}" sibTransId="{500393AD-75A1-415F-8839-4D2BC5C2D435}"/>
    <dgm:cxn modelId="{6748AEEB-6126-4D7A-910B-97822BA9E0B9}" type="presOf" srcId="{EF5EDC9E-30C2-4039-9F3C-D6E1C9D7D7C6}" destId="{79696BB3-AE12-45F1-9FD5-03631BE6BD08}" srcOrd="1" destOrd="0" presId="urn:microsoft.com/office/officeart/2008/layout/HorizontalMultiLevelHierarchy"/>
    <dgm:cxn modelId="{B3A5B2EE-4272-46AD-A219-052DE844C7D5}" type="presOf" srcId="{68135281-4181-4BEE-8EA6-64A16A97AE00}" destId="{E00305F7-3C18-45A2-8A9C-DD07A1085F7D}" srcOrd="1" destOrd="0" presId="urn:microsoft.com/office/officeart/2008/layout/HorizontalMultiLevelHierarchy"/>
    <dgm:cxn modelId="{9E6122F6-4C32-4396-98B8-7E09AC718986}" type="presOf" srcId="{150DEB9D-3840-4CC1-B44C-9FC6ECB4CDF2}" destId="{4B4E71E3-9ED7-4D69-AB43-73E2CDDEB9CD}" srcOrd="0" destOrd="0" presId="urn:microsoft.com/office/officeart/2008/layout/HorizontalMultiLevelHierarchy"/>
    <dgm:cxn modelId="{44BC602B-7212-40AE-AFB1-5ADA64194B3C}" type="presParOf" srcId="{B0AE2196-B8B6-42BA-BC5E-8C1040430EF8}" destId="{C7182175-38BB-4ECD-8840-C504549BA935}" srcOrd="0" destOrd="0" presId="urn:microsoft.com/office/officeart/2008/layout/HorizontalMultiLevelHierarchy"/>
    <dgm:cxn modelId="{C8CAEE65-53EF-4B39-BC7F-0B8C0ACAC186}" type="presParOf" srcId="{C7182175-38BB-4ECD-8840-C504549BA935}" destId="{75C26DFC-FC67-4C06-989E-16C6E00D3B32}" srcOrd="0" destOrd="0" presId="urn:microsoft.com/office/officeart/2008/layout/HorizontalMultiLevelHierarchy"/>
    <dgm:cxn modelId="{D145A2C6-940E-460D-ADD5-B0F2ABDE7361}" type="presParOf" srcId="{C7182175-38BB-4ECD-8840-C504549BA935}" destId="{ABC31DAC-5027-4ACC-9BF4-EB4433A0E0AF}" srcOrd="1" destOrd="0" presId="urn:microsoft.com/office/officeart/2008/layout/HorizontalMultiLevelHierarchy"/>
    <dgm:cxn modelId="{5E97DCDB-19A6-4406-8975-303DF0435FF7}" type="presParOf" srcId="{ABC31DAC-5027-4ACC-9BF4-EB4433A0E0AF}" destId="{3046B561-C770-42DF-BB2A-5B6CC78A35B2}" srcOrd="0" destOrd="0" presId="urn:microsoft.com/office/officeart/2008/layout/HorizontalMultiLevelHierarchy"/>
    <dgm:cxn modelId="{24E620D8-BF65-420D-800B-19F9CCE341DE}" type="presParOf" srcId="{3046B561-C770-42DF-BB2A-5B6CC78A35B2}" destId="{BBEDB00D-93FE-43C1-80E2-8982B8863DF0}" srcOrd="0" destOrd="0" presId="urn:microsoft.com/office/officeart/2008/layout/HorizontalMultiLevelHierarchy"/>
    <dgm:cxn modelId="{2CFA300E-11A4-4597-9D12-86544200C253}" type="presParOf" srcId="{ABC31DAC-5027-4ACC-9BF4-EB4433A0E0AF}" destId="{50826B8B-F7D2-49E0-B24B-D2A1F7F0CF26}" srcOrd="1" destOrd="0" presId="urn:microsoft.com/office/officeart/2008/layout/HorizontalMultiLevelHierarchy"/>
    <dgm:cxn modelId="{3CA4F2E5-3894-4627-961A-3B2977EE5F51}" type="presParOf" srcId="{50826B8B-F7D2-49E0-B24B-D2A1F7F0CF26}" destId="{7C037BA4-D1A4-4F3C-83D3-DDE8ECB244F5}" srcOrd="0" destOrd="0" presId="urn:microsoft.com/office/officeart/2008/layout/HorizontalMultiLevelHierarchy"/>
    <dgm:cxn modelId="{B669CCF9-B876-4806-914C-3C3DEB4C0CD7}" type="presParOf" srcId="{50826B8B-F7D2-49E0-B24B-D2A1F7F0CF26}" destId="{401DA21A-0CB5-4450-8AD0-7A2EE041FF1E}" srcOrd="1" destOrd="0" presId="urn:microsoft.com/office/officeart/2008/layout/HorizontalMultiLevelHierarchy"/>
    <dgm:cxn modelId="{6607DFAA-A1D5-41F4-B2BB-6672F9FDA26C}" type="presParOf" srcId="{401DA21A-0CB5-4450-8AD0-7A2EE041FF1E}" destId="{837298DF-6267-4807-984D-013743A53B7C}" srcOrd="0" destOrd="0" presId="urn:microsoft.com/office/officeart/2008/layout/HorizontalMultiLevelHierarchy"/>
    <dgm:cxn modelId="{086BF907-2AD6-4054-BB4C-966D463F3B4E}" type="presParOf" srcId="{837298DF-6267-4807-984D-013743A53B7C}" destId="{E5851A8B-A00F-4546-AC19-824DCA558318}" srcOrd="0" destOrd="0" presId="urn:microsoft.com/office/officeart/2008/layout/HorizontalMultiLevelHierarchy"/>
    <dgm:cxn modelId="{508428D1-5D1F-4B6B-83B0-51FF71B349FE}" type="presParOf" srcId="{401DA21A-0CB5-4450-8AD0-7A2EE041FF1E}" destId="{66E4A95E-9F1E-45B4-818C-DF16DDAE7389}" srcOrd="1" destOrd="0" presId="urn:microsoft.com/office/officeart/2008/layout/HorizontalMultiLevelHierarchy"/>
    <dgm:cxn modelId="{7687F3E7-681B-4DF0-895D-DCCC8A27DBB6}" type="presParOf" srcId="{66E4A95E-9F1E-45B4-818C-DF16DDAE7389}" destId="{696DA65D-F253-4299-978A-93036289CB94}" srcOrd="0" destOrd="0" presId="urn:microsoft.com/office/officeart/2008/layout/HorizontalMultiLevelHierarchy"/>
    <dgm:cxn modelId="{E117C70F-7FCD-4166-9EC3-8E06F2ED53AC}" type="presParOf" srcId="{66E4A95E-9F1E-45B4-818C-DF16DDAE7389}" destId="{C7BA6CB6-6020-4E5B-BB0C-294E6E115DDB}" srcOrd="1" destOrd="0" presId="urn:microsoft.com/office/officeart/2008/layout/HorizontalMultiLevelHierarchy"/>
    <dgm:cxn modelId="{EE13FE8B-DF5C-421E-BE0B-267D30FC395E}" type="presParOf" srcId="{401DA21A-0CB5-4450-8AD0-7A2EE041FF1E}" destId="{86762600-C941-4385-97DD-1E923F823FA2}" srcOrd="2" destOrd="0" presId="urn:microsoft.com/office/officeart/2008/layout/HorizontalMultiLevelHierarchy"/>
    <dgm:cxn modelId="{4E5BC6AF-4189-4562-AC5D-C2262CBA2BFA}" type="presParOf" srcId="{86762600-C941-4385-97DD-1E923F823FA2}" destId="{E00305F7-3C18-45A2-8A9C-DD07A1085F7D}" srcOrd="0" destOrd="0" presId="urn:microsoft.com/office/officeart/2008/layout/HorizontalMultiLevelHierarchy"/>
    <dgm:cxn modelId="{5E95600A-81B0-47CE-BC4D-3F73D0791703}" type="presParOf" srcId="{401DA21A-0CB5-4450-8AD0-7A2EE041FF1E}" destId="{1EADA98B-962D-4AE2-A880-E4B43F6E1CBB}" srcOrd="3" destOrd="0" presId="urn:microsoft.com/office/officeart/2008/layout/HorizontalMultiLevelHierarchy"/>
    <dgm:cxn modelId="{981B9134-B7CA-4EF3-8F4F-D61148BA1469}" type="presParOf" srcId="{1EADA98B-962D-4AE2-A880-E4B43F6E1CBB}" destId="{C071415F-7A4D-46BA-B511-5583B71A343D}" srcOrd="0" destOrd="0" presId="urn:microsoft.com/office/officeart/2008/layout/HorizontalMultiLevelHierarchy"/>
    <dgm:cxn modelId="{6BA5B010-6B14-450A-958A-22B336AA61B1}" type="presParOf" srcId="{1EADA98B-962D-4AE2-A880-E4B43F6E1CBB}" destId="{07B4DD19-333C-4D22-886C-CA1747FBF952}" srcOrd="1" destOrd="0" presId="urn:microsoft.com/office/officeart/2008/layout/HorizontalMultiLevelHierarchy"/>
    <dgm:cxn modelId="{9CA8E3EF-1AD1-416B-8B8E-06C1990C7D48}" type="presParOf" srcId="{401DA21A-0CB5-4450-8AD0-7A2EE041FF1E}" destId="{8CE3128A-9163-4290-B494-C752D03DB86E}" srcOrd="4" destOrd="0" presId="urn:microsoft.com/office/officeart/2008/layout/HorizontalMultiLevelHierarchy"/>
    <dgm:cxn modelId="{88CDD64F-7BAC-4DF1-ADEE-871A5E156BCA}" type="presParOf" srcId="{8CE3128A-9163-4290-B494-C752D03DB86E}" destId="{F9E6A826-B620-4759-8F87-B2392FB68DE8}" srcOrd="0" destOrd="0" presId="urn:microsoft.com/office/officeart/2008/layout/HorizontalMultiLevelHierarchy"/>
    <dgm:cxn modelId="{B7A12831-1EB2-485F-A768-E67AE63627AB}" type="presParOf" srcId="{401DA21A-0CB5-4450-8AD0-7A2EE041FF1E}" destId="{3971CD59-2277-4B90-8745-16A2F258A697}" srcOrd="5" destOrd="0" presId="urn:microsoft.com/office/officeart/2008/layout/HorizontalMultiLevelHierarchy"/>
    <dgm:cxn modelId="{BBAAE8F6-9668-4823-9018-7AFC00D15D3C}" type="presParOf" srcId="{3971CD59-2277-4B90-8745-16A2F258A697}" destId="{B91A889B-354A-48AE-B926-A262722A5F1F}" srcOrd="0" destOrd="0" presId="urn:microsoft.com/office/officeart/2008/layout/HorizontalMultiLevelHierarchy"/>
    <dgm:cxn modelId="{318C9CCA-2870-4695-8F35-62CEB5D66A16}" type="presParOf" srcId="{3971CD59-2277-4B90-8745-16A2F258A697}" destId="{1D61243C-A635-4621-9132-B02CDBCB9B09}" srcOrd="1" destOrd="0" presId="urn:microsoft.com/office/officeart/2008/layout/HorizontalMultiLevelHierarchy"/>
    <dgm:cxn modelId="{598CBB9A-8E7D-48F0-BCBB-AF50C33FDEDC}" type="presParOf" srcId="{ABC31DAC-5027-4ACC-9BF4-EB4433A0E0AF}" destId="{BDA777ED-2EE2-4841-9FAB-D14B93E5ED5E}" srcOrd="2" destOrd="0" presId="urn:microsoft.com/office/officeart/2008/layout/HorizontalMultiLevelHierarchy"/>
    <dgm:cxn modelId="{E725FC1B-3FBE-4627-8D78-F8492D09F996}" type="presParOf" srcId="{BDA777ED-2EE2-4841-9FAB-D14B93E5ED5E}" destId="{79696BB3-AE12-45F1-9FD5-03631BE6BD08}" srcOrd="0" destOrd="0" presId="urn:microsoft.com/office/officeart/2008/layout/HorizontalMultiLevelHierarchy"/>
    <dgm:cxn modelId="{4C3B2A05-55E6-4A5C-8688-9228BFE7010A}" type="presParOf" srcId="{ABC31DAC-5027-4ACC-9BF4-EB4433A0E0AF}" destId="{B3BCB89B-6B61-411F-B0CF-605C865CA01D}" srcOrd="3" destOrd="0" presId="urn:microsoft.com/office/officeart/2008/layout/HorizontalMultiLevelHierarchy"/>
    <dgm:cxn modelId="{6ECD61D7-3F05-4E91-B4EF-B38836D24C43}" type="presParOf" srcId="{B3BCB89B-6B61-411F-B0CF-605C865CA01D}" destId="{E3C7FB3A-06D6-4108-9D1A-31AAEF3D0E8E}" srcOrd="0" destOrd="0" presId="urn:microsoft.com/office/officeart/2008/layout/HorizontalMultiLevelHierarchy"/>
    <dgm:cxn modelId="{8A069F6B-85F4-4C51-B72D-3BA5D2D3987C}" type="presParOf" srcId="{B3BCB89B-6B61-411F-B0CF-605C865CA01D}" destId="{EB3BCFAF-A191-417C-820D-689D649BA569}" srcOrd="1" destOrd="0" presId="urn:microsoft.com/office/officeart/2008/layout/HorizontalMultiLevelHierarchy"/>
    <dgm:cxn modelId="{A5D39F91-24FE-49C1-B0FE-E45725503B26}" type="presParOf" srcId="{EB3BCFAF-A191-417C-820D-689D649BA569}" destId="{A0F9D02C-C981-4641-B18B-E933A7CA3C68}" srcOrd="0" destOrd="0" presId="urn:microsoft.com/office/officeart/2008/layout/HorizontalMultiLevelHierarchy"/>
    <dgm:cxn modelId="{25ECAB99-9574-4522-B62C-22854A3242BF}" type="presParOf" srcId="{A0F9D02C-C981-4641-B18B-E933A7CA3C68}" destId="{0B31628F-C08F-49C7-A766-93C54CC4C2AF}" srcOrd="0" destOrd="0" presId="urn:microsoft.com/office/officeart/2008/layout/HorizontalMultiLevelHierarchy"/>
    <dgm:cxn modelId="{E3C54B51-954B-43F8-8D49-08DD371BCDCE}" type="presParOf" srcId="{EB3BCFAF-A191-417C-820D-689D649BA569}" destId="{77E8D094-012A-4564-843D-CE349A220AD8}" srcOrd="1" destOrd="0" presId="urn:microsoft.com/office/officeart/2008/layout/HorizontalMultiLevelHierarchy"/>
    <dgm:cxn modelId="{4163B959-23B5-424A-A27A-2080189AA5C5}" type="presParOf" srcId="{77E8D094-012A-4564-843D-CE349A220AD8}" destId="{18AD244E-4224-43B7-B342-BE6A23DBC666}" srcOrd="0" destOrd="0" presId="urn:microsoft.com/office/officeart/2008/layout/HorizontalMultiLevelHierarchy"/>
    <dgm:cxn modelId="{77C465C6-C336-4463-8605-56EC13858159}" type="presParOf" srcId="{77E8D094-012A-4564-843D-CE349A220AD8}" destId="{CCBAC7C4-C24C-410B-8694-4F25A4F625A2}" srcOrd="1" destOrd="0" presId="urn:microsoft.com/office/officeart/2008/layout/HorizontalMultiLevelHierarchy"/>
    <dgm:cxn modelId="{12F48A66-F9DA-4B23-85F6-BF7EF896E376}" type="presParOf" srcId="{EB3BCFAF-A191-417C-820D-689D649BA569}" destId="{913D8877-5855-4770-90F9-FB1717F45990}" srcOrd="2" destOrd="0" presId="urn:microsoft.com/office/officeart/2008/layout/HorizontalMultiLevelHierarchy"/>
    <dgm:cxn modelId="{072E8D3C-0122-45B5-841C-2EBD747B67A9}" type="presParOf" srcId="{913D8877-5855-4770-90F9-FB1717F45990}" destId="{A6B68E25-6F01-4C55-89BC-4D16AD1F51E7}" srcOrd="0" destOrd="0" presId="urn:microsoft.com/office/officeart/2008/layout/HorizontalMultiLevelHierarchy"/>
    <dgm:cxn modelId="{09B1D226-9033-4EC5-BA0B-6F56736FECF4}" type="presParOf" srcId="{EB3BCFAF-A191-417C-820D-689D649BA569}" destId="{7C01E741-9025-45A2-85E1-165FA20BE2DA}" srcOrd="3" destOrd="0" presId="urn:microsoft.com/office/officeart/2008/layout/HorizontalMultiLevelHierarchy"/>
    <dgm:cxn modelId="{4DE07D75-DC2E-41A1-8456-0B46F6BF4469}" type="presParOf" srcId="{7C01E741-9025-45A2-85E1-165FA20BE2DA}" destId="{40809974-34E4-4D40-8BDB-728D06D9C200}" srcOrd="0" destOrd="0" presId="urn:microsoft.com/office/officeart/2008/layout/HorizontalMultiLevelHierarchy"/>
    <dgm:cxn modelId="{93A02066-F130-4CA2-B527-946A67FE53D1}" type="presParOf" srcId="{7C01E741-9025-45A2-85E1-165FA20BE2DA}" destId="{7D94CCA8-5286-4C7D-8EE5-708FDFFB16B5}" srcOrd="1" destOrd="0" presId="urn:microsoft.com/office/officeart/2008/layout/HorizontalMultiLevelHierarchy"/>
    <dgm:cxn modelId="{EB6891DF-9B06-443C-86AE-D711548C2246}" type="presParOf" srcId="{ABC31DAC-5027-4ACC-9BF4-EB4433A0E0AF}" destId="{C20DEB29-EFB7-4497-B3AD-B850F5DD7CDF}" srcOrd="4" destOrd="0" presId="urn:microsoft.com/office/officeart/2008/layout/HorizontalMultiLevelHierarchy"/>
    <dgm:cxn modelId="{01A9ECB9-F6FC-4EF6-A195-6F7A3036B7AC}" type="presParOf" srcId="{C20DEB29-EFB7-4497-B3AD-B850F5DD7CDF}" destId="{6A39DA11-A796-402D-A620-83730460E66C}" srcOrd="0" destOrd="0" presId="urn:microsoft.com/office/officeart/2008/layout/HorizontalMultiLevelHierarchy"/>
    <dgm:cxn modelId="{DA6D7C4D-1BAD-4244-A01B-F600ECE49B02}" type="presParOf" srcId="{ABC31DAC-5027-4ACC-9BF4-EB4433A0E0AF}" destId="{E42CC891-9618-4F0A-8EC1-2909F206E642}" srcOrd="5" destOrd="0" presId="urn:microsoft.com/office/officeart/2008/layout/HorizontalMultiLevelHierarchy"/>
    <dgm:cxn modelId="{39D764BD-0477-4449-BAF4-DEB71CD89AE6}" type="presParOf" srcId="{E42CC891-9618-4F0A-8EC1-2909F206E642}" destId="{09F975F6-EAA0-4C4A-B5AD-52121D5416EC}" srcOrd="0" destOrd="0" presId="urn:microsoft.com/office/officeart/2008/layout/HorizontalMultiLevelHierarchy"/>
    <dgm:cxn modelId="{369B3BA3-701E-47B4-B8BE-E891D21E285C}" type="presParOf" srcId="{E42CC891-9618-4F0A-8EC1-2909F206E642}" destId="{7F8C2AFF-4FE7-4B46-8F4A-EE7DE649747E}" srcOrd="1" destOrd="0" presId="urn:microsoft.com/office/officeart/2008/layout/HorizontalMultiLevelHierarchy"/>
    <dgm:cxn modelId="{5670D4DC-D06B-45BA-B0EB-8C07C3B65550}" type="presParOf" srcId="{7F8C2AFF-4FE7-4B46-8F4A-EE7DE649747E}" destId="{4B4E71E3-9ED7-4D69-AB43-73E2CDDEB9CD}" srcOrd="0" destOrd="0" presId="urn:microsoft.com/office/officeart/2008/layout/HorizontalMultiLevelHierarchy"/>
    <dgm:cxn modelId="{EBBFD9EA-9FC4-438E-A543-909ECAC154B2}" type="presParOf" srcId="{4B4E71E3-9ED7-4D69-AB43-73E2CDDEB9CD}" destId="{A620277B-8F6F-4D78-85CF-BB801D6C43CE}" srcOrd="0" destOrd="0" presId="urn:microsoft.com/office/officeart/2008/layout/HorizontalMultiLevelHierarchy"/>
    <dgm:cxn modelId="{57E0A5AB-B930-44C5-B27E-AE837615B8C3}" type="presParOf" srcId="{7F8C2AFF-4FE7-4B46-8F4A-EE7DE649747E}" destId="{0BD9A677-0AE2-4FF4-B650-5C61D0D18F38}" srcOrd="1" destOrd="0" presId="urn:microsoft.com/office/officeart/2008/layout/HorizontalMultiLevelHierarchy"/>
    <dgm:cxn modelId="{3BDD605C-2065-4E40-AAF1-1A3C585CF28B}" type="presParOf" srcId="{0BD9A677-0AE2-4FF4-B650-5C61D0D18F38}" destId="{2B536F3D-6EDE-4060-8284-F0CF189AF425}" srcOrd="0" destOrd="0" presId="urn:microsoft.com/office/officeart/2008/layout/HorizontalMultiLevelHierarchy"/>
    <dgm:cxn modelId="{0C984586-819B-4EE7-858F-348058A00BAB}" type="presParOf" srcId="{0BD9A677-0AE2-4FF4-B650-5C61D0D18F38}" destId="{63B69FCA-5DDB-4F43-B58E-9D44F6769ADF}" srcOrd="1" destOrd="0" presId="urn:microsoft.com/office/officeart/2008/layout/HorizontalMultiLevelHierarchy"/>
    <dgm:cxn modelId="{D9ABFB5B-1C20-4E85-ADE7-A5EC57DD1E1F}" type="presParOf" srcId="{7F8C2AFF-4FE7-4B46-8F4A-EE7DE649747E}" destId="{7948F63A-1D90-4271-8EAA-FB64F0A33E58}" srcOrd="2" destOrd="0" presId="urn:microsoft.com/office/officeart/2008/layout/HorizontalMultiLevelHierarchy"/>
    <dgm:cxn modelId="{7FE154DD-0E04-4C11-A7AF-9ABBAF0A6657}" type="presParOf" srcId="{7948F63A-1D90-4271-8EAA-FB64F0A33E58}" destId="{F908FD8B-D55E-40E5-B156-ED1EBE29116A}" srcOrd="0" destOrd="0" presId="urn:microsoft.com/office/officeart/2008/layout/HorizontalMultiLevelHierarchy"/>
    <dgm:cxn modelId="{A7754E40-BF07-4823-ABFB-9D91CECDEDC7}" type="presParOf" srcId="{7F8C2AFF-4FE7-4B46-8F4A-EE7DE649747E}" destId="{59D55725-4FE4-45AF-B068-1348C5612D4C}" srcOrd="3" destOrd="0" presId="urn:microsoft.com/office/officeart/2008/layout/HorizontalMultiLevelHierarchy"/>
    <dgm:cxn modelId="{5A6CF650-ACE9-440A-B27B-0576079517F3}" type="presParOf" srcId="{59D55725-4FE4-45AF-B068-1348C5612D4C}" destId="{500AB88C-D9A3-4118-9AA8-3C12D1664A88}" srcOrd="0" destOrd="0" presId="urn:microsoft.com/office/officeart/2008/layout/HorizontalMultiLevelHierarchy"/>
    <dgm:cxn modelId="{74744BD2-9761-4485-9155-71BBE3E691F7}" type="presParOf" srcId="{59D55725-4FE4-45AF-B068-1348C5612D4C}" destId="{4E648045-933D-4A08-A6E7-7274CD512A75}" srcOrd="1" destOrd="0" presId="urn:microsoft.com/office/officeart/2008/layout/HorizontalMultiLevelHierarchy"/>
  </dgm:cxnLst>
  <dgm:bg/>
  <dgm:whole>
    <a:ln w="6350">
      <a:solidFill>
        <a:schemeClr val="bg1">
          <a:lumMod val="75000"/>
        </a:schemeClr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080669B-A2BA-4A45-8D3D-A66A409FB954}" type="doc">
      <dgm:prSet loTypeId="urn:microsoft.com/office/officeart/2005/8/layout/radial5" loCatId="cycle" qsTypeId="urn:microsoft.com/office/officeart/2005/8/quickstyle/3d3" qsCatId="3D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7B2DAD0C-EF98-4AFA-B719-47B5CCAA2812}">
      <dgm:prSet phldrT="[文本]"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可视化分析</a:t>
          </a:r>
        </a:p>
      </dgm:t>
    </dgm:pt>
    <dgm:pt modelId="{E1547958-5767-4458-B1F6-07310ED8B7D7}" type="parTrans" cxnId="{5F86A57C-25A8-4DB0-9720-5ADC09D829CA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31B3082-6896-471A-BFE2-FF3ABAF57F7C}" type="sibTrans" cxnId="{5F86A57C-25A8-4DB0-9720-5ADC09D829CA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26AEF09-20AA-4ADB-8990-BFAD7B28E99F}">
      <dgm:prSet phldrT="[文本]"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比较数值大小和差异</a:t>
          </a:r>
        </a:p>
      </dgm:t>
    </dgm:pt>
    <dgm:pt modelId="{CEF6C2C1-32A8-4A86-845B-DB8F29ECD19F}" type="parTrans" cxnId="{BAFD866E-9F56-4FAE-B219-BBD526FDB4D8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76F77E73-E2E6-49BE-A43E-47F528398EC0}" type="sibTrans" cxnId="{BAFD866E-9F56-4FAE-B219-BBD526FDB4D8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F8C4A33-F301-41BF-AEBB-35CD0AE56E78}">
      <dgm:prSet phldrT="[文本]"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展示数据结构和流向</a:t>
          </a:r>
        </a:p>
      </dgm:t>
    </dgm:pt>
    <dgm:pt modelId="{A57B78EC-57B2-4470-BF2F-5374C3B196E7}" type="parTrans" cxnId="{9EBFCC42-DE55-4496-B3E9-09D5FB3675B8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2B92D67-599A-47BE-AFCA-39135C47CEC7}" type="sibTrans" cxnId="{9EBFCC42-DE55-4496-B3E9-09D5FB3675B8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C84CF59-3FC4-4110-B3CA-ABA8E959236D}">
      <dgm:prSet phldrT="[文本]"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展示数据分布</a:t>
          </a:r>
        </a:p>
      </dgm:t>
    </dgm:pt>
    <dgm:pt modelId="{FA62EBCB-3304-4943-98C0-5BB2B039A855}" type="parTrans" cxnId="{763BBDA7-16F1-4BCA-85B7-633C59954C1B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50E393E-5762-4320-BEC8-DE36C7E7DB85}" type="sibTrans" cxnId="{763BBDA7-16F1-4BCA-85B7-633C59954C1B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FC825B2-9E1C-45CE-A407-163DC19CF9A3}">
      <dgm:prSet phldrT="[文本]"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展示变量间关系</a:t>
          </a:r>
        </a:p>
      </dgm:t>
    </dgm:pt>
    <dgm:pt modelId="{FEA057D3-7512-41FF-A000-389B75F3BB99}" type="parTrans" cxnId="{93862369-67B0-4590-9D72-BA1EE47945D3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1211AA44-45E1-4DF9-A591-E0D23F6CF37F}" type="sibTrans" cxnId="{93862369-67B0-4590-9D72-BA1EE47945D3}">
      <dgm:prSet/>
      <dgm:spPr/>
      <dgm:t>
        <a:bodyPr/>
        <a:lstStyle/>
        <a:p>
          <a:endParaRPr lang="zh-CN" altLang="en-US" b="1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B1BC82E-F858-4587-8C4E-B9E5F3104C7E}">
      <dgm:prSet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比较样本相似性</a:t>
          </a:r>
        </a:p>
      </dgm:t>
    </dgm:pt>
    <dgm:pt modelId="{E4713154-87FD-488D-A2E6-FB92F8B95EB3}" type="parTrans" cxnId="{F10EFDC8-5732-40AC-86A3-B613A0AA7FB1}">
      <dgm:prSet/>
      <dgm:spPr/>
      <dgm:t>
        <a:bodyPr/>
        <a:lstStyle/>
        <a:p>
          <a:endParaRPr lang="zh-CN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E3A124B-E461-4E78-B97B-8F13E89F9216}" type="sibTrans" cxnId="{F10EFDC8-5732-40AC-86A3-B613A0AA7FB1}">
      <dgm:prSet/>
      <dgm:spPr/>
      <dgm:t>
        <a:bodyPr/>
        <a:lstStyle/>
        <a:p>
          <a:endParaRPr lang="zh-CN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2E21E56-123C-4F23-B8C0-9AB8E7ED5C24}">
      <dgm:prSet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展示时间序列</a:t>
          </a:r>
        </a:p>
      </dgm:t>
    </dgm:pt>
    <dgm:pt modelId="{9F939025-4188-4C28-82CC-52C7BD625732}" type="parTrans" cxnId="{0711B02F-6E5A-40D0-A478-AC8E743CA385}">
      <dgm:prSet/>
      <dgm:spPr/>
      <dgm:t>
        <a:bodyPr/>
        <a:lstStyle/>
        <a:p>
          <a:endParaRPr lang="zh-CN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B424A26-DE6B-4B5F-9EC3-AA4DC9A6D15A}" type="sibTrans" cxnId="{0711B02F-6E5A-40D0-A478-AC8E743CA385}">
      <dgm:prSet/>
      <dgm:spPr/>
      <dgm:t>
        <a:bodyPr/>
        <a:lstStyle/>
        <a:p>
          <a:endParaRPr lang="zh-CN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40364F2-5C5C-4C4B-86DD-4EF91C496C01}">
      <dgm:prSet/>
      <dgm:spPr/>
      <dgm:t>
        <a:bodyPr/>
        <a:lstStyle/>
        <a:p>
          <a:r>
            <a: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组合式和交互式图形</a:t>
          </a:r>
        </a:p>
      </dgm:t>
    </dgm:pt>
    <dgm:pt modelId="{D7DA9166-4918-4156-BE9A-45DD32C79B3A}" type="parTrans" cxnId="{696DD24E-0B7F-4B92-A8A5-161C99C8B9FB}">
      <dgm:prSet/>
      <dgm:spPr/>
      <dgm:t>
        <a:bodyPr/>
        <a:lstStyle/>
        <a:p>
          <a:endParaRPr lang="zh-CN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4D25CE7-A850-4B0F-9951-78967D79AD35}" type="sibTrans" cxnId="{696DD24E-0B7F-4B92-A8A5-161C99C8B9FB}">
      <dgm:prSet/>
      <dgm:spPr/>
      <dgm:t>
        <a:bodyPr/>
        <a:lstStyle/>
        <a:p>
          <a:endParaRPr lang="zh-CN" altLang="en-US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9954F20-EB53-49FE-B1A5-00BBA4C1277D}" type="pres">
      <dgm:prSet presAssocID="{B080669B-A2BA-4A45-8D3D-A66A409FB954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F9D8C1C-1F4A-408D-8107-6E708223966A}" type="pres">
      <dgm:prSet presAssocID="{7B2DAD0C-EF98-4AFA-B719-47B5CCAA2812}" presName="centerShape" presStyleLbl="node0" presStyleIdx="0" presStyleCnt="1"/>
      <dgm:spPr/>
    </dgm:pt>
    <dgm:pt modelId="{3E4DB5EE-DD87-45AC-B3BD-6CA5316AF2E1}" type="pres">
      <dgm:prSet presAssocID="{CEF6C2C1-32A8-4A86-845B-DB8F29ECD19F}" presName="parTrans" presStyleLbl="sibTrans2D1" presStyleIdx="0" presStyleCnt="7"/>
      <dgm:spPr/>
    </dgm:pt>
    <dgm:pt modelId="{B1A5D9EB-4635-41DB-A1FA-91DFBEDA4176}" type="pres">
      <dgm:prSet presAssocID="{CEF6C2C1-32A8-4A86-845B-DB8F29ECD19F}" presName="connectorText" presStyleLbl="sibTrans2D1" presStyleIdx="0" presStyleCnt="7"/>
      <dgm:spPr/>
    </dgm:pt>
    <dgm:pt modelId="{0A407999-412B-4EA6-B688-0C5897DFFF51}" type="pres">
      <dgm:prSet presAssocID="{826AEF09-20AA-4ADB-8990-BFAD7B28E99F}" presName="node" presStyleLbl="node1" presStyleIdx="0" presStyleCnt="7">
        <dgm:presLayoutVars>
          <dgm:bulletEnabled val="1"/>
        </dgm:presLayoutVars>
      </dgm:prSet>
      <dgm:spPr/>
    </dgm:pt>
    <dgm:pt modelId="{AA4BDF55-B59D-45A3-BA27-24168E10ECCB}" type="pres">
      <dgm:prSet presAssocID="{A57B78EC-57B2-4470-BF2F-5374C3B196E7}" presName="parTrans" presStyleLbl="sibTrans2D1" presStyleIdx="1" presStyleCnt="7"/>
      <dgm:spPr/>
    </dgm:pt>
    <dgm:pt modelId="{9CC2224E-BB31-442C-8F63-1477D7F50451}" type="pres">
      <dgm:prSet presAssocID="{A57B78EC-57B2-4470-BF2F-5374C3B196E7}" presName="connectorText" presStyleLbl="sibTrans2D1" presStyleIdx="1" presStyleCnt="7"/>
      <dgm:spPr/>
    </dgm:pt>
    <dgm:pt modelId="{A199727F-A94C-42E3-BC62-2CD4890A2E10}" type="pres">
      <dgm:prSet presAssocID="{FF8C4A33-F301-41BF-AEBB-35CD0AE56E78}" presName="node" presStyleLbl="node1" presStyleIdx="1" presStyleCnt="7">
        <dgm:presLayoutVars>
          <dgm:bulletEnabled val="1"/>
        </dgm:presLayoutVars>
      </dgm:prSet>
      <dgm:spPr/>
    </dgm:pt>
    <dgm:pt modelId="{65234DD9-2B72-4973-9769-458540D8B1EE}" type="pres">
      <dgm:prSet presAssocID="{FA62EBCB-3304-4943-98C0-5BB2B039A855}" presName="parTrans" presStyleLbl="sibTrans2D1" presStyleIdx="2" presStyleCnt="7"/>
      <dgm:spPr/>
    </dgm:pt>
    <dgm:pt modelId="{F6182E47-ECCF-4441-96D9-054E1CC21BA3}" type="pres">
      <dgm:prSet presAssocID="{FA62EBCB-3304-4943-98C0-5BB2B039A855}" presName="connectorText" presStyleLbl="sibTrans2D1" presStyleIdx="2" presStyleCnt="7"/>
      <dgm:spPr/>
    </dgm:pt>
    <dgm:pt modelId="{626392FF-E6CC-44BD-A515-29B00EDEE5B6}" type="pres">
      <dgm:prSet presAssocID="{4C84CF59-3FC4-4110-B3CA-ABA8E959236D}" presName="node" presStyleLbl="node1" presStyleIdx="2" presStyleCnt="7">
        <dgm:presLayoutVars>
          <dgm:bulletEnabled val="1"/>
        </dgm:presLayoutVars>
      </dgm:prSet>
      <dgm:spPr/>
    </dgm:pt>
    <dgm:pt modelId="{05926CCB-0B98-4F92-AEA9-3F271BD14C3B}" type="pres">
      <dgm:prSet presAssocID="{FEA057D3-7512-41FF-A000-389B75F3BB99}" presName="parTrans" presStyleLbl="sibTrans2D1" presStyleIdx="3" presStyleCnt="7"/>
      <dgm:spPr/>
    </dgm:pt>
    <dgm:pt modelId="{5F04A9A9-2DA4-4427-9C1C-DD11A7D46E3F}" type="pres">
      <dgm:prSet presAssocID="{FEA057D3-7512-41FF-A000-389B75F3BB99}" presName="connectorText" presStyleLbl="sibTrans2D1" presStyleIdx="3" presStyleCnt="7"/>
      <dgm:spPr/>
    </dgm:pt>
    <dgm:pt modelId="{3DA5B17E-E9CD-4BF6-9252-AEF1962E7035}" type="pres">
      <dgm:prSet presAssocID="{DFC825B2-9E1C-45CE-A407-163DC19CF9A3}" presName="node" presStyleLbl="node1" presStyleIdx="3" presStyleCnt="7">
        <dgm:presLayoutVars>
          <dgm:bulletEnabled val="1"/>
        </dgm:presLayoutVars>
      </dgm:prSet>
      <dgm:spPr/>
    </dgm:pt>
    <dgm:pt modelId="{868C74AD-C106-45FD-8CFB-3EA14B6E45FD}" type="pres">
      <dgm:prSet presAssocID="{E4713154-87FD-488D-A2E6-FB92F8B95EB3}" presName="parTrans" presStyleLbl="sibTrans2D1" presStyleIdx="4" presStyleCnt="7"/>
      <dgm:spPr/>
    </dgm:pt>
    <dgm:pt modelId="{542A83BF-4D8C-42B4-B6CF-35D210FC9EA6}" type="pres">
      <dgm:prSet presAssocID="{E4713154-87FD-488D-A2E6-FB92F8B95EB3}" presName="connectorText" presStyleLbl="sibTrans2D1" presStyleIdx="4" presStyleCnt="7"/>
      <dgm:spPr/>
    </dgm:pt>
    <dgm:pt modelId="{E0F0B4E2-E43F-4D3D-81DE-F4D7A2FC52D1}" type="pres">
      <dgm:prSet presAssocID="{AB1BC82E-F858-4587-8C4E-B9E5F3104C7E}" presName="node" presStyleLbl="node1" presStyleIdx="4" presStyleCnt="7">
        <dgm:presLayoutVars>
          <dgm:bulletEnabled val="1"/>
        </dgm:presLayoutVars>
      </dgm:prSet>
      <dgm:spPr/>
    </dgm:pt>
    <dgm:pt modelId="{1FBD88E5-66DA-4196-ACB3-04A1E8CFF1CD}" type="pres">
      <dgm:prSet presAssocID="{9F939025-4188-4C28-82CC-52C7BD625732}" presName="parTrans" presStyleLbl="sibTrans2D1" presStyleIdx="5" presStyleCnt="7"/>
      <dgm:spPr/>
    </dgm:pt>
    <dgm:pt modelId="{3CB6023D-FD42-4566-892B-A87BB48E997A}" type="pres">
      <dgm:prSet presAssocID="{9F939025-4188-4C28-82CC-52C7BD625732}" presName="connectorText" presStyleLbl="sibTrans2D1" presStyleIdx="5" presStyleCnt="7"/>
      <dgm:spPr/>
    </dgm:pt>
    <dgm:pt modelId="{034B92F3-B329-4EAA-8B43-23EF5E11C7C2}" type="pres">
      <dgm:prSet presAssocID="{42E21E56-123C-4F23-B8C0-9AB8E7ED5C24}" presName="node" presStyleLbl="node1" presStyleIdx="5" presStyleCnt="7">
        <dgm:presLayoutVars>
          <dgm:bulletEnabled val="1"/>
        </dgm:presLayoutVars>
      </dgm:prSet>
      <dgm:spPr/>
    </dgm:pt>
    <dgm:pt modelId="{EB01E339-A995-4B1E-9053-CE2225003538}" type="pres">
      <dgm:prSet presAssocID="{D7DA9166-4918-4156-BE9A-45DD32C79B3A}" presName="parTrans" presStyleLbl="sibTrans2D1" presStyleIdx="6" presStyleCnt="7"/>
      <dgm:spPr/>
    </dgm:pt>
    <dgm:pt modelId="{5E08C491-C3C0-4240-A043-F4015576EF09}" type="pres">
      <dgm:prSet presAssocID="{D7DA9166-4918-4156-BE9A-45DD32C79B3A}" presName="connectorText" presStyleLbl="sibTrans2D1" presStyleIdx="6" presStyleCnt="7"/>
      <dgm:spPr/>
    </dgm:pt>
    <dgm:pt modelId="{5DBB13DA-C939-47FC-A960-366F7D7D70E7}" type="pres">
      <dgm:prSet presAssocID="{340364F2-5C5C-4C4B-86DD-4EF91C496C01}" presName="node" presStyleLbl="node1" presStyleIdx="6" presStyleCnt="7">
        <dgm:presLayoutVars>
          <dgm:bulletEnabled val="1"/>
        </dgm:presLayoutVars>
      </dgm:prSet>
      <dgm:spPr/>
    </dgm:pt>
  </dgm:ptLst>
  <dgm:cxnLst>
    <dgm:cxn modelId="{C5573213-5842-4C4C-8CF6-7930B313A193}" type="presOf" srcId="{AB1BC82E-F858-4587-8C4E-B9E5F3104C7E}" destId="{E0F0B4E2-E43F-4D3D-81DE-F4D7A2FC52D1}" srcOrd="0" destOrd="0" presId="urn:microsoft.com/office/officeart/2005/8/layout/radial5"/>
    <dgm:cxn modelId="{06C16A13-98F2-4004-B2D3-A42F615DDA33}" type="presOf" srcId="{FF8C4A33-F301-41BF-AEBB-35CD0AE56E78}" destId="{A199727F-A94C-42E3-BC62-2CD4890A2E10}" srcOrd="0" destOrd="0" presId="urn:microsoft.com/office/officeart/2005/8/layout/radial5"/>
    <dgm:cxn modelId="{1B140A29-D127-468A-B7B2-6AECE24DAD98}" type="presOf" srcId="{CEF6C2C1-32A8-4A86-845B-DB8F29ECD19F}" destId="{B1A5D9EB-4635-41DB-A1FA-91DFBEDA4176}" srcOrd="1" destOrd="0" presId="urn:microsoft.com/office/officeart/2005/8/layout/radial5"/>
    <dgm:cxn modelId="{4F4FBB2A-E308-4597-B94B-C5283CA3006F}" type="presOf" srcId="{FA62EBCB-3304-4943-98C0-5BB2B039A855}" destId="{F6182E47-ECCF-4441-96D9-054E1CC21BA3}" srcOrd="1" destOrd="0" presId="urn:microsoft.com/office/officeart/2005/8/layout/radial5"/>
    <dgm:cxn modelId="{0711B02F-6E5A-40D0-A478-AC8E743CA385}" srcId="{7B2DAD0C-EF98-4AFA-B719-47B5CCAA2812}" destId="{42E21E56-123C-4F23-B8C0-9AB8E7ED5C24}" srcOrd="5" destOrd="0" parTransId="{9F939025-4188-4C28-82CC-52C7BD625732}" sibTransId="{8B424A26-DE6B-4B5F-9EC3-AA4DC9A6D15A}"/>
    <dgm:cxn modelId="{9EBFCC42-DE55-4496-B3E9-09D5FB3675B8}" srcId="{7B2DAD0C-EF98-4AFA-B719-47B5CCAA2812}" destId="{FF8C4A33-F301-41BF-AEBB-35CD0AE56E78}" srcOrd="1" destOrd="0" parTransId="{A57B78EC-57B2-4470-BF2F-5374C3B196E7}" sibTransId="{52B92D67-599A-47BE-AFCA-39135C47CEC7}"/>
    <dgm:cxn modelId="{76714945-0293-4C61-A588-5B5F59DA8699}" type="presOf" srcId="{9F939025-4188-4C28-82CC-52C7BD625732}" destId="{1FBD88E5-66DA-4196-ACB3-04A1E8CFF1CD}" srcOrd="0" destOrd="0" presId="urn:microsoft.com/office/officeart/2005/8/layout/radial5"/>
    <dgm:cxn modelId="{ECBB3466-A20F-4302-AFE4-DB0EC448828D}" type="presOf" srcId="{D7DA9166-4918-4156-BE9A-45DD32C79B3A}" destId="{5E08C491-C3C0-4240-A043-F4015576EF09}" srcOrd="1" destOrd="0" presId="urn:microsoft.com/office/officeart/2005/8/layout/radial5"/>
    <dgm:cxn modelId="{93862369-67B0-4590-9D72-BA1EE47945D3}" srcId="{7B2DAD0C-EF98-4AFA-B719-47B5CCAA2812}" destId="{DFC825B2-9E1C-45CE-A407-163DC19CF9A3}" srcOrd="3" destOrd="0" parTransId="{FEA057D3-7512-41FF-A000-389B75F3BB99}" sibTransId="{1211AA44-45E1-4DF9-A591-E0D23F6CF37F}"/>
    <dgm:cxn modelId="{504C3E49-9C2F-463B-B835-744AD70BA8C6}" type="presOf" srcId="{7B2DAD0C-EF98-4AFA-B719-47B5CCAA2812}" destId="{AF9D8C1C-1F4A-408D-8107-6E708223966A}" srcOrd="0" destOrd="0" presId="urn:microsoft.com/office/officeart/2005/8/layout/radial5"/>
    <dgm:cxn modelId="{BAFD866E-9F56-4FAE-B219-BBD526FDB4D8}" srcId="{7B2DAD0C-EF98-4AFA-B719-47B5CCAA2812}" destId="{826AEF09-20AA-4ADB-8990-BFAD7B28E99F}" srcOrd="0" destOrd="0" parTransId="{CEF6C2C1-32A8-4A86-845B-DB8F29ECD19F}" sibTransId="{76F77E73-E2E6-49BE-A43E-47F528398EC0}"/>
    <dgm:cxn modelId="{696DD24E-0B7F-4B92-A8A5-161C99C8B9FB}" srcId="{7B2DAD0C-EF98-4AFA-B719-47B5CCAA2812}" destId="{340364F2-5C5C-4C4B-86DD-4EF91C496C01}" srcOrd="6" destOrd="0" parTransId="{D7DA9166-4918-4156-BE9A-45DD32C79B3A}" sibTransId="{04D25CE7-A850-4B0F-9951-78967D79AD35}"/>
    <dgm:cxn modelId="{D842064F-8162-4BC9-9D44-5F8184FC14DA}" type="presOf" srcId="{9F939025-4188-4C28-82CC-52C7BD625732}" destId="{3CB6023D-FD42-4566-892B-A87BB48E997A}" srcOrd="1" destOrd="0" presId="urn:microsoft.com/office/officeart/2005/8/layout/radial5"/>
    <dgm:cxn modelId="{F8737558-F916-4F72-8260-2B80FBB7138F}" type="presOf" srcId="{826AEF09-20AA-4ADB-8990-BFAD7B28E99F}" destId="{0A407999-412B-4EA6-B688-0C5897DFFF51}" srcOrd="0" destOrd="0" presId="urn:microsoft.com/office/officeart/2005/8/layout/radial5"/>
    <dgm:cxn modelId="{0A49EA59-4E57-4E8A-9B7C-807FCC17C965}" type="presOf" srcId="{A57B78EC-57B2-4470-BF2F-5374C3B196E7}" destId="{9CC2224E-BB31-442C-8F63-1477D7F50451}" srcOrd="1" destOrd="0" presId="urn:microsoft.com/office/officeart/2005/8/layout/radial5"/>
    <dgm:cxn modelId="{5F86A57C-25A8-4DB0-9720-5ADC09D829CA}" srcId="{B080669B-A2BA-4A45-8D3D-A66A409FB954}" destId="{7B2DAD0C-EF98-4AFA-B719-47B5CCAA2812}" srcOrd="0" destOrd="0" parTransId="{E1547958-5767-4458-B1F6-07310ED8B7D7}" sibTransId="{A31B3082-6896-471A-BFE2-FF3ABAF57F7C}"/>
    <dgm:cxn modelId="{5CD37E89-6A34-45B0-9833-80476457DAFB}" type="presOf" srcId="{D7DA9166-4918-4156-BE9A-45DD32C79B3A}" destId="{EB01E339-A995-4B1E-9053-CE2225003538}" srcOrd="0" destOrd="0" presId="urn:microsoft.com/office/officeart/2005/8/layout/radial5"/>
    <dgm:cxn modelId="{1F042894-10AB-4D45-9269-B3BBBA5F153D}" type="presOf" srcId="{340364F2-5C5C-4C4B-86DD-4EF91C496C01}" destId="{5DBB13DA-C939-47FC-A960-366F7D7D70E7}" srcOrd="0" destOrd="0" presId="urn:microsoft.com/office/officeart/2005/8/layout/radial5"/>
    <dgm:cxn modelId="{C3717B98-77C7-4762-AA33-58BFB296C939}" type="presOf" srcId="{4C84CF59-3FC4-4110-B3CA-ABA8E959236D}" destId="{626392FF-E6CC-44BD-A515-29B00EDEE5B6}" srcOrd="0" destOrd="0" presId="urn:microsoft.com/office/officeart/2005/8/layout/radial5"/>
    <dgm:cxn modelId="{FFAD1CA2-FB6E-455F-A25A-CB0A83FA7A81}" type="presOf" srcId="{A57B78EC-57B2-4470-BF2F-5374C3B196E7}" destId="{AA4BDF55-B59D-45A3-BA27-24168E10ECCB}" srcOrd="0" destOrd="0" presId="urn:microsoft.com/office/officeart/2005/8/layout/radial5"/>
    <dgm:cxn modelId="{707623A7-5164-4822-9D51-96F5F5BD125F}" type="presOf" srcId="{FEA057D3-7512-41FF-A000-389B75F3BB99}" destId="{05926CCB-0B98-4F92-AEA9-3F271BD14C3B}" srcOrd="0" destOrd="0" presId="urn:microsoft.com/office/officeart/2005/8/layout/radial5"/>
    <dgm:cxn modelId="{763BBDA7-16F1-4BCA-85B7-633C59954C1B}" srcId="{7B2DAD0C-EF98-4AFA-B719-47B5CCAA2812}" destId="{4C84CF59-3FC4-4110-B3CA-ABA8E959236D}" srcOrd="2" destOrd="0" parTransId="{FA62EBCB-3304-4943-98C0-5BB2B039A855}" sibTransId="{050E393E-5762-4320-BEC8-DE36C7E7DB85}"/>
    <dgm:cxn modelId="{065C56AA-162D-4F6F-A97E-25BB2B467566}" type="presOf" srcId="{E4713154-87FD-488D-A2E6-FB92F8B95EB3}" destId="{542A83BF-4D8C-42B4-B6CF-35D210FC9EA6}" srcOrd="1" destOrd="0" presId="urn:microsoft.com/office/officeart/2005/8/layout/radial5"/>
    <dgm:cxn modelId="{3859E6B1-5297-4FBD-A787-3C86065C9CAA}" type="presOf" srcId="{B080669B-A2BA-4A45-8D3D-A66A409FB954}" destId="{39954F20-EB53-49FE-B1A5-00BBA4C1277D}" srcOrd="0" destOrd="0" presId="urn:microsoft.com/office/officeart/2005/8/layout/radial5"/>
    <dgm:cxn modelId="{351861C4-7474-4CA3-BC3E-E2D3ADCB337C}" type="presOf" srcId="{FEA057D3-7512-41FF-A000-389B75F3BB99}" destId="{5F04A9A9-2DA4-4427-9C1C-DD11A7D46E3F}" srcOrd="1" destOrd="0" presId="urn:microsoft.com/office/officeart/2005/8/layout/radial5"/>
    <dgm:cxn modelId="{F10EFDC8-5732-40AC-86A3-B613A0AA7FB1}" srcId="{7B2DAD0C-EF98-4AFA-B719-47B5CCAA2812}" destId="{AB1BC82E-F858-4587-8C4E-B9E5F3104C7E}" srcOrd="4" destOrd="0" parTransId="{E4713154-87FD-488D-A2E6-FB92F8B95EB3}" sibTransId="{EE3A124B-E461-4E78-B97B-8F13E89F9216}"/>
    <dgm:cxn modelId="{53B267CC-25BE-4421-B715-3CBEC42F3754}" type="presOf" srcId="{42E21E56-123C-4F23-B8C0-9AB8E7ED5C24}" destId="{034B92F3-B329-4EAA-8B43-23EF5E11C7C2}" srcOrd="0" destOrd="0" presId="urn:microsoft.com/office/officeart/2005/8/layout/radial5"/>
    <dgm:cxn modelId="{9F3F87F9-4176-4162-AA16-A19814C87A18}" type="presOf" srcId="{CEF6C2C1-32A8-4A86-845B-DB8F29ECD19F}" destId="{3E4DB5EE-DD87-45AC-B3BD-6CA5316AF2E1}" srcOrd="0" destOrd="0" presId="urn:microsoft.com/office/officeart/2005/8/layout/radial5"/>
    <dgm:cxn modelId="{027F58FC-3454-45F9-B21E-081706D2CC18}" type="presOf" srcId="{E4713154-87FD-488D-A2E6-FB92F8B95EB3}" destId="{868C74AD-C106-45FD-8CFB-3EA14B6E45FD}" srcOrd="0" destOrd="0" presId="urn:microsoft.com/office/officeart/2005/8/layout/radial5"/>
    <dgm:cxn modelId="{32C14DFD-DBCB-43AD-8EC8-52018D590AAE}" type="presOf" srcId="{DFC825B2-9E1C-45CE-A407-163DC19CF9A3}" destId="{3DA5B17E-E9CD-4BF6-9252-AEF1962E7035}" srcOrd="0" destOrd="0" presId="urn:microsoft.com/office/officeart/2005/8/layout/radial5"/>
    <dgm:cxn modelId="{7DA80BFF-3F63-40FE-A34F-6561DAAF2582}" type="presOf" srcId="{FA62EBCB-3304-4943-98C0-5BB2B039A855}" destId="{65234DD9-2B72-4973-9769-458540D8B1EE}" srcOrd="0" destOrd="0" presId="urn:microsoft.com/office/officeart/2005/8/layout/radial5"/>
    <dgm:cxn modelId="{B007E43A-31FA-41A3-8197-34A69E3DBB71}" type="presParOf" srcId="{39954F20-EB53-49FE-B1A5-00BBA4C1277D}" destId="{AF9D8C1C-1F4A-408D-8107-6E708223966A}" srcOrd="0" destOrd="0" presId="urn:microsoft.com/office/officeart/2005/8/layout/radial5"/>
    <dgm:cxn modelId="{AB721015-CCB9-4BDD-96AA-3AE68FA465D3}" type="presParOf" srcId="{39954F20-EB53-49FE-B1A5-00BBA4C1277D}" destId="{3E4DB5EE-DD87-45AC-B3BD-6CA5316AF2E1}" srcOrd="1" destOrd="0" presId="urn:microsoft.com/office/officeart/2005/8/layout/radial5"/>
    <dgm:cxn modelId="{F4E2255A-6FA4-4829-ABB1-1F5F92EFAD33}" type="presParOf" srcId="{3E4DB5EE-DD87-45AC-B3BD-6CA5316AF2E1}" destId="{B1A5D9EB-4635-41DB-A1FA-91DFBEDA4176}" srcOrd="0" destOrd="0" presId="urn:microsoft.com/office/officeart/2005/8/layout/radial5"/>
    <dgm:cxn modelId="{D577A9C7-A85C-4DB0-93F0-8159C4C3D552}" type="presParOf" srcId="{39954F20-EB53-49FE-B1A5-00BBA4C1277D}" destId="{0A407999-412B-4EA6-B688-0C5897DFFF51}" srcOrd="2" destOrd="0" presId="urn:microsoft.com/office/officeart/2005/8/layout/radial5"/>
    <dgm:cxn modelId="{D58344A6-8275-44FD-906B-5A7C29A32A9B}" type="presParOf" srcId="{39954F20-EB53-49FE-B1A5-00BBA4C1277D}" destId="{AA4BDF55-B59D-45A3-BA27-24168E10ECCB}" srcOrd="3" destOrd="0" presId="urn:microsoft.com/office/officeart/2005/8/layout/radial5"/>
    <dgm:cxn modelId="{BE9419E7-87D3-40BF-B915-36844463ADA2}" type="presParOf" srcId="{AA4BDF55-B59D-45A3-BA27-24168E10ECCB}" destId="{9CC2224E-BB31-442C-8F63-1477D7F50451}" srcOrd="0" destOrd="0" presId="urn:microsoft.com/office/officeart/2005/8/layout/radial5"/>
    <dgm:cxn modelId="{2AAC60ED-03CC-4487-9924-0CE7E0D20BA3}" type="presParOf" srcId="{39954F20-EB53-49FE-B1A5-00BBA4C1277D}" destId="{A199727F-A94C-42E3-BC62-2CD4890A2E10}" srcOrd="4" destOrd="0" presId="urn:microsoft.com/office/officeart/2005/8/layout/radial5"/>
    <dgm:cxn modelId="{58E039F7-E90C-4E68-ADE1-1C633670AAA5}" type="presParOf" srcId="{39954F20-EB53-49FE-B1A5-00BBA4C1277D}" destId="{65234DD9-2B72-4973-9769-458540D8B1EE}" srcOrd="5" destOrd="0" presId="urn:microsoft.com/office/officeart/2005/8/layout/radial5"/>
    <dgm:cxn modelId="{426EE0F7-2BC3-43C5-8D99-F231A668043C}" type="presParOf" srcId="{65234DD9-2B72-4973-9769-458540D8B1EE}" destId="{F6182E47-ECCF-4441-96D9-054E1CC21BA3}" srcOrd="0" destOrd="0" presId="urn:microsoft.com/office/officeart/2005/8/layout/radial5"/>
    <dgm:cxn modelId="{03A487CC-CBA8-4588-88ED-693398C1F5BC}" type="presParOf" srcId="{39954F20-EB53-49FE-B1A5-00BBA4C1277D}" destId="{626392FF-E6CC-44BD-A515-29B00EDEE5B6}" srcOrd="6" destOrd="0" presId="urn:microsoft.com/office/officeart/2005/8/layout/radial5"/>
    <dgm:cxn modelId="{68AE125C-99DD-4AAB-93A3-29725BF349E9}" type="presParOf" srcId="{39954F20-EB53-49FE-B1A5-00BBA4C1277D}" destId="{05926CCB-0B98-4F92-AEA9-3F271BD14C3B}" srcOrd="7" destOrd="0" presId="urn:microsoft.com/office/officeart/2005/8/layout/radial5"/>
    <dgm:cxn modelId="{B837BD94-18F7-4340-9C64-5D101AFC9A1C}" type="presParOf" srcId="{05926CCB-0B98-4F92-AEA9-3F271BD14C3B}" destId="{5F04A9A9-2DA4-4427-9C1C-DD11A7D46E3F}" srcOrd="0" destOrd="0" presId="urn:microsoft.com/office/officeart/2005/8/layout/radial5"/>
    <dgm:cxn modelId="{5F3C6203-2D37-42DF-9956-EF5C7B7ABAF1}" type="presParOf" srcId="{39954F20-EB53-49FE-B1A5-00BBA4C1277D}" destId="{3DA5B17E-E9CD-4BF6-9252-AEF1962E7035}" srcOrd="8" destOrd="0" presId="urn:microsoft.com/office/officeart/2005/8/layout/radial5"/>
    <dgm:cxn modelId="{EDC3D623-47C2-456F-9881-87D6212EE0B7}" type="presParOf" srcId="{39954F20-EB53-49FE-B1A5-00BBA4C1277D}" destId="{868C74AD-C106-45FD-8CFB-3EA14B6E45FD}" srcOrd="9" destOrd="0" presId="urn:microsoft.com/office/officeart/2005/8/layout/radial5"/>
    <dgm:cxn modelId="{930C64FE-CC16-45A6-87DA-76AA951E41E6}" type="presParOf" srcId="{868C74AD-C106-45FD-8CFB-3EA14B6E45FD}" destId="{542A83BF-4D8C-42B4-B6CF-35D210FC9EA6}" srcOrd="0" destOrd="0" presId="urn:microsoft.com/office/officeart/2005/8/layout/radial5"/>
    <dgm:cxn modelId="{59C8D1C4-8567-4033-85AA-54359FA356B0}" type="presParOf" srcId="{39954F20-EB53-49FE-B1A5-00BBA4C1277D}" destId="{E0F0B4E2-E43F-4D3D-81DE-F4D7A2FC52D1}" srcOrd="10" destOrd="0" presId="urn:microsoft.com/office/officeart/2005/8/layout/radial5"/>
    <dgm:cxn modelId="{FDAF64FF-19F3-4FA1-AE3E-EDC89422C6D9}" type="presParOf" srcId="{39954F20-EB53-49FE-B1A5-00BBA4C1277D}" destId="{1FBD88E5-66DA-4196-ACB3-04A1E8CFF1CD}" srcOrd="11" destOrd="0" presId="urn:microsoft.com/office/officeart/2005/8/layout/radial5"/>
    <dgm:cxn modelId="{C99254E5-06B7-4C45-8CB0-F7E47CBB0C8A}" type="presParOf" srcId="{1FBD88E5-66DA-4196-ACB3-04A1E8CFF1CD}" destId="{3CB6023D-FD42-4566-892B-A87BB48E997A}" srcOrd="0" destOrd="0" presId="urn:microsoft.com/office/officeart/2005/8/layout/radial5"/>
    <dgm:cxn modelId="{EB3714F3-538D-47B8-BA57-CE42F589A025}" type="presParOf" srcId="{39954F20-EB53-49FE-B1A5-00BBA4C1277D}" destId="{034B92F3-B329-4EAA-8B43-23EF5E11C7C2}" srcOrd="12" destOrd="0" presId="urn:microsoft.com/office/officeart/2005/8/layout/radial5"/>
    <dgm:cxn modelId="{BEFAE3CC-5AD0-4FE7-96EE-3FDA340625B4}" type="presParOf" srcId="{39954F20-EB53-49FE-B1A5-00BBA4C1277D}" destId="{EB01E339-A995-4B1E-9053-CE2225003538}" srcOrd="13" destOrd="0" presId="urn:microsoft.com/office/officeart/2005/8/layout/radial5"/>
    <dgm:cxn modelId="{E30C776D-0306-4371-9BE0-0A908A5091F2}" type="presParOf" srcId="{EB01E339-A995-4B1E-9053-CE2225003538}" destId="{5E08C491-C3C0-4240-A043-F4015576EF09}" srcOrd="0" destOrd="0" presId="urn:microsoft.com/office/officeart/2005/8/layout/radial5"/>
    <dgm:cxn modelId="{C525BF0A-066D-4AC8-98D8-902434A4C87C}" type="presParOf" srcId="{39954F20-EB53-49FE-B1A5-00BBA4C1277D}" destId="{5DBB13DA-C939-47FC-A960-366F7D7D70E7}" srcOrd="14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1FEE5-90F4-40FC-9F65-392E8C85C163}">
      <dsp:nvSpPr>
        <dsp:cNvPr id="0" name=""/>
        <dsp:cNvSpPr/>
      </dsp:nvSpPr>
      <dsp:spPr>
        <a:xfrm rot="10800000">
          <a:off x="1057503" y="1926"/>
          <a:ext cx="4777681" cy="943059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863" tIns="83820" rIns="156464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展示数据或数据分析结果</a:t>
          </a:r>
        </a:p>
      </dsp:txBody>
      <dsp:txXfrm rot="10800000">
        <a:off x="1293268" y="1926"/>
        <a:ext cx="4541916" cy="943059"/>
      </dsp:txXfrm>
    </dsp:sp>
    <dsp:sp modelId="{D93FB77A-DA6C-493C-AD49-95C62A57DE0B}">
      <dsp:nvSpPr>
        <dsp:cNvPr id="0" name=""/>
        <dsp:cNvSpPr/>
      </dsp:nvSpPr>
      <dsp:spPr>
        <a:xfrm>
          <a:off x="286805" y="1926"/>
          <a:ext cx="943059" cy="943059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3DB231-B6A6-43E5-93F9-A9AB5A343020}">
      <dsp:nvSpPr>
        <dsp:cNvPr id="0" name=""/>
        <dsp:cNvSpPr/>
      </dsp:nvSpPr>
      <dsp:spPr>
        <a:xfrm rot="10800000">
          <a:off x="1057503" y="1226496"/>
          <a:ext cx="4777681" cy="943059"/>
        </a:xfrm>
        <a:prstGeom prst="homePlate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863" tIns="83820" rIns="156464" bIns="8382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zh-CN" altLang="en-US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探索数据特征和模式</a:t>
          </a:r>
        </a:p>
      </dsp:txBody>
      <dsp:txXfrm rot="10800000">
        <a:off x="1293268" y="1226496"/>
        <a:ext cx="4541916" cy="943059"/>
      </dsp:txXfrm>
    </dsp:sp>
    <dsp:sp modelId="{4554C10F-AF7C-42D8-90B1-8CCDC86179E3}">
      <dsp:nvSpPr>
        <dsp:cNvPr id="0" name=""/>
        <dsp:cNvSpPr/>
      </dsp:nvSpPr>
      <dsp:spPr>
        <a:xfrm>
          <a:off x="286805" y="1226496"/>
          <a:ext cx="943059" cy="943059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3D7993-DAB4-4EB9-A618-8E5DE235DF08}">
      <dsp:nvSpPr>
        <dsp:cNvPr id="0" name=""/>
        <dsp:cNvSpPr/>
      </dsp:nvSpPr>
      <dsp:spPr>
        <a:xfrm rot="10800000">
          <a:off x="1057503" y="2451067"/>
          <a:ext cx="4777681" cy="943059"/>
        </a:xfrm>
        <a:prstGeom prst="homePlate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863" tIns="83820" rIns="156464" bIns="83820" numCol="1" spcCol="1270" anchor="ctr" anchorCtr="0">
          <a:noAutofit/>
        </a:bodyPr>
        <a:lstStyle/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endParaRPr lang="en-US" altLang="zh-CN" sz="2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0" marR="0" lvl="0" indent="0" algn="l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zh-CN" altLang="en-US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从数据中提取信息</a:t>
          </a:r>
        </a:p>
        <a:p>
          <a:pPr algn="l">
            <a:buNone/>
          </a:pPr>
          <a:endParaRPr lang="zh-CN" altLang="en-US" sz="22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293268" y="2451067"/>
        <a:ext cx="4541916" cy="943059"/>
      </dsp:txXfrm>
    </dsp:sp>
    <dsp:sp modelId="{FAD55236-17F2-4F7A-8C3A-B4D0DDF0C2E7}">
      <dsp:nvSpPr>
        <dsp:cNvPr id="0" name=""/>
        <dsp:cNvSpPr/>
      </dsp:nvSpPr>
      <dsp:spPr>
        <a:xfrm>
          <a:off x="286805" y="2451067"/>
          <a:ext cx="943059" cy="943059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73265-BF46-46BD-A2D5-DB10CE052E38}">
      <dsp:nvSpPr>
        <dsp:cNvPr id="0" name=""/>
        <dsp:cNvSpPr/>
      </dsp:nvSpPr>
      <dsp:spPr>
        <a:xfrm rot="10800000">
          <a:off x="1057503" y="3675637"/>
          <a:ext cx="4777681" cy="943059"/>
        </a:xfrm>
        <a:prstGeom prst="homePlate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5863" tIns="83820" rIns="156464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让别人理解数据或分析结果</a:t>
          </a:r>
        </a:p>
      </dsp:txBody>
      <dsp:txXfrm rot="10800000">
        <a:off x="1293268" y="3675637"/>
        <a:ext cx="4541916" cy="943059"/>
      </dsp:txXfrm>
    </dsp:sp>
    <dsp:sp modelId="{A5FE6D5C-0DB7-4429-8B91-1FAF9810296C}">
      <dsp:nvSpPr>
        <dsp:cNvPr id="0" name=""/>
        <dsp:cNvSpPr/>
      </dsp:nvSpPr>
      <dsp:spPr>
        <a:xfrm>
          <a:off x="263153" y="3675637"/>
          <a:ext cx="943059" cy="943059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9D8C1C-1F4A-408D-8107-6E708223966A}">
      <dsp:nvSpPr>
        <dsp:cNvPr id="0" name=""/>
        <dsp:cNvSpPr/>
      </dsp:nvSpPr>
      <dsp:spPr>
        <a:xfrm>
          <a:off x="1941930" y="1854198"/>
          <a:ext cx="938485" cy="9384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可视化分析</a:t>
          </a:r>
        </a:p>
      </dsp:txBody>
      <dsp:txXfrm>
        <a:off x="2079368" y="1991636"/>
        <a:ext cx="663609" cy="663609"/>
      </dsp:txXfrm>
    </dsp:sp>
    <dsp:sp modelId="{3E4DB5EE-DD87-45AC-B3BD-6CA5316AF2E1}">
      <dsp:nvSpPr>
        <dsp:cNvPr id="0" name=""/>
        <dsp:cNvSpPr/>
      </dsp:nvSpPr>
      <dsp:spPr>
        <a:xfrm rot="16200000">
          <a:off x="2231446" y="1365723"/>
          <a:ext cx="359452" cy="319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1" kern="1200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279309" y="1477403"/>
        <a:ext cx="263727" cy="191451"/>
      </dsp:txXfrm>
    </dsp:sp>
    <dsp:sp modelId="{0A407999-412B-4EA6-B688-0C5897DFFF51}">
      <dsp:nvSpPr>
        <dsp:cNvPr id="0" name=""/>
        <dsp:cNvSpPr/>
      </dsp:nvSpPr>
      <dsp:spPr>
        <a:xfrm>
          <a:off x="1824619" y="2879"/>
          <a:ext cx="1173106" cy="117310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比较数值大小和差异</a:t>
          </a:r>
        </a:p>
      </dsp:txBody>
      <dsp:txXfrm>
        <a:off x="1996416" y="174676"/>
        <a:ext cx="829512" cy="829512"/>
      </dsp:txXfrm>
    </dsp:sp>
    <dsp:sp modelId="{AA4BDF55-B59D-45A3-BA27-24168E10ECCB}">
      <dsp:nvSpPr>
        <dsp:cNvPr id="0" name=""/>
        <dsp:cNvSpPr/>
      </dsp:nvSpPr>
      <dsp:spPr>
        <a:xfrm rot="19285714">
          <a:off x="2855485" y="1666244"/>
          <a:ext cx="359452" cy="319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126424"/>
            <a:satOff val="-2903"/>
            <a:lumOff val="-196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1" kern="1200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865927" y="1759903"/>
        <a:ext cx="263727" cy="191451"/>
      </dsp:txXfrm>
    </dsp:sp>
    <dsp:sp modelId="{A199727F-A94C-42E3-BC62-2CD4890A2E10}">
      <dsp:nvSpPr>
        <dsp:cNvPr id="0" name=""/>
        <dsp:cNvSpPr/>
      </dsp:nvSpPr>
      <dsp:spPr>
        <a:xfrm>
          <a:off x="3180321" y="655751"/>
          <a:ext cx="1173106" cy="1173106"/>
        </a:xfrm>
        <a:prstGeom prst="ellipse">
          <a:avLst/>
        </a:prstGeom>
        <a:solidFill>
          <a:schemeClr val="accent5">
            <a:hueOff val="-1126424"/>
            <a:satOff val="-2903"/>
            <a:lumOff val="-196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展示数据结构和流向</a:t>
          </a:r>
        </a:p>
      </dsp:txBody>
      <dsp:txXfrm>
        <a:off x="3352118" y="827548"/>
        <a:ext cx="829512" cy="829512"/>
      </dsp:txXfrm>
    </dsp:sp>
    <dsp:sp modelId="{65234DD9-2B72-4973-9769-458540D8B1EE}">
      <dsp:nvSpPr>
        <dsp:cNvPr id="0" name=""/>
        <dsp:cNvSpPr/>
      </dsp:nvSpPr>
      <dsp:spPr>
        <a:xfrm rot="771429">
          <a:off x="3009610" y="2341509"/>
          <a:ext cx="359452" cy="319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1" kern="1200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010810" y="2394676"/>
        <a:ext cx="263727" cy="191451"/>
      </dsp:txXfrm>
    </dsp:sp>
    <dsp:sp modelId="{626392FF-E6CC-44BD-A515-29B00EDEE5B6}">
      <dsp:nvSpPr>
        <dsp:cNvPr id="0" name=""/>
        <dsp:cNvSpPr/>
      </dsp:nvSpPr>
      <dsp:spPr>
        <a:xfrm>
          <a:off x="3515152" y="2122741"/>
          <a:ext cx="1173106" cy="1173106"/>
        </a:xfrm>
        <a:prstGeom prst="ellipse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展示数据分布</a:t>
          </a:r>
        </a:p>
      </dsp:txBody>
      <dsp:txXfrm>
        <a:off x="3686949" y="2294538"/>
        <a:ext cx="829512" cy="829512"/>
      </dsp:txXfrm>
    </dsp:sp>
    <dsp:sp modelId="{05926CCB-0B98-4F92-AEA9-3F271BD14C3B}">
      <dsp:nvSpPr>
        <dsp:cNvPr id="0" name=""/>
        <dsp:cNvSpPr/>
      </dsp:nvSpPr>
      <dsp:spPr>
        <a:xfrm rot="3857143">
          <a:off x="2577762" y="2883030"/>
          <a:ext cx="359452" cy="319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1" kern="1200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604858" y="2903724"/>
        <a:ext cx="263727" cy="191451"/>
      </dsp:txXfrm>
    </dsp:sp>
    <dsp:sp modelId="{3DA5B17E-E9CD-4BF6-9252-AEF1962E7035}">
      <dsp:nvSpPr>
        <dsp:cNvPr id="0" name=""/>
        <dsp:cNvSpPr/>
      </dsp:nvSpPr>
      <dsp:spPr>
        <a:xfrm>
          <a:off x="2576977" y="3299175"/>
          <a:ext cx="1173106" cy="1173106"/>
        </a:xfrm>
        <a:prstGeom prst="ellips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展示变量间关系</a:t>
          </a:r>
        </a:p>
      </dsp:txBody>
      <dsp:txXfrm>
        <a:off x="2748774" y="3470972"/>
        <a:ext cx="829512" cy="829512"/>
      </dsp:txXfrm>
    </dsp:sp>
    <dsp:sp modelId="{868C74AD-C106-45FD-8CFB-3EA14B6E45FD}">
      <dsp:nvSpPr>
        <dsp:cNvPr id="0" name=""/>
        <dsp:cNvSpPr/>
      </dsp:nvSpPr>
      <dsp:spPr>
        <a:xfrm rot="6942857">
          <a:off x="1885131" y="2883030"/>
          <a:ext cx="359452" cy="319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953760" y="2903724"/>
        <a:ext cx="263727" cy="191451"/>
      </dsp:txXfrm>
    </dsp:sp>
    <dsp:sp modelId="{E0F0B4E2-E43F-4D3D-81DE-F4D7A2FC52D1}">
      <dsp:nvSpPr>
        <dsp:cNvPr id="0" name=""/>
        <dsp:cNvSpPr/>
      </dsp:nvSpPr>
      <dsp:spPr>
        <a:xfrm>
          <a:off x="1072261" y="3299175"/>
          <a:ext cx="1173106" cy="1173106"/>
        </a:xfrm>
        <a:prstGeom prst="ellipse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比较样本相似性</a:t>
          </a:r>
        </a:p>
      </dsp:txBody>
      <dsp:txXfrm>
        <a:off x="1244058" y="3470972"/>
        <a:ext cx="829512" cy="829512"/>
      </dsp:txXfrm>
    </dsp:sp>
    <dsp:sp modelId="{1FBD88E5-66DA-4196-ACB3-04A1E8CFF1CD}">
      <dsp:nvSpPr>
        <dsp:cNvPr id="0" name=""/>
        <dsp:cNvSpPr/>
      </dsp:nvSpPr>
      <dsp:spPr>
        <a:xfrm rot="10028571">
          <a:off x="1453283" y="2341509"/>
          <a:ext cx="359452" cy="319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632119"/>
            <a:satOff val="-14516"/>
            <a:lumOff val="-980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547808" y="2394676"/>
        <a:ext cx="263727" cy="191451"/>
      </dsp:txXfrm>
    </dsp:sp>
    <dsp:sp modelId="{034B92F3-B329-4EAA-8B43-23EF5E11C7C2}">
      <dsp:nvSpPr>
        <dsp:cNvPr id="0" name=""/>
        <dsp:cNvSpPr/>
      </dsp:nvSpPr>
      <dsp:spPr>
        <a:xfrm>
          <a:off x="134086" y="2122741"/>
          <a:ext cx="1173106" cy="1173106"/>
        </a:xfrm>
        <a:prstGeom prst="ellipse">
          <a:avLst/>
        </a:prstGeom>
        <a:solidFill>
          <a:schemeClr val="accent5">
            <a:hueOff val="-5632119"/>
            <a:satOff val="-14516"/>
            <a:lumOff val="-980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展示时间序列</a:t>
          </a:r>
        </a:p>
      </dsp:txBody>
      <dsp:txXfrm>
        <a:off x="305883" y="2294538"/>
        <a:ext cx="829512" cy="829512"/>
      </dsp:txXfrm>
    </dsp:sp>
    <dsp:sp modelId="{EB01E339-A995-4B1E-9053-CE2225003538}">
      <dsp:nvSpPr>
        <dsp:cNvPr id="0" name=""/>
        <dsp:cNvSpPr/>
      </dsp:nvSpPr>
      <dsp:spPr>
        <a:xfrm rot="13114286">
          <a:off x="1607407" y="1666244"/>
          <a:ext cx="359452" cy="319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692690" y="1759903"/>
        <a:ext cx="263727" cy="191451"/>
      </dsp:txXfrm>
    </dsp:sp>
    <dsp:sp modelId="{5DBB13DA-C939-47FC-A960-366F7D7D70E7}">
      <dsp:nvSpPr>
        <dsp:cNvPr id="0" name=""/>
        <dsp:cNvSpPr/>
      </dsp:nvSpPr>
      <dsp:spPr>
        <a:xfrm>
          <a:off x="468917" y="655751"/>
          <a:ext cx="1173106" cy="1173106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组合式和交互式图形</a:t>
          </a:r>
        </a:p>
      </dsp:txBody>
      <dsp:txXfrm>
        <a:off x="640714" y="827548"/>
        <a:ext cx="829512" cy="8295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6655A4-9309-4E77-AFB9-2B8E4A937B40}">
      <dsp:nvSpPr>
        <dsp:cNvPr id="0" name=""/>
        <dsp:cNvSpPr/>
      </dsp:nvSpPr>
      <dsp:spPr>
        <a:xfrm>
          <a:off x="572" y="689930"/>
          <a:ext cx="1338886" cy="6694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单纯类</a:t>
          </a:r>
        </a:p>
      </dsp:txBody>
      <dsp:txXfrm>
        <a:off x="20179" y="709537"/>
        <a:ext cx="1299672" cy="630229"/>
      </dsp:txXfrm>
    </dsp:sp>
    <dsp:sp modelId="{6E40B386-3570-4B7F-B7CE-EFC2FD1A720E}">
      <dsp:nvSpPr>
        <dsp:cNvPr id="0" name=""/>
        <dsp:cNvSpPr/>
      </dsp:nvSpPr>
      <dsp:spPr>
        <a:xfrm>
          <a:off x="88740" y="1359373"/>
          <a:ext cx="91440" cy="7697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69765"/>
              </a:lnTo>
              <a:lnTo>
                <a:pt x="132158" y="769765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9704E6-D110-4B7D-AA7A-11FB6354A5D6}">
      <dsp:nvSpPr>
        <dsp:cNvPr id="0" name=""/>
        <dsp:cNvSpPr/>
      </dsp:nvSpPr>
      <dsp:spPr>
        <a:xfrm>
          <a:off x="220899" y="1794417"/>
          <a:ext cx="1071109" cy="6694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1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很少</a:t>
          </a:r>
        </a:p>
      </dsp:txBody>
      <dsp:txXfrm>
        <a:off x="240506" y="1814024"/>
        <a:ext cx="1031895" cy="630229"/>
      </dsp:txXfrm>
    </dsp:sp>
    <dsp:sp modelId="{1C8A2FB2-7427-4671-A7B4-F92AF3ACB885}">
      <dsp:nvSpPr>
        <dsp:cNvPr id="0" name=""/>
        <dsp:cNvSpPr/>
      </dsp:nvSpPr>
      <dsp:spPr>
        <a:xfrm>
          <a:off x="1674180" y="689930"/>
          <a:ext cx="1338886" cy="669443"/>
        </a:xfrm>
        <a:prstGeom prst="roundRect">
          <a:avLst>
            <a:gd name="adj" fmla="val 1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单纯值</a:t>
          </a:r>
        </a:p>
      </dsp:txBody>
      <dsp:txXfrm>
        <a:off x="1693787" y="709537"/>
        <a:ext cx="1299672" cy="630229"/>
      </dsp:txXfrm>
    </dsp:sp>
    <dsp:sp modelId="{4B333035-4E0A-40BB-891A-B113CB356D8A}">
      <dsp:nvSpPr>
        <dsp:cNvPr id="0" name=""/>
        <dsp:cNvSpPr/>
      </dsp:nvSpPr>
      <dsp:spPr>
        <a:xfrm>
          <a:off x="1808068" y="1359373"/>
          <a:ext cx="106382" cy="7697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9765"/>
              </a:lnTo>
              <a:lnTo>
                <a:pt x="106382" y="769765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8EAB10-F361-45CD-9703-F620B53FF275}">
      <dsp:nvSpPr>
        <dsp:cNvPr id="0" name=""/>
        <dsp:cNvSpPr/>
      </dsp:nvSpPr>
      <dsp:spPr>
        <a:xfrm>
          <a:off x="1914451" y="1794417"/>
          <a:ext cx="1071109" cy="6694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1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较少</a:t>
          </a:r>
        </a:p>
      </dsp:txBody>
      <dsp:txXfrm>
        <a:off x="1934058" y="1814024"/>
        <a:ext cx="1031895" cy="630229"/>
      </dsp:txXfrm>
    </dsp:sp>
    <dsp:sp modelId="{034690B8-4827-4566-9572-0C85EFE96C3B}">
      <dsp:nvSpPr>
        <dsp:cNvPr id="0" name=""/>
        <dsp:cNvSpPr/>
      </dsp:nvSpPr>
      <dsp:spPr>
        <a:xfrm>
          <a:off x="3347788" y="689930"/>
          <a:ext cx="1338886" cy="669443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 prst="angle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rPr>
            <a:t>混合型</a:t>
          </a:r>
        </a:p>
      </dsp:txBody>
      <dsp:txXfrm>
        <a:off x="3367395" y="709537"/>
        <a:ext cx="1299672" cy="630229"/>
      </dsp:txXfrm>
    </dsp:sp>
    <dsp:sp modelId="{4A85F704-DF95-4DF6-B64D-CE8AB3A30C62}">
      <dsp:nvSpPr>
        <dsp:cNvPr id="0" name=""/>
        <dsp:cNvSpPr/>
      </dsp:nvSpPr>
      <dsp:spPr>
        <a:xfrm>
          <a:off x="3435957" y="1359373"/>
          <a:ext cx="91440" cy="76976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69765"/>
              </a:lnTo>
              <a:lnTo>
                <a:pt x="98407" y="769765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3F5209-556F-4C4B-B17D-0D029C33C911}">
      <dsp:nvSpPr>
        <dsp:cNvPr id="0" name=""/>
        <dsp:cNvSpPr/>
      </dsp:nvSpPr>
      <dsp:spPr>
        <a:xfrm>
          <a:off x="3534364" y="1794417"/>
          <a:ext cx="1071109" cy="66944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9800891"/>
              <a:satOff val="-40777"/>
              <a:lumOff val="9608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7940" rIns="4191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200" b="1" kern="1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rPr>
            <a:t>经常</a:t>
          </a:r>
        </a:p>
      </dsp:txBody>
      <dsp:txXfrm>
        <a:off x="3553971" y="1814024"/>
        <a:ext cx="1031895" cy="6302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48F63A-1D90-4271-8EAA-FB64F0A33E58}">
      <dsp:nvSpPr>
        <dsp:cNvPr id="0" name=""/>
        <dsp:cNvSpPr/>
      </dsp:nvSpPr>
      <dsp:spPr>
        <a:xfrm>
          <a:off x="3273685" y="4041466"/>
          <a:ext cx="328610" cy="3415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4305" y="0"/>
              </a:lnTo>
              <a:lnTo>
                <a:pt x="164305" y="341559"/>
              </a:lnTo>
              <a:lnTo>
                <a:pt x="328610" y="34155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3426141" y="4200397"/>
        <a:ext cx="23698" cy="23698"/>
      </dsp:txXfrm>
    </dsp:sp>
    <dsp:sp modelId="{4B4E71E3-9ED7-4D69-AB43-73E2CDDEB9CD}">
      <dsp:nvSpPr>
        <dsp:cNvPr id="0" name=""/>
        <dsp:cNvSpPr/>
      </dsp:nvSpPr>
      <dsp:spPr>
        <a:xfrm>
          <a:off x="3273685" y="3699907"/>
          <a:ext cx="328610" cy="341559"/>
        </a:xfrm>
        <a:custGeom>
          <a:avLst/>
          <a:gdLst/>
          <a:ahLst/>
          <a:cxnLst/>
          <a:rect l="0" t="0" r="0" b="0"/>
          <a:pathLst>
            <a:path>
              <a:moveTo>
                <a:pt x="0" y="341559"/>
              </a:moveTo>
              <a:lnTo>
                <a:pt x="164305" y="341559"/>
              </a:lnTo>
              <a:lnTo>
                <a:pt x="164305" y="0"/>
              </a:lnTo>
              <a:lnTo>
                <a:pt x="328610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3426141" y="3858837"/>
        <a:ext cx="23698" cy="23698"/>
      </dsp:txXfrm>
    </dsp:sp>
    <dsp:sp modelId="{C20DEB29-EFB7-4497-B3AD-B850F5DD7CDF}">
      <dsp:nvSpPr>
        <dsp:cNvPr id="0" name=""/>
        <dsp:cNvSpPr/>
      </dsp:nvSpPr>
      <dsp:spPr>
        <a:xfrm>
          <a:off x="1302023" y="2504449"/>
          <a:ext cx="328610" cy="15370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4305" y="0"/>
              </a:lnTo>
              <a:lnTo>
                <a:pt x="164305" y="1537017"/>
              </a:lnTo>
              <a:lnTo>
                <a:pt x="328610" y="153701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1427035" y="3233664"/>
        <a:ext cx="78587" cy="78587"/>
      </dsp:txXfrm>
    </dsp:sp>
    <dsp:sp modelId="{913D8877-5855-4770-90F9-FB1717F45990}">
      <dsp:nvSpPr>
        <dsp:cNvPr id="0" name=""/>
        <dsp:cNvSpPr/>
      </dsp:nvSpPr>
      <dsp:spPr>
        <a:xfrm>
          <a:off x="3273685" y="2675229"/>
          <a:ext cx="328610" cy="3415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4305" y="0"/>
              </a:lnTo>
              <a:lnTo>
                <a:pt x="164305" y="341559"/>
              </a:lnTo>
              <a:lnTo>
                <a:pt x="328610" y="34155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b="1" kern="1200">
            <a:solidFill>
              <a:schemeClr val="tx1"/>
            </a:solidFill>
          </a:endParaRPr>
        </a:p>
      </dsp:txBody>
      <dsp:txXfrm>
        <a:off x="3426141" y="2834159"/>
        <a:ext cx="23698" cy="23698"/>
      </dsp:txXfrm>
    </dsp:sp>
    <dsp:sp modelId="{A0F9D02C-C981-4641-B18B-E933A7CA3C68}">
      <dsp:nvSpPr>
        <dsp:cNvPr id="0" name=""/>
        <dsp:cNvSpPr/>
      </dsp:nvSpPr>
      <dsp:spPr>
        <a:xfrm>
          <a:off x="3273685" y="2333670"/>
          <a:ext cx="328610" cy="341559"/>
        </a:xfrm>
        <a:custGeom>
          <a:avLst/>
          <a:gdLst/>
          <a:ahLst/>
          <a:cxnLst/>
          <a:rect l="0" t="0" r="0" b="0"/>
          <a:pathLst>
            <a:path>
              <a:moveTo>
                <a:pt x="0" y="341559"/>
              </a:moveTo>
              <a:lnTo>
                <a:pt x="164305" y="341559"/>
              </a:lnTo>
              <a:lnTo>
                <a:pt x="164305" y="0"/>
              </a:lnTo>
              <a:lnTo>
                <a:pt x="328610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b="1" kern="1200">
            <a:solidFill>
              <a:schemeClr val="tx1"/>
            </a:solidFill>
          </a:endParaRPr>
        </a:p>
      </dsp:txBody>
      <dsp:txXfrm>
        <a:off x="3426141" y="2492600"/>
        <a:ext cx="23698" cy="23698"/>
      </dsp:txXfrm>
    </dsp:sp>
    <dsp:sp modelId="{BDA777ED-2EE2-4841-9FAB-D14B93E5ED5E}">
      <dsp:nvSpPr>
        <dsp:cNvPr id="0" name=""/>
        <dsp:cNvSpPr/>
      </dsp:nvSpPr>
      <dsp:spPr>
        <a:xfrm>
          <a:off x="1302023" y="2504449"/>
          <a:ext cx="328610" cy="1707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4305" y="0"/>
              </a:lnTo>
              <a:lnTo>
                <a:pt x="164305" y="170779"/>
              </a:lnTo>
              <a:lnTo>
                <a:pt x="328610" y="17077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b="1" kern="1200">
            <a:solidFill>
              <a:schemeClr val="tx1"/>
            </a:solidFill>
          </a:endParaRPr>
        </a:p>
      </dsp:txBody>
      <dsp:txXfrm>
        <a:off x="1457070" y="2580581"/>
        <a:ext cx="18516" cy="18516"/>
      </dsp:txXfrm>
    </dsp:sp>
    <dsp:sp modelId="{8CE3128A-9163-4290-B494-C752D03DB86E}">
      <dsp:nvSpPr>
        <dsp:cNvPr id="0" name=""/>
        <dsp:cNvSpPr/>
      </dsp:nvSpPr>
      <dsp:spPr>
        <a:xfrm>
          <a:off x="3273685" y="967432"/>
          <a:ext cx="328610" cy="6831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4305" y="0"/>
              </a:lnTo>
              <a:lnTo>
                <a:pt x="164305" y="683118"/>
              </a:lnTo>
              <a:lnTo>
                <a:pt x="328610" y="683118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kern="1200"/>
        </a:p>
      </dsp:txBody>
      <dsp:txXfrm>
        <a:off x="3419039" y="1290040"/>
        <a:ext cx="37902" cy="37902"/>
      </dsp:txXfrm>
    </dsp:sp>
    <dsp:sp modelId="{86762600-C941-4385-97DD-1E923F823FA2}">
      <dsp:nvSpPr>
        <dsp:cNvPr id="0" name=""/>
        <dsp:cNvSpPr/>
      </dsp:nvSpPr>
      <dsp:spPr>
        <a:xfrm>
          <a:off x="3273685" y="921712"/>
          <a:ext cx="3286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8610" y="4572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b="1" kern="1200">
            <a:solidFill>
              <a:schemeClr val="tx1"/>
            </a:solidFill>
          </a:endParaRPr>
        </a:p>
      </dsp:txBody>
      <dsp:txXfrm>
        <a:off x="3429775" y="959217"/>
        <a:ext cx="16430" cy="16430"/>
      </dsp:txXfrm>
    </dsp:sp>
    <dsp:sp modelId="{837298DF-6267-4807-984D-013743A53B7C}">
      <dsp:nvSpPr>
        <dsp:cNvPr id="0" name=""/>
        <dsp:cNvSpPr/>
      </dsp:nvSpPr>
      <dsp:spPr>
        <a:xfrm>
          <a:off x="3273685" y="284313"/>
          <a:ext cx="328610" cy="683118"/>
        </a:xfrm>
        <a:custGeom>
          <a:avLst/>
          <a:gdLst/>
          <a:ahLst/>
          <a:cxnLst/>
          <a:rect l="0" t="0" r="0" b="0"/>
          <a:pathLst>
            <a:path>
              <a:moveTo>
                <a:pt x="0" y="683118"/>
              </a:moveTo>
              <a:lnTo>
                <a:pt x="164305" y="683118"/>
              </a:lnTo>
              <a:lnTo>
                <a:pt x="164305" y="0"/>
              </a:lnTo>
              <a:lnTo>
                <a:pt x="328610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b="1" kern="1200">
            <a:solidFill>
              <a:schemeClr val="tx1"/>
            </a:solidFill>
          </a:endParaRPr>
        </a:p>
      </dsp:txBody>
      <dsp:txXfrm>
        <a:off x="3419039" y="606922"/>
        <a:ext cx="37902" cy="37902"/>
      </dsp:txXfrm>
    </dsp:sp>
    <dsp:sp modelId="{3046B561-C770-42DF-BB2A-5B6CC78A35B2}">
      <dsp:nvSpPr>
        <dsp:cNvPr id="0" name=""/>
        <dsp:cNvSpPr/>
      </dsp:nvSpPr>
      <dsp:spPr>
        <a:xfrm>
          <a:off x="1302023" y="967432"/>
          <a:ext cx="328610" cy="1537017"/>
        </a:xfrm>
        <a:custGeom>
          <a:avLst/>
          <a:gdLst/>
          <a:ahLst/>
          <a:cxnLst/>
          <a:rect l="0" t="0" r="0" b="0"/>
          <a:pathLst>
            <a:path>
              <a:moveTo>
                <a:pt x="0" y="1537017"/>
              </a:moveTo>
              <a:lnTo>
                <a:pt x="164305" y="1537017"/>
              </a:lnTo>
              <a:lnTo>
                <a:pt x="164305" y="0"/>
              </a:lnTo>
              <a:lnTo>
                <a:pt x="328610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300" b="1" kern="1200">
            <a:solidFill>
              <a:schemeClr val="tx1"/>
            </a:solidFill>
          </a:endParaRPr>
        </a:p>
      </dsp:txBody>
      <dsp:txXfrm>
        <a:off x="1427035" y="1696647"/>
        <a:ext cx="78587" cy="78587"/>
      </dsp:txXfrm>
    </dsp:sp>
    <dsp:sp modelId="{75C26DFC-FC67-4C06-989E-16C6E00D3B32}">
      <dsp:nvSpPr>
        <dsp:cNvPr id="0" name=""/>
        <dsp:cNvSpPr/>
      </dsp:nvSpPr>
      <dsp:spPr>
        <a:xfrm rot="16200000">
          <a:off x="322652" y="2253984"/>
          <a:ext cx="1457812" cy="500930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变量分类</a:t>
          </a:r>
        </a:p>
      </dsp:txBody>
      <dsp:txXfrm>
        <a:off x="322652" y="2253984"/>
        <a:ext cx="1457812" cy="500930"/>
      </dsp:txXfrm>
    </dsp:sp>
    <dsp:sp modelId="{7C037BA4-D1A4-4F3C-83D3-DDE8ECB244F5}">
      <dsp:nvSpPr>
        <dsp:cNvPr id="0" name=""/>
        <dsp:cNvSpPr/>
      </dsp:nvSpPr>
      <dsp:spPr>
        <a:xfrm>
          <a:off x="1630634" y="635446"/>
          <a:ext cx="1643051" cy="663973"/>
        </a:xfrm>
        <a:prstGeom prst="hexagon">
          <a:avLst/>
        </a:prstGeom>
        <a:solidFill>
          <a:srgbClr val="00FF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类别变量</a:t>
          </a:r>
          <a:endParaRPr lang="en-US" altLang="zh-CN" sz="1300" b="1" kern="1200" dirty="0">
            <a:solidFill>
              <a:schemeClr val="tx1"/>
            </a:solidFill>
          </a:endParaRP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（定性）</a:t>
          </a:r>
        </a:p>
      </dsp:txBody>
      <dsp:txXfrm>
        <a:off x="1822886" y="713137"/>
        <a:ext cx="1258547" cy="508591"/>
      </dsp:txXfrm>
    </dsp:sp>
    <dsp:sp modelId="{696DA65D-F253-4299-978A-93036289CB94}">
      <dsp:nvSpPr>
        <dsp:cNvPr id="0" name=""/>
        <dsp:cNvSpPr/>
      </dsp:nvSpPr>
      <dsp:spPr>
        <a:xfrm>
          <a:off x="3602295" y="5370"/>
          <a:ext cx="1643051" cy="557886"/>
        </a:xfrm>
        <a:prstGeom prst="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无序类别变量</a:t>
          </a:r>
          <a:endParaRPr lang="en-US" altLang="zh-CN" sz="1300" b="1" kern="1200" dirty="0">
            <a:solidFill>
              <a:schemeClr val="tx1"/>
            </a:solidFill>
          </a:endParaRP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（名义值）</a:t>
          </a:r>
        </a:p>
      </dsp:txBody>
      <dsp:txXfrm>
        <a:off x="3602295" y="5370"/>
        <a:ext cx="1643051" cy="557886"/>
      </dsp:txXfrm>
    </dsp:sp>
    <dsp:sp modelId="{C071415F-7A4D-46BA-B511-5583B71A343D}">
      <dsp:nvSpPr>
        <dsp:cNvPr id="0" name=""/>
        <dsp:cNvSpPr/>
      </dsp:nvSpPr>
      <dsp:spPr>
        <a:xfrm>
          <a:off x="3602295" y="688489"/>
          <a:ext cx="1643051" cy="557886"/>
        </a:xfrm>
        <a:prstGeom prst="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有序类别变量</a:t>
          </a:r>
          <a:endParaRPr lang="en-US" altLang="zh-CN" sz="1300" b="1" kern="1200" dirty="0">
            <a:solidFill>
              <a:schemeClr val="tx1"/>
            </a:solidFill>
          </a:endParaRP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（顺序值）</a:t>
          </a:r>
        </a:p>
      </dsp:txBody>
      <dsp:txXfrm>
        <a:off x="3602295" y="688489"/>
        <a:ext cx="1643051" cy="557886"/>
      </dsp:txXfrm>
    </dsp:sp>
    <dsp:sp modelId="{B91A889B-354A-48AE-B926-A262722A5F1F}">
      <dsp:nvSpPr>
        <dsp:cNvPr id="0" name=""/>
        <dsp:cNvSpPr/>
      </dsp:nvSpPr>
      <dsp:spPr>
        <a:xfrm>
          <a:off x="3602295" y="1371608"/>
          <a:ext cx="1643051" cy="557886"/>
        </a:xfrm>
        <a:prstGeom prst="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布尔变量</a:t>
          </a:r>
          <a:endParaRPr lang="en-US" altLang="zh-CN" sz="1300" b="1" kern="1200" dirty="0">
            <a:solidFill>
              <a:schemeClr val="tx1"/>
            </a:solidFill>
          </a:endParaRP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（二值）</a:t>
          </a:r>
        </a:p>
      </dsp:txBody>
      <dsp:txXfrm>
        <a:off x="3602295" y="1371608"/>
        <a:ext cx="1643051" cy="557886"/>
      </dsp:txXfrm>
    </dsp:sp>
    <dsp:sp modelId="{E3C7FB3A-06D6-4108-9D1A-31AAEF3D0E8E}">
      <dsp:nvSpPr>
        <dsp:cNvPr id="0" name=""/>
        <dsp:cNvSpPr/>
      </dsp:nvSpPr>
      <dsp:spPr>
        <a:xfrm>
          <a:off x="1630634" y="2343242"/>
          <a:ext cx="1643051" cy="663973"/>
        </a:xfrm>
        <a:prstGeom prst="hexagon">
          <a:avLst/>
        </a:prstGeom>
        <a:solidFill>
          <a:srgbClr val="00FF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数值变量</a:t>
          </a:r>
          <a:endParaRPr lang="en-US" altLang="zh-CN" sz="1300" b="1" kern="1200" dirty="0">
            <a:solidFill>
              <a:schemeClr val="tx1"/>
            </a:solidFill>
          </a:endParaRP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（定量）</a:t>
          </a:r>
        </a:p>
      </dsp:txBody>
      <dsp:txXfrm>
        <a:off x="1822886" y="2420933"/>
        <a:ext cx="1258547" cy="508591"/>
      </dsp:txXfrm>
    </dsp:sp>
    <dsp:sp modelId="{18AD244E-4224-43B7-B342-BE6A23DBC666}">
      <dsp:nvSpPr>
        <dsp:cNvPr id="0" name=""/>
        <dsp:cNvSpPr/>
      </dsp:nvSpPr>
      <dsp:spPr>
        <a:xfrm>
          <a:off x="3602295" y="2054726"/>
          <a:ext cx="1643051" cy="557886"/>
        </a:xfrm>
        <a:prstGeom prst="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离散变量</a:t>
          </a:r>
          <a:endParaRPr lang="en-US" altLang="zh-CN" sz="1300" b="1" kern="1200" dirty="0">
            <a:solidFill>
              <a:schemeClr val="tx1"/>
            </a:solidFill>
          </a:endParaRP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（离散值）</a:t>
          </a:r>
        </a:p>
      </dsp:txBody>
      <dsp:txXfrm>
        <a:off x="3602295" y="2054726"/>
        <a:ext cx="1643051" cy="557886"/>
      </dsp:txXfrm>
    </dsp:sp>
    <dsp:sp modelId="{40809974-34E4-4D40-8BDB-728D06D9C200}">
      <dsp:nvSpPr>
        <dsp:cNvPr id="0" name=""/>
        <dsp:cNvSpPr/>
      </dsp:nvSpPr>
      <dsp:spPr>
        <a:xfrm>
          <a:off x="3602295" y="2737845"/>
          <a:ext cx="1643051" cy="557886"/>
        </a:xfrm>
        <a:prstGeom prst="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连续变量</a:t>
          </a:r>
          <a:endParaRPr lang="en-US" altLang="zh-CN" sz="1300" b="1" kern="1200" dirty="0">
            <a:solidFill>
              <a:schemeClr val="tx1"/>
            </a:solidFill>
          </a:endParaRP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（连续值）</a:t>
          </a:r>
        </a:p>
      </dsp:txBody>
      <dsp:txXfrm>
        <a:off x="3602295" y="2737845"/>
        <a:ext cx="1643051" cy="557886"/>
      </dsp:txXfrm>
    </dsp:sp>
    <dsp:sp modelId="{09F975F6-EAA0-4C4A-B5AD-52121D5416EC}">
      <dsp:nvSpPr>
        <dsp:cNvPr id="0" name=""/>
        <dsp:cNvSpPr/>
      </dsp:nvSpPr>
      <dsp:spPr>
        <a:xfrm>
          <a:off x="1630634" y="3709480"/>
          <a:ext cx="1643051" cy="663973"/>
        </a:xfrm>
        <a:prstGeom prst="hexagon">
          <a:avLst/>
        </a:prstGeom>
        <a:solidFill>
          <a:srgbClr val="00FFF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时间变量</a:t>
          </a:r>
          <a:endParaRPr lang="en-US" altLang="zh-CN" sz="1300" b="1" kern="1200" dirty="0">
            <a:solidFill>
              <a:schemeClr val="tx1"/>
            </a:solidFill>
          </a:endParaRP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（定性或定量）</a:t>
          </a:r>
          <a:endParaRPr lang="en-US" altLang="zh-CN" sz="1300" b="1" kern="1200" dirty="0">
            <a:solidFill>
              <a:schemeClr val="tx1"/>
            </a:solidFill>
          </a:endParaRPr>
        </a:p>
      </dsp:txBody>
      <dsp:txXfrm>
        <a:off x="1822886" y="3787171"/>
        <a:ext cx="1258547" cy="508591"/>
      </dsp:txXfrm>
    </dsp:sp>
    <dsp:sp modelId="{2B536F3D-6EDE-4060-8284-F0CF189AF425}">
      <dsp:nvSpPr>
        <dsp:cNvPr id="0" name=""/>
        <dsp:cNvSpPr/>
      </dsp:nvSpPr>
      <dsp:spPr>
        <a:xfrm>
          <a:off x="3602295" y="3420964"/>
          <a:ext cx="1643051" cy="557886"/>
        </a:xfrm>
        <a:prstGeom prst="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定性：离散值</a:t>
          </a:r>
        </a:p>
      </dsp:txBody>
      <dsp:txXfrm>
        <a:off x="3602295" y="3420964"/>
        <a:ext cx="1643051" cy="557886"/>
      </dsp:txXfrm>
    </dsp:sp>
    <dsp:sp modelId="{500AB88C-D9A3-4118-9AA8-3C12D1664A88}">
      <dsp:nvSpPr>
        <dsp:cNvPr id="0" name=""/>
        <dsp:cNvSpPr/>
      </dsp:nvSpPr>
      <dsp:spPr>
        <a:xfrm>
          <a:off x="3602295" y="4104083"/>
          <a:ext cx="1643051" cy="557886"/>
        </a:xfrm>
        <a:prstGeom prst="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threePt" dir="t"/>
        </a:scene3d>
        <a:sp3d>
          <a:bevelT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300" b="1" kern="1200" dirty="0">
              <a:solidFill>
                <a:schemeClr val="tx1"/>
              </a:solidFill>
            </a:rPr>
            <a:t>定量：连续值</a:t>
          </a:r>
        </a:p>
      </dsp:txBody>
      <dsp:txXfrm>
        <a:off x="3602295" y="4104083"/>
        <a:ext cx="1643051" cy="5578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9D8C1C-1F4A-408D-8107-6E708223966A}">
      <dsp:nvSpPr>
        <dsp:cNvPr id="0" name=""/>
        <dsp:cNvSpPr/>
      </dsp:nvSpPr>
      <dsp:spPr>
        <a:xfrm>
          <a:off x="1941930" y="1854198"/>
          <a:ext cx="938485" cy="9384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可视化分析</a:t>
          </a:r>
        </a:p>
      </dsp:txBody>
      <dsp:txXfrm>
        <a:off x="2079368" y="1991636"/>
        <a:ext cx="663609" cy="663609"/>
      </dsp:txXfrm>
    </dsp:sp>
    <dsp:sp modelId="{3E4DB5EE-DD87-45AC-B3BD-6CA5316AF2E1}">
      <dsp:nvSpPr>
        <dsp:cNvPr id="0" name=""/>
        <dsp:cNvSpPr/>
      </dsp:nvSpPr>
      <dsp:spPr>
        <a:xfrm rot="16200000">
          <a:off x="2231446" y="1365723"/>
          <a:ext cx="359452" cy="319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1" kern="1200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279309" y="1477403"/>
        <a:ext cx="263727" cy="191451"/>
      </dsp:txXfrm>
    </dsp:sp>
    <dsp:sp modelId="{0A407999-412B-4EA6-B688-0C5897DFFF51}">
      <dsp:nvSpPr>
        <dsp:cNvPr id="0" name=""/>
        <dsp:cNvSpPr/>
      </dsp:nvSpPr>
      <dsp:spPr>
        <a:xfrm>
          <a:off x="1824619" y="2879"/>
          <a:ext cx="1173106" cy="117310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比较数值大小和差异</a:t>
          </a:r>
        </a:p>
      </dsp:txBody>
      <dsp:txXfrm>
        <a:off x="1996416" y="174676"/>
        <a:ext cx="829512" cy="829512"/>
      </dsp:txXfrm>
    </dsp:sp>
    <dsp:sp modelId="{AA4BDF55-B59D-45A3-BA27-24168E10ECCB}">
      <dsp:nvSpPr>
        <dsp:cNvPr id="0" name=""/>
        <dsp:cNvSpPr/>
      </dsp:nvSpPr>
      <dsp:spPr>
        <a:xfrm rot="19285714">
          <a:off x="2855485" y="1666244"/>
          <a:ext cx="359452" cy="319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126424"/>
            <a:satOff val="-2903"/>
            <a:lumOff val="-196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1" kern="1200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865927" y="1759903"/>
        <a:ext cx="263727" cy="191451"/>
      </dsp:txXfrm>
    </dsp:sp>
    <dsp:sp modelId="{A199727F-A94C-42E3-BC62-2CD4890A2E10}">
      <dsp:nvSpPr>
        <dsp:cNvPr id="0" name=""/>
        <dsp:cNvSpPr/>
      </dsp:nvSpPr>
      <dsp:spPr>
        <a:xfrm>
          <a:off x="3180321" y="655751"/>
          <a:ext cx="1173106" cy="1173106"/>
        </a:xfrm>
        <a:prstGeom prst="ellipse">
          <a:avLst/>
        </a:prstGeom>
        <a:solidFill>
          <a:schemeClr val="accent5">
            <a:hueOff val="-1126424"/>
            <a:satOff val="-2903"/>
            <a:lumOff val="-196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展示数据结构和流向</a:t>
          </a:r>
        </a:p>
      </dsp:txBody>
      <dsp:txXfrm>
        <a:off x="3352118" y="827548"/>
        <a:ext cx="829512" cy="829512"/>
      </dsp:txXfrm>
    </dsp:sp>
    <dsp:sp modelId="{65234DD9-2B72-4973-9769-458540D8B1EE}">
      <dsp:nvSpPr>
        <dsp:cNvPr id="0" name=""/>
        <dsp:cNvSpPr/>
      </dsp:nvSpPr>
      <dsp:spPr>
        <a:xfrm rot="771429">
          <a:off x="3009610" y="2341509"/>
          <a:ext cx="359452" cy="319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1" kern="1200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010810" y="2394676"/>
        <a:ext cx="263727" cy="191451"/>
      </dsp:txXfrm>
    </dsp:sp>
    <dsp:sp modelId="{626392FF-E6CC-44BD-A515-29B00EDEE5B6}">
      <dsp:nvSpPr>
        <dsp:cNvPr id="0" name=""/>
        <dsp:cNvSpPr/>
      </dsp:nvSpPr>
      <dsp:spPr>
        <a:xfrm>
          <a:off x="3515152" y="2122741"/>
          <a:ext cx="1173106" cy="1173106"/>
        </a:xfrm>
        <a:prstGeom prst="ellipse">
          <a:avLst/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展示数据分布</a:t>
          </a:r>
        </a:p>
      </dsp:txBody>
      <dsp:txXfrm>
        <a:off x="3686949" y="2294538"/>
        <a:ext cx="829512" cy="829512"/>
      </dsp:txXfrm>
    </dsp:sp>
    <dsp:sp modelId="{05926CCB-0B98-4F92-AEA9-3F271BD14C3B}">
      <dsp:nvSpPr>
        <dsp:cNvPr id="0" name=""/>
        <dsp:cNvSpPr/>
      </dsp:nvSpPr>
      <dsp:spPr>
        <a:xfrm rot="3857143">
          <a:off x="2577762" y="2883030"/>
          <a:ext cx="359452" cy="319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b="1" kern="1200">
            <a:solidFill>
              <a:sysClr val="windowText" lastClr="000000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604858" y="2903724"/>
        <a:ext cx="263727" cy="191451"/>
      </dsp:txXfrm>
    </dsp:sp>
    <dsp:sp modelId="{3DA5B17E-E9CD-4BF6-9252-AEF1962E7035}">
      <dsp:nvSpPr>
        <dsp:cNvPr id="0" name=""/>
        <dsp:cNvSpPr/>
      </dsp:nvSpPr>
      <dsp:spPr>
        <a:xfrm>
          <a:off x="2576977" y="3299175"/>
          <a:ext cx="1173106" cy="1173106"/>
        </a:xfrm>
        <a:prstGeom prst="ellipse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展示变量间关系</a:t>
          </a:r>
        </a:p>
      </dsp:txBody>
      <dsp:txXfrm>
        <a:off x="2748774" y="3470972"/>
        <a:ext cx="829512" cy="829512"/>
      </dsp:txXfrm>
    </dsp:sp>
    <dsp:sp modelId="{868C74AD-C106-45FD-8CFB-3EA14B6E45FD}">
      <dsp:nvSpPr>
        <dsp:cNvPr id="0" name=""/>
        <dsp:cNvSpPr/>
      </dsp:nvSpPr>
      <dsp:spPr>
        <a:xfrm rot="6942857">
          <a:off x="1885131" y="2883030"/>
          <a:ext cx="359452" cy="319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953760" y="2903724"/>
        <a:ext cx="263727" cy="191451"/>
      </dsp:txXfrm>
    </dsp:sp>
    <dsp:sp modelId="{E0F0B4E2-E43F-4D3D-81DE-F4D7A2FC52D1}">
      <dsp:nvSpPr>
        <dsp:cNvPr id="0" name=""/>
        <dsp:cNvSpPr/>
      </dsp:nvSpPr>
      <dsp:spPr>
        <a:xfrm>
          <a:off x="1072261" y="3299175"/>
          <a:ext cx="1173106" cy="1173106"/>
        </a:xfrm>
        <a:prstGeom prst="ellipse">
          <a:avLst/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比较样本相似性</a:t>
          </a:r>
        </a:p>
      </dsp:txBody>
      <dsp:txXfrm>
        <a:off x="1244058" y="3470972"/>
        <a:ext cx="829512" cy="829512"/>
      </dsp:txXfrm>
    </dsp:sp>
    <dsp:sp modelId="{1FBD88E5-66DA-4196-ACB3-04A1E8CFF1CD}">
      <dsp:nvSpPr>
        <dsp:cNvPr id="0" name=""/>
        <dsp:cNvSpPr/>
      </dsp:nvSpPr>
      <dsp:spPr>
        <a:xfrm rot="10028571">
          <a:off x="1453283" y="2341509"/>
          <a:ext cx="359452" cy="319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632119"/>
            <a:satOff val="-14516"/>
            <a:lumOff val="-980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547808" y="2394676"/>
        <a:ext cx="263727" cy="191451"/>
      </dsp:txXfrm>
    </dsp:sp>
    <dsp:sp modelId="{034B92F3-B329-4EAA-8B43-23EF5E11C7C2}">
      <dsp:nvSpPr>
        <dsp:cNvPr id="0" name=""/>
        <dsp:cNvSpPr/>
      </dsp:nvSpPr>
      <dsp:spPr>
        <a:xfrm>
          <a:off x="134086" y="2122741"/>
          <a:ext cx="1173106" cy="1173106"/>
        </a:xfrm>
        <a:prstGeom prst="ellipse">
          <a:avLst/>
        </a:prstGeom>
        <a:solidFill>
          <a:schemeClr val="accent5">
            <a:hueOff val="-5632119"/>
            <a:satOff val="-14516"/>
            <a:lumOff val="-980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展示时间序列</a:t>
          </a:r>
        </a:p>
      </dsp:txBody>
      <dsp:txXfrm>
        <a:off x="305883" y="2294538"/>
        <a:ext cx="829512" cy="829512"/>
      </dsp:txXfrm>
    </dsp:sp>
    <dsp:sp modelId="{EB01E339-A995-4B1E-9053-CE2225003538}">
      <dsp:nvSpPr>
        <dsp:cNvPr id="0" name=""/>
        <dsp:cNvSpPr/>
      </dsp:nvSpPr>
      <dsp:spPr>
        <a:xfrm rot="13114286">
          <a:off x="1607407" y="1666244"/>
          <a:ext cx="359452" cy="3190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2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10800000">
        <a:off x="1692690" y="1759903"/>
        <a:ext cx="263727" cy="191451"/>
      </dsp:txXfrm>
    </dsp:sp>
    <dsp:sp modelId="{5DBB13DA-C939-47FC-A960-366F7D7D70E7}">
      <dsp:nvSpPr>
        <dsp:cNvPr id="0" name=""/>
        <dsp:cNvSpPr/>
      </dsp:nvSpPr>
      <dsp:spPr>
        <a:xfrm>
          <a:off x="468917" y="655751"/>
          <a:ext cx="1173106" cy="1173106"/>
        </a:xfrm>
        <a:prstGeom prst="ellipse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组合式和交互式图形</a:t>
          </a:r>
        </a:p>
      </dsp:txBody>
      <dsp:txXfrm>
        <a:off x="640714" y="827548"/>
        <a:ext cx="829512" cy="8295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FCBECCD-7BE8-C828-2B1C-94C8090A94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4FC60E-94AD-2E6D-8BEA-6D1C11EB59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13F643-3709-4BA6-B58B-B155D5CDD5BD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094768-7235-45CD-E672-2EADA32424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F7EC86D-F975-A151-60DE-F4EBCD65BA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C392DF-8514-483D-BC7C-1347B43793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441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54936-C32E-4B5F-9C00-DE18EC293E6D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0304E-243D-4FB6-884F-3E6061F00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68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813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361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3899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7593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827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425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628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8820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722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473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1890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215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3189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12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989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2985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45474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88467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8173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7002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4054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5227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6374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5848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4682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6453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33086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68822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5099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1967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2902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2840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0304E-243D-4FB6-884F-3E6061F00E76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9151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6C0ED60-2263-4EAE-A32E-1C3FDB03FC51}" type="slidenum">
              <a:rPr lang="en-US" altLang="zh-CN" b="0" smtClean="0"/>
              <a:pPr eaLnBrk="1" hangingPunct="1"/>
              <a:t>55</a:t>
            </a:fld>
            <a:endParaRPr lang="en-US" altLang="zh-CN" b="0" dirty="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3276600"/>
            <a:ext cx="5029200" cy="51816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endParaRPr lang="zh-CN" altLang="zh-CN"/>
          </a:p>
        </p:txBody>
      </p:sp>
      <p:sp>
        <p:nvSpPr>
          <p:cNvPr id="47108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09700" y="692150"/>
            <a:ext cx="4038600" cy="2273300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110575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03911-1325-4990-9323-67866A3DA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D08E5B-80E4-4FD0-9CDA-5500B9FC9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1137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33017-8E63-40AD-BA89-BBB2DF06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541B9A-6066-437C-A37E-12AA3A77C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B60100-748D-4E91-93CA-D72E091230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B5C0A2-AE1A-4240-B327-42A20908623E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C4AB81-A6C4-44EF-926A-6AA9872FC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F1667-2E90-4C92-8C58-6F859444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92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41E1B-492C-44FB-9CA3-2420D1281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ED9EAE-AE6C-44FA-9A23-7CBD63088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0415E1-0EE9-494C-87CA-A87BAD08F0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08CFB45-BD77-42C2-B43B-9CCE57C43804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EED9C1-6D6B-43B1-88E7-CF357750F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9F2E4E-68A6-44F0-89F1-9069558E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769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6DCF85-EA79-4E15-B212-198BA5E0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D22BAC-4316-4B37-83C8-3CFFCFEE9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57768D-8B1B-4A40-8A1B-0AC0323E3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33FB19-A5D7-478C-8B7B-8299F4445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AE7C0A-51A3-489C-9A57-4ED5AAA198D8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CED81C-AAD8-40C0-A43F-9D9FB9351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C24794-BF6C-4771-8DBA-AAC07BC3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011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ADD335-5E95-437F-8BB9-A5F5CC020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1372A5-726C-4D76-98A6-013BEE003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A37AF2-BF75-4C37-A2FE-D332194D3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FA0C6B-D138-4ACC-9E98-4920C2EAF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BCEC55-53FB-427F-A3DA-B4D5A728B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E999D13-5648-462B-A233-9E2CB0C7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763D98-5F04-4BA9-AB85-97856237DB98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BD894E-170B-492B-B70A-EDD9A7FB4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115CA6A-9FA6-4365-870E-2DA48DC4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461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BF246-4037-441C-876F-777CC926D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FFBA47-D15B-4A7D-90C5-3FF2B94B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233C68-0546-46EF-826F-31AB21D0E22F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7BC1F9-EF67-4B0A-96D1-EF168C9E4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AE28D9-605D-4CD2-B34B-BF76CDF0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637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4973FC-C444-49AD-8778-F5595432A3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C15AE0-43B3-4320-AFBE-87214D5BB912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EC1063-A3F0-4172-BCFB-CD827E2B6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AC6608-BFA7-48AD-A590-0E85E9BF9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74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93C89A-E0B7-4981-8F0B-4A7A37DFE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C0E238-74BD-4EA3-996E-32B10590B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769AF6-4E84-4D70-98D9-479DF698C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D74493-971D-42F5-91FF-A5917C2D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331374-E5A2-4981-B795-16EF6DE65827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CDA75E-D89E-4AE1-8D91-7605D574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F8901A-E4E6-4A7D-8E8C-9057C44E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03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84D86-098B-45E7-8693-7E2DE7984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28C271-481B-4D73-8474-75D6D49B1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4DE7F4-849E-4963-9100-C8B9B0A08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5913C3-07E4-4E81-AC28-DB408062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EF558D-81CA-4B76-8F12-A95764433413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F2ECCF-DF52-4A0B-9088-6CD8439B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079631-3376-40BB-8D99-D13069AD4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345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B782D-E973-4A4C-9768-5AF63655E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7AED1F-4B71-4171-BEF5-E90CF2DBB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3CF74F-5A81-42A8-BFDE-9DF8D20D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0449A0-A72F-4DFF-AC68-836BF414A89D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5E0F45-E0D1-46EA-B198-5F3003E2E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FA175A-B4E7-4A78-94E6-0A03CE80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47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3B2054-169E-46FC-87FF-00644348A8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E503AE-1314-4E68-BF61-5DAB31ED9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4084A-FB51-4F63-B403-370B4F13DC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D7C6E1-5A4D-4ECE-B124-9762BAA7798B}" type="datetime1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699ED0-3608-4FCB-96BE-FFB5DD2CD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0F967E-32DE-45B6-9C75-1157F0E4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170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967DB04B-2F09-50C3-C642-07F125D3A25C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285460" y="9940"/>
            <a:ext cx="10896605" cy="10176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zh-CN" altLang="en-US" sz="3200" b="1" dirty="0">
              <a:solidFill>
                <a:srgbClr val="00206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7BBF2C-F801-4650-BCBF-3E6A2B1F4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480" y="1672313"/>
            <a:ext cx="10959546" cy="450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05F5E1-C922-4E5A-89F4-6F2B58D16289}"/>
              </a:ext>
            </a:extLst>
          </p:cNvPr>
          <p:cNvSpPr/>
          <p:nvPr userDrawn="1"/>
        </p:nvSpPr>
        <p:spPr>
          <a:xfrm>
            <a:off x="9935" y="1"/>
            <a:ext cx="1275525" cy="1053548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数据可视化与</a:t>
            </a:r>
            <a:r>
              <a:rPr lang="en-US" altLang="zh-CN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ADC6794-BAC4-49B1-8B9A-A91B2A78D5FE}"/>
              </a:ext>
            </a:extLst>
          </p:cNvPr>
          <p:cNvCxnSpPr>
            <a:cxnSpLocks/>
          </p:cNvCxnSpPr>
          <p:nvPr userDrawn="1"/>
        </p:nvCxnSpPr>
        <p:spPr>
          <a:xfrm flipV="1">
            <a:off x="1470992" y="1043609"/>
            <a:ext cx="10721008" cy="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D5EAEA1C-2B82-4DF5-B721-B18A8CF883DD}"/>
              </a:ext>
            </a:extLst>
          </p:cNvPr>
          <p:cNvSpPr/>
          <p:nvPr userDrawn="1"/>
        </p:nvSpPr>
        <p:spPr>
          <a:xfrm>
            <a:off x="1441171" y="1"/>
            <a:ext cx="238540" cy="105354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B230C6B-BACC-4B1C-9DFC-332C0E60FE1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0" y="1059044"/>
            <a:ext cx="12192000" cy="50394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5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5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华文细黑" panose="02010600040101010101" pitchFamily="2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3B0E80D7-16B5-CFD2-1ADE-AF70FD2EEF6F}"/>
              </a:ext>
            </a:extLst>
          </p:cNvPr>
          <p:cNvSpPr txBox="1">
            <a:spLocks/>
          </p:cNvSpPr>
          <p:nvPr userDrawn="1"/>
        </p:nvSpPr>
        <p:spPr>
          <a:xfrm>
            <a:off x="23188" y="6461539"/>
            <a:ext cx="12172130" cy="3964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300" b="1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</a:t>
            </a:r>
            <a:fld id="{40D7A12C-C48C-4203-A694-F2B6F5190069}" type="datetime1">
              <a:rPr lang="zh-CN" altLang="en-US" sz="1300" b="1" smtClean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2026/1/16</a:t>
            </a:fld>
            <a:r>
              <a:rPr lang="zh-CN" altLang="en-US" sz="1300" b="1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                                        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数据可视化分析</a:t>
            </a:r>
            <a:r>
              <a:rPr lang="en-US" altLang="zh-CN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en-US" altLang="zh-CN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—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贾俊平                                                                        </a:t>
            </a:r>
            <a:r>
              <a:rPr lang="en-US" altLang="zh-CN" sz="13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1 - </a:t>
            </a:r>
            <a:fld id="{16EAF49E-217F-4E01-A667-C6B4D41E8F57}" type="slidenum">
              <a:rPr lang="en-US" altLang="zh-CN" sz="1300" b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‹#›</a:t>
            </a:fld>
            <a:endParaRPr lang="en-US" altLang="zh-CN" sz="13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CN" altLang="en-US" sz="13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B9DBBA9-CB4E-8B92-F030-4DFB2A2D9E59}"/>
              </a:ext>
            </a:extLst>
          </p:cNvPr>
          <p:cNvSpPr/>
          <p:nvPr userDrawn="1"/>
        </p:nvSpPr>
        <p:spPr>
          <a:xfrm>
            <a:off x="212036" y="1163320"/>
            <a:ext cx="294859" cy="31238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BF44E27-EAC5-2674-E4E1-D6942143383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81309" y="6413"/>
            <a:ext cx="1380435" cy="101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5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n-lt"/>
          <a:ea typeface="华文细黑" panose="0201060004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hyperlink" Target="https://www.rstudio.com/products/rstudio/download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140A239C-459A-7748-18ED-9D9FCF06E658}"/>
              </a:ext>
            </a:extLst>
          </p:cNvPr>
          <p:cNvGrpSpPr/>
          <p:nvPr/>
        </p:nvGrpSpPr>
        <p:grpSpPr>
          <a:xfrm>
            <a:off x="-57405" y="0"/>
            <a:ext cx="12271508" cy="6858000"/>
            <a:chOff x="-57405" y="0"/>
            <a:chExt cx="12271508" cy="68580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D2B003D-593F-48DB-BE13-1C28EEAA2375}"/>
                </a:ext>
              </a:extLst>
            </p:cNvPr>
            <p:cNvSpPr/>
            <p:nvPr/>
          </p:nvSpPr>
          <p:spPr>
            <a:xfrm>
              <a:off x="-57405" y="0"/>
              <a:ext cx="12271508" cy="68580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85445D0-CE9B-A4CC-30B0-668A63D7F5B6}"/>
                </a:ext>
              </a:extLst>
            </p:cNvPr>
            <p:cNvSpPr/>
            <p:nvPr/>
          </p:nvSpPr>
          <p:spPr>
            <a:xfrm>
              <a:off x="8533234" y="2415386"/>
              <a:ext cx="2307048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5000" b="1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R </a:t>
              </a:r>
              <a:r>
                <a:rPr lang="zh-CN" altLang="en-US" sz="5000" b="1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语言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74B7932-FC4D-9E74-8C2D-407E06788E45}"/>
                </a:ext>
              </a:extLst>
            </p:cNvPr>
            <p:cNvSpPr txBox="1"/>
            <p:nvPr/>
          </p:nvSpPr>
          <p:spPr>
            <a:xfrm>
              <a:off x="5018314" y="1352666"/>
              <a:ext cx="5821968" cy="10156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琥珀" panose="02010800040101010101" pitchFamily="2" charset="-122"/>
                  <a:ea typeface="华文琥珀" panose="02010800040101010101" pitchFamily="2" charset="-122"/>
                </a:rPr>
                <a:t>数据可视化分析     </a:t>
              </a:r>
              <a:endParaRPr lang="en-US" altLang="zh-CN" sz="6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endParaRPr>
            </a:p>
          </p:txBody>
        </p:sp>
        <p:sp>
          <p:nvSpPr>
            <p:cNvPr id="17" name="副标题 2">
              <a:extLst>
                <a:ext uri="{FF2B5EF4-FFF2-40B4-BE49-F238E27FC236}">
                  <a16:creationId xmlns:a16="http://schemas.microsoft.com/office/drawing/2014/main" id="{D7ED5E4C-E3FE-4A85-6B41-62F1AA059163}"/>
                </a:ext>
              </a:extLst>
            </p:cNvPr>
            <p:cNvSpPr txBox="1">
              <a:spLocks/>
            </p:cNvSpPr>
            <p:nvPr/>
          </p:nvSpPr>
          <p:spPr>
            <a:xfrm>
              <a:off x="9100901" y="5201655"/>
              <a:ext cx="1879415" cy="1196834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t>贾俊平</a:t>
              </a:r>
              <a:endPara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fld id="{40D7A12C-C48C-4203-A694-F2B6F5190069}" type="datetime1">
                <a:rPr lang="zh-CN" altLang="en-US" sz="2200" b="1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pPr>
                  <a:lnSpc>
                    <a:spcPct val="150000"/>
                  </a:lnSpc>
                </a:pPr>
                <a:t>2026/1/16</a:t>
              </a:fld>
              <a:endParaRPr lang="zh-CN" altLang="en-US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A77711A-D9C3-862C-970B-1304CBB42097}"/>
                </a:ext>
              </a:extLst>
            </p:cNvPr>
            <p:cNvSpPr/>
            <p:nvPr/>
          </p:nvSpPr>
          <p:spPr>
            <a:xfrm>
              <a:off x="348344" y="359229"/>
              <a:ext cx="11506200" cy="61504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DCC974D1-DCEA-DAD9-BA84-A0C1B34084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7017088"/>
                </p:ext>
              </p:extLst>
            </p:nvPr>
          </p:nvGraphicFramePr>
          <p:xfrm>
            <a:off x="664029" y="598713"/>
            <a:ext cx="10874828" cy="5660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6108840" imgH="4280040" progId="PBrush">
                    <p:embed/>
                  </p:oleObj>
                </mc:Choice>
                <mc:Fallback>
                  <p:oleObj name="Bitmap Image" r:id="rId2" imgW="6108840" imgH="4280040" progId="PBrush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DCC974D1-DCEA-DAD9-BA84-A0C1B34084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64029" y="598713"/>
                          <a:ext cx="10874828" cy="56605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38CC3B9-D273-DA53-3D51-7097270B8979}"/>
                </a:ext>
              </a:extLst>
            </p:cNvPr>
            <p:cNvSpPr/>
            <p:nvPr/>
          </p:nvSpPr>
          <p:spPr>
            <a:xfrm>
              <a:off x="7206344" y="2622251"/>
              <a:ext cx="3718954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5000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基于 </a:t>
              </a:r>
              <a:r>
                <a:rPr lang="en-US" altLang="zh-CN" sz="5000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R </a:t>
              </a:r>
              <a:r>
                <a:rPr lang="zh-CN" altLang="en-US" sz="5000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语言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78B0296-8DCD-A0D4-E6A8-49A8022C13B3}"/>
                </a:ext>
              </a:extLst>
            </p:cNvPr>
            <p:cNvSpPr txBox="1"/>
            <p:nvPr/>
          </p:nvSpPr>
          <p:spPr>
            <a:xfrm>
              <a:off x="5323114" y="1559531"/>
              <a:ext cx="5602183" cy="10156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60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琥珀" panose="02010800040101010101" pitchFamily="2" charset="-122"/>
                  <a:ea typeface="华文琥珀" panose="02010800040101010101" pitchFamily="2" charset="-122"/>
                </a:rPr>
                <a:t>数据可视化分析     </a:t>
              </a:r>
              <a:endParaRPr lang="en-US" altLang="zh-CN" sz="6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endParaRPr>
            </a:p>
          </p:txBody>
        </p:sp>
        <p:sp>
          <p:nvSpPr>
            <p:cNvPr id="21" name="副标题 2">
              <a:extLst>
                <a:ext uri="{FF2B5EF4-FFF2-40B4-BE49-F238E27FC236}">
                  <a16:creationId xmlns:a16="http://schemas.microsoft.com/office/drawing/2014/main" id="{982694FD-A4ED-A422-06B2-71C13249BACF}"/>
                </a:ext>
              </a:extLst>
            </p:cNvPr>
            <p:cNvSpPr txBox="1">
              <a:spLocks/>
            </p:cNvSpPr>
            <p:nvPr/>
          </p:nvSpPr>
          <p:spPr>
            <a:xfrm>
              <a:off x="10319657" y="5505334"/>
              <a:ext cx="1333499" cy="753953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t>贾俊平</a:t>
              </a:r>
              <a:endPara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fld id="{40D7A12C-C48C-4203-A694-F2B6F5190069}" type="datetime1">
                <a:rPr lang="zh-CN" altLang="en-US" sz="1600" b="1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pPr>
                  <a:lnSpc>
                    <a:spcPct val="100000"/>
                  </a:lnSpc>
                </a:pPr>
                <a:t>2026/1/16</a:t>
              </a:fld>
              <a:endPara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9D668F91-5A97-DC14-A87D-94ECEC1AF98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543801" y="3604606"/>
              <a:ext cx="3296482" cy="2610697"/>
            </a:xfrm>
            <a:prstGeom prst="rect">
              <a:avLst/>
            </a:prstGeom>
            <a:ln w="12700">
              <a:noFill/>
              <a:miter lim="800000"/>
              <a:headEnd/>
              <a:tailEnd/>
            </a:ln>
          </p:spPr>
          <p:txBody>
            <a:bodyPr vert="horz" lIns="90488" tIns="44450" rIns="90488" bIns="44450" rtlCol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本书特色</a:t>
              </a:r>
              <a:endParaRPr lang="en-US" altLang="zh-CN" sz="2400" dirty="0">
                <a:effectLst/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新颖的写作视角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严谨的组织结构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完备的绘制代码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详尽的图形解读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1939524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D2B003D-593F-48DB-BE13-1C28EEAA2375}"/>
              </a:ext>
            </a:extLst>
          </p:cNvPr>
          <p:cNvSpPr/>
          <p:nvPr/>
        </p:nvSpPr>
        <p:spPr>
          <a:xfrm>
            <a:off x="-57405" y="0"/>
            <a:ext cx="12271508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CD5BFEA8-D60A-4E4F-BEA7-36EF403C3802}"/>
              </a:ext>
            </a:extLst>
          </p:cNvPr>
          <p:cNvSpPr txBox="1">
            <a:spLocks/>
          </p:cNvSpPr>
          <p:nvPr/>
        </p:nvSpPr>
        <p:spPr>
          <a:xfrm>
            <a:off x="6096000" y="4864292"/>
            <a:ext cx="2653745" cy="176099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rPr>
              <a:t>贾俊平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fld id="{40D7A12C-C48C-4203-A694-F2B6F5190069}" type="datetime1">
              <a:rPr lang="zh-CN" altLang="en-US" sz="3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rPr>
              <a:pPr>
                <a:lnSpc>
                  <a:spcPct val="150000"/>
                </a:lnSpc>
              </a:pPr>
              <a:t>2026/1/16</a:t>
            </a:fld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BE89BD-ACBF-40B9-AAFA-85C15C6AD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405" y="-85059"/>
            <a:ext cx="12423070" cy="6943059"/>
          </a:xfrm>
          <a:prstGeom prst="rect">
            <a:avLst/>
          </a:prstGeom>
        </p:spPr>
      </p:pic>
      <p:sp>
        <p:nvSpPr>
          <p:cNvPr id="9" name="圆角矩形 4">
            <a:extLst>
              <a:ext uri="{FF2B5EF4-FFF2-40B4-BE49-F238E27FC236}">
                <a16:creationId xmlns:a16="http://schemas.microsoft.com/office/drawing/2014/main" id="{5B463439-9290-46DE-AF62-1FC729B957BF}"/>
              </a:ext>
            </a:extLst>
          </p:cNvPr>
          <p:cNvSpPr/>
          <p:nvPr/>
        </p:nvSpPr>
        <p:spPr>
          <a:xfrm>
            <a:off x="1318436" y="2286000"/>
            <a:ext cx="9803219" cy="373202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1.1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1.2   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语言的初步使用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1.3   R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语言的数据类型及其操作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1.4   R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语言数据处理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2FE301-88C8-43EE-B4E5-A0F8BAC93B90}"/>
              </a:ext>
            </a:extLst>
          </p:cNvPr>
          <p:cNvSpPr txBox="1"/>
          <p:nvPr/>
        </p:nvSpPr>
        <p:spPr>
          <a:xfrm>
            <a:off x="1456660" y="839972"/>
            <a:ext cx="9545916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    </a:t>
            </a:r>
            <a:r>
              <a:rPr lang="zh-CN" altLang="en-US" sz="4000" b="1" spc="15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数据可视化与</a:t>
            </a:r>
            <a:r>
              <a:rPr lang="en-US" altLang="zh-CN" sz="4000" b="1" spc="15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4000" b="1" spc="15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en-US" altLang="zh-CN" sz="4000" b="1" spc="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4000" b="1" spc="15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7244127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2FC40E15-4A4B-4D76-93CF-3D3FDD2D38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3436224"/>
              </p:ext>
            </p:extLst>
          </p:nvPr>
        </p:nvGraphicFramePr>
        <p:xfrm>
          <a:off x="5529943" y="1709058"/>
          <a:ext cx="6011818" cy="4620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6E94D264-6FC3-43E2-9B81-55AAF75CEB2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>
                <a:solidFill>
                  <a:srgbClr val="002060"/>
                </a:solidFill>
                <a:ea typeface="华文细黑" panose="02010600040101010101" pitchFamily="2" charset="-122"/>
              </a:rPr>
              <a:t>       概要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768835-EF18-8AC3-351B-C7E9AA08A2FF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                      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本章导读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0C273B5-2A21-5513-5F83-8A89D48ACFBA}"/>
              </a:ext>
            </a:extLst>
          </p:cNvPr>
          <p:cNvSpPr txBox="1">
            <a:spLocks noChangeArrowheads="1"/>
          </p:cNvSpPr>
          <p:nvPr/>
        </p:nvSpPr>
        <p:spPr>
          <a:xfrm>
            <a:off x="444453" y="1665302"/>
            <a:ext cx="1810089" cy="719182"/>
          </a:xfrm>
          <a:prstGeom prst="rect">
            <a:avLst/>
          </a:prstGeom>
          <a:ln w="635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图形分类</a:t>
            </a:r>
            <a:endParaRPr lang="en-US" altLang="zh-CN" sz="2200" dirty="0">
              <a:solidFill>
                <a:schemeClr val="bg1"/>
              </a:solidFill>
              <a:effectLst/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A27C5FBA-3AE3-553F-DBD1-8BE400FCCB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9934932"/>
              </p:ext>
            </p:extLst>
          </p:nvPr>
        </p:nvGraphicFramePr>
        <p:xfrm>
          <a:off x="633574" y="1783398"/>
          <a:ext cx="4822346" cy="4475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54829765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E6639952-31FA-4CB6-98CD-CFA110F672FD}"/>
              </a:ext>
            </a:extLst>
          </p:cNvPr>
          <p:cNvSpPr txBox="1">
            <a:spLocks noChangeArrowheads="1"/>
          </p:cNvSpPr>
          <p:nvPr/>
        </p:nvSpPr>
        <p:spPr>
          <a:xfrm>
            <a:off x="733650" y="1656772"/>
            <a:ext cx="10869069" cy="4723707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数据可视化就是把数据</a:t>
            </a:r>
            <a:r>
              <a:rPr lang="zh-CN" altLang="zh-CN" sz="2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用图形展示出来</a:t>
            </a:r>
            <a:r>
              <a:rPr lang="zh-CN" altLang="en-US" sz="2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。它</a:t>
            </a:r>
            <a:r>
              <a:rPr lang="zh-CN" altLang="zh-CN" sz="2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既是对数据的展示过程，也是对数据信息的再提取过程</a:t>
            </a:r>
            <a:endParaRPr lang="en-US" altLang="zh-CN" sz="26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可视化分析需要清楚</a:t>
            </a:r>
            <a:r>
              <a:rPr lang="zh-CN" altLang="en-US" sz="2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三个主题：</a:t>
            </a:r>
            <a:r>
              <a:rPr lang="zh-CN" altLang="zh-CN" sz="2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数据类型、分析目的</a:t>
            </a:r>
            <a:r>
              <a:rPr lang="zh-CN" altLang="en-US" sz="2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实现工具</a:t>
            </a:r>
            <a:endParaRPr lang="en-US" altLang="zh-CN" sz="26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892175" lvl="1" indent="-549275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数据类型决定你可以画出什么图形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892175" lvl="1" indent="-549275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分析目的决定你需要画出什么图形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892175" lvl="1" indent="-549275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实现工具决定你能够画出什么图形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可视化的三个主题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D70626-D3F1-9632-EFB3-12F8A9D9E170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                      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可视化的三个问题</a:t>
            </a:r>
          </a:p>
        </p:txBody>
      </p:sp>
    </p:spTree>
    <p:extLst>
      <p:ext uri="{BB962C8B-B14F-4D97-AF65-F5344CB8AC3E}">
        <p14:creationId xmlns:p14="http://schemas.microsoft.com/office/powerpoint/2010/main" val="2417978056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E6639952-31FA-4CB6-98CD-CFA110F672FD}"/>
              </a:ext>
            </a:extLst>
          </p:cNvPr>
          <p:cNvSpPr txBox="1">
            <a:spLocks noChangeArrowheads="1"/>
          </p:cNvSpPr>
          <p:nvPr/>
        </p:nvSpPr>
        <p:spPr>
          <a:xfrm>
            <a:off x="659219" y="1677092"/>
            <a:ext cx="10933341" cy="4683067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可视化的起源最早可追溯到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17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世纪，当时就开始对一些物理的基本测量结果手工绘制图表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18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世纪统计图形得以迅速发展，其奠基人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William Playfair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发明了折线图、条形图、饼图等。随着绘制手段的进步，到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19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世纪，统计图形得到了进一步的发展和完善，产生了直方图、轮廓图等更多的图形，初步形成了统计图表体系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进入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20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世纪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50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年代，随着计算机技术的发展，逐步形成了</a:t>
            </a:r>
            <a:r>
              <a:rPr lang="en-US" altLang="zh-C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计算机图形学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，人们利用计算机创建出了首批图形和图表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进入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21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世纪，可视化作为一门性对独立的学科仍处于迅速发展和完善之中，它在生活、生产和科学研究的各个领域已得到广泛应用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可视化及其应用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可视化简史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B3F681-958B-5865-5C8C-B3FEEADF3C46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</p:spTree>
    <p:extLst>
      <p:ext uri="{BB962C8B-B14F-4D97-AF65-F5344CB8AC3E}">
        <p14:creationId xmlns:p14="http://schemas.microsoft.com/office/powerpoint/2010/main" val="1386383162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可视化及其应用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什么是可视化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5CB4D97-D83C-4B0A-A057-5815B2807C5F}"/>
              </a:ext>
            </a:extLst>
          </p:cNvPr>
          <p:cNvSpPr txBox="1">
            <a:spLocks noChangeArrowheads="1"/>
          </p:cNvSpPr>
          <p:nvPr/>
        </p:nvSpPr>
        <p:spPr>
          <a:xfrm>
            <a:off x="659219" y="1677092"/>
            <a:ext cx="10892701" cy="4703388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数据可视化（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data visualization</a:t>
            </a: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）是研究数据视觉表现形式的方法和技术，它是综合运用计算机图形学、图像、人机交互等技术将数据映射为可识别的图形、图像、视频或动画，并允许用户对数据进行交互分析</a:t>
            </a:r>
            <a:endParaRPr lang="en-US" altLang="zh-C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从数据分析和应用的角度讲，可视化是将数据用图形表达出来的一种手段，它可以帮助人们更好地理解或解释数据，探索数据的特征和模式，并从数据中提取更多的信息</a:t>
            </a: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随着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AI</a:t>
            </a: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和数据科学的发展，可视化手段不断进步，数据可视化的概念和内涵也在不断地演进之中，可视化的形式也从传统的统计图表发展成形式多样的可视化技术，应用场景也日趋广泛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5C1E79-AD67-F40E-11A0-CF8D4D5EB9B6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</p:spTree>
    <p:extLst>
      <p:ext uri="{BB962C8B-B14F-4D97-AF65-F5344CB8AC3E}">
        <p14:creationId xmlns:p14="http://schemas.microsoft.com/office/powerpoint/2010/main" val="2048170396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可视化及其应用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可视化的应用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5CB4D97-D83C-4B0A-A057-5815B2807C5F}"/>
              </a:ext>
            </a:extLst>
          </p:cNvPr>
          <p:cNvSpPr txBox="1">
            <a:spLocks noChangeArrowheads="1"/>
          </p:cNvSpPr>
          <p:nvPr/>
        </p:nvSpPr>
        <p:spPr>
          <a:xfrm>
            <a:off x="659219" y="1677092"/>
            <a:ext cx="10902861" cy="4703388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ea typeface="华文细黑" panose="02010600040101010101" pitchFamily="2" charset="-122"/>
              </a:rPr>
              <a:t>数据可视化</a:t>
            </a:r>
            <a:r>
              <a:rPr lang="zh-CN" altLang="en-US" sz="2000" dirty="0">
                <a:ea typeface="华文细黑" panose="02010600040101010101" pitchFamily="2" charset="-122"/>
              </a:rPr>
              <a:t>的</a:t>
            </a:r>
            <a:r>
              <a:rPr lang="zh-CN" altLang="zh-CN" sz="2000" dirty="0">
                <a:ea typeface="华文细黑" panose="02010600040101010101" pitchFamily="2" charset="-122"/>
              </a:rPr>
              <a:t>应用的方式和形式主要取决于使用者的目的</a:t>
            </a:r>
            <a:endParaRPr lang="en-US" altLang="zh-CN" sz="2000" dirty="0">
              <a:ea typeface="华文细黑" panose="02010600040101010101" pitchFamily="2" charset="-122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ea typeface="华文细黑" panose="02010600040101010101" pitchFamily="2" charset="-122"/>
              </a:rPr>
              <a:t>有些是用于数据观测和跟踪，比如，实时的股票价格指数变化图，道路交通状况的实时监测等。这类可视化强调实时性和图表的可读性</a:t>
            </a:r>
            <a:endParaRPr lang="en-US" altLang="zh-CN" sz="2000" dirty="0">
              <a:ea typeface="华文细黑" panose="02010600040101010101" pitchFamily="2" charset="-122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ea typeface="华文细黑" panose="02010600040101010101" pitchFamily="2" charset="-122"/>
              </a:rPr>
              <a:t>有些是用于数据分析和探索，比如，分析数据分布特征的图表，分析变量间关系的图表等。这类图表主要强调数据的呈现或表达，发现数据之间的潜在关联</a:t>
            </a:r>
            <a:endParaRPr lang="en-US" altLang="zh-CN" sz="2000" dirty="0">
              <a:ea typeface="华文细黑" panose="02010600040101010101" pitchFamily="2" charset="-122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ea typeface="华文细黑" panose="02010600040101010101" pitchFamily="2" charset="-122"/>
              </a:rPr>
              <a:t>有些是为帮助普通用户或商业用户快速理解数据的含义或变化，比如，商业类图表。还有些则是用于教育或宣传，比如出现在街头、杂志上的图表。这类图表强调说服力，通常使用强烈的对比、置换等手段，绘制出具有冲击力的图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AF768B-A286-9E58-F67F-758D5DD15D24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</p:spTree>
    <p:extLst>
      <p:ext uri="{BB962C8B-B14F-4D97-AF65-F5344CB8AC3E}">
        <p14:creationId xmlns:p14="http://schemas.microsoft.com/office/powerpoint/2010/main" val="3698970813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可视化的数据类型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F9C04BB-3415-4158-A542-E153F067FFCB}"/>
              </a:ext>
            </a:extLst>
          </p:cNvPr>
          <p:cNvSpPr txBox="1">
            <a:spLocks noChangeArrowheads="1"/>
          </p:cNvSpPr>
          <p:nvPr/>
        </p:nvSpPr>
        <p:spPr>
          <a:xfrm>
            <a:off x="6836735" y="1680923"/>
            <a:ext cx="4673822" cy="686357"/>
          </a:xfrm>
          <a:prstGeom prst="rect">
            <a:avLst/>
          </a:prstGeom>
          <a:solidFill>
            <a:srgbClr val="CCECFF"/>
          </a:solidFill>
          <a:ln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Clr>
                <a:srgbClr val="000099"/>
              </a:buClr>
              <a:buNone/>
              <a:defRPr/>
            </a:pPr>
            <a:r>
              <a:rPr lang="zh-CN" altLang="en-US" sz="3000" b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可视化面对的数据</a:t>
            </a:r>
            <a:endParaRPr lang="en-US" altLang="zh-CN" sz="3000" b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graphicFrame>
        <p:nvGraphicFramePr>
          <p:cNvPr id="11" name="图示 10">
            <a:extLst>
              <a:ext uri="{FF2B5EF4-FFF2-40B4-BE49-F238E27FC236}">
                <a16:creationId xmlns:a16="http://schemas.microsoft.com/office/drawing/2014/main" id="{955950B1-E010-4673-BDA5-2D16AAAF5E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2285052"/>
              </p:ext>
            </p:extLst>
          </p:nvPr>
        </p:nvGraphicFramePr>
        <p:xfrm>
          <a:off x="6836735" y="2444579"/>
          <a:ext cx="4687247" cy="3883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0B68F43D-C630-42D0-B8E1-FE66CB3627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4728749"/>
              </p:ext>
            </p:extLst>
          </p:nvPr>
        </p:nvGraphicFramePr>
        <p:xfrm>
          <a:off x="668018" y="1660603"/>
          <a:ext cx="6046441" cy="46673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2776ADF-733B-D107-8148-1198E9583944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</p:spTree>
    <p:extLst>
      <p:ext uri="{BB962C8B-B14F-4D97-AF65-F5344CB8AC3E}">
        <p14:creationId xmlns:p14="http://schemas.microsoft.com/office/powerpoint/2010/main" val="1732681505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可视化的数据类型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594C2978-0D29-4EC6-8EBB-7A5E80A4D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1680" y="1681834"/>
            <a:ext cx="10871200" cy="469864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类别数据（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categorical data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）类别数据也称分类数据或定性数据（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qualitative variable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）它是类别变量（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categorical variable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）的观测结果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600" b="1" dirty="0">
                <a:latin typeface="Cambria" panose="02040503050406030204" pitchFamily="18" charset="0"/>
              </a:rPr>
              <a:t>根据取值是否有序可分为无序类别变量和有序类别变量</a:t>
            </a:r>
            <a:endParaRPr lang="en-US" altLang="zh-CN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600" b="1" dirty="0">
                <a:latin typeface="Cambria" panose="02040503050406030204" pitchFamily="18" charset="0"/>
              </a:rPr>
              <a:t>无序类别变量的各类别间是不可以排序的，而有序类别变量的各类别间则是有序的</a:t>
            </a:r>
            <a:endParaRPr lang="en-US" altLang="zh-CN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数值数据（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metric data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）也称定量数据（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quantitative data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），它是数值变量（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metric variable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</a:rPr>
              <a:t>）的观测结果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600" b="1" dirty="0">
                <a:latin typeface="Cambria" panose="02040503050406030204" pitchFamily="18" charset="0"/>
              </a:rPr>
              <a:t>根据其取值的不同可以分为离散变量（</a:t>
            </a:r>
            <a:r>
              <a:rPr lang="en-US" altLang="zh-CN" sz="1600" b="1" dirty="0">
                <a:latin typeface="Cambria" panose="02040503050406030204" pitchFamily="18" charset="0"/>
                <a:ea typeface="Cambria" panose="02040503050406030204" pitchFamily="18" charset="0"/>
              </a:rPr>
              <a:t>discrete variable</a:t>
            </a:r>
            <a:r>
              <a:rPr lang="zh-CN" altLang="zh-CN" sz="1600" b="1" dirty="0">
                <a:latin typeface="Cambria" panose="02040503050406030204" pitchFamily="18" charset="0"/>
              </a:rPr>
              <a:t>）和连续变量（</a:t>
            </a:r>
            <a:r>
              <a:rPr lang="en-US" altLang="zh-CN" sz="1600" b="1" dirty="0">
                <a:latin typeface="Cambria" panose="02040503050406030204" pitchFamily="18" charset="0"/>
                <a:ea typeface="Cambria" panose="02040503050406030204" pitchFamily="18" charset="0"/>
              </a:rPr>
              <a:t>continuous variable</a:t>
            </a:r>
            <a:r>
              <a:rPr lang="zh-CN" altLang="zh-CN" sz="1600" b="1" dirty="0">
                <a:latin typeface="Cambria" panose="02040503050406030204" pitchFamily="18" charset="0"/>
              </a:rPr>
              <a:t>）</a:t>
            </a:r>
            <a:endParaRPr lang="en-US" altLang="zh-CN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600" b="1" dirty="0">
                <a:latin typeface="Cambria" panose="02040503050406030204" pitchFamily="18" charset="0"/>
              </a:rPr>
              <a:t>离散变量是只能取有限值的变量，连续变量是可以在一个或多个区间中取任何值的变量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44DE14-C80D-D829-2D43-2BEAD2F624F2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</p:spTree>
    <p:extLst>
      <p:ext uri="{BB962C8B-B14F-4D97-AF65-F5344CB8AC3E}">
        <p14:creationId xmlns:p14="http://schemas.microsoft.com/office/powerpoint/2010/main" val="3349711008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可视化的实现工具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594C2978-0D29-4EC6-8EBB-7A5E80A4D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6239" y="1712786"/>
            <a:ext cx="6146801" cy="467832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为什么用 </a:t>
            </a:r>
            <a:r>
              <a:rPr lang="en-US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R </a:t>
            </a:r>
            <a:r>
              <a:rPr lang="zh-CN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？</a:t>
            </a:r>
            <a:endParaRPr lang="en-US" altLang="zh-CN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8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使用不同软件能够画出的图形是不同的，即使是同一种图形，不同软件有可能有不同的图形式样</a:t>
            </a:r>
            <a:endParaRPr lang="en-US" altLang="zh-C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是一种免费的统计计算和绘图语言，也是一套开源的数据分析解决方案。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不仅提供了内容丰富的数据分析方法，也具有功能强大的可视化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功能</a:t>
            </a:r>
            <a:endParaRPr lang="en-US" altLang="zh-C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具有多样性和灵活性的特点，使用者可根据需要选择图形并进行修改</a:t>
            </a:r>
            <a:endParaRPr lang="en-US" altLang="zh-C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提供了大量的绘图包和函数，几乎所有图形均可以使用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函数来绘制，每个函数都有详细帮助信息</a:t>
            </a:r>
            <a:endParaRPr lang="en-US" altLang="zh-C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如果对图形有特殊要求，使用者还可以自己编写程序绘制想要的图形</a:t>
            </a:r>
          </a:p>
        </p:txBody>
      </p:sp>
      <p:sp>
        <p:nvSpPr>
          <p:cNvPr id="7" name="副标题 2">
            <a:extLst>
              <a:ext uri="{FF2B5EF4-FFF2-40B4-BE49-F238E27FC236}">
                <a16:creationId xmlns:a16="http://schemas.microsoft.com/office/drawing/2014/main" id="{D4D3B207-5A6B-494C-B921-BDD4DA73C90C}"/>
              </a:ext>
            </a:extLst>
          </p:cNvPr>
          <p:cNvSpPr txBox="1">
            <a:spLocks/>
          </p:cNvSpPr>
          <p:nvPr/>
        </p:nvSpPr>
        <p:spPr>
          <a:xfrm>
            <a:off x="808073" y="1702154"/>
            <a:ext cx="4495447" cy="467832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 algn="just">
              <a:lnSpc>
                <a:spcPct val="120000"/>
              </a:lnSpc>
              <a:buClr>
                <a:srgbClr val="0033CC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Excel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表处理软件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提供基本的分析图形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7675" indent="-447675" algn="just">
              <a:lnSpc>
                <a:spcPct val="120000"/>
              </a:lnSpc>
              <a:buClr>
                <a:srgbClr val="0033CC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SPSS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统计分析软件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提供基本分析图形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7675" indent="-447675" algn="just">
              <a:lnSpc>
                <a:spcPct val="120000"/>
              </a:lnSpc>
              <a:buClr>
                <a:srgbClr val="0033CC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专业的数据分析和可视化软件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可视功能强大，提供大量的图形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7675" indent="-447675" algn="just">
              <a:lnSpc>
                <a:spcPct val="120000"/>
              </a:lnSpc>
              <a:buClr>
                <a:srgbClr val="0033CC"/>
              </a:buClr>
              <a:buFont typeface="Wingdings" panose="05000000000000000000" pitchFamily="2" charset="2"/>
              <a:buChar char="u"/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Python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—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编程语言，可视化功能不如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</a:p>
          <a:p>
            <a:pPr marL="447675" indent="-447675" algn="just">
              <a:lnSpc>
                <a:spcPct val="120000"/>
              </a:lnSpc>
              <a:buClr>
                <a:srgbClr val="0033CC"/>
              </a:buClr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其他专业绘图软件，如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tableau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3EF97B-B552-B635-D5F5-3FCF1D2B98BD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</p:spTree>
    <p:extLst>
      <p:ext uri="{BB962C8B-B14F-4D97-AF65-F5344CB8AC3E}">
        <p14:creationId xmlns:p14="http://schemas.microsoft.com/office/powerpoint/2010/main" val="1425379351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图形的基本分类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594C2978-0D29-4EC6-8EBB-7A5E80A4D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1672146"/>
            <a:ext cx="10840719" cy="467832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可视化分析中使用的图形种类繁多，因可视化的目标不同，要对图形做出确切的分类十分困难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相同的数据可绘制不同的图形，相同的图形可以适用于不同的数据或分析目的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同一类图形有很多变种形式，绘制方式不同，称谓也不相同。因此，同一图形也可以归属于不同的类别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本书根据可视化目标（分析目的）将图形大致分为以下几类（仅供参考）</a:t>
            </a:r>
            <a:endParaRPr lang="zh-CN" altLang="zh-CN" sz="22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3EF97B-B552-B635-D5F5-3FCF1D2B98BD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</p:spTree>
    <p:extLst>
      <p:ext uri="{BB962C8B-B14F-4D97-AF65-F5344CB8AC3E}">
        <p14:creationId xmlns:p14="http://schemas.microsoft.com/office/powerpoint/2010/main" val="191944387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图形的基本分类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3EF97B-B552-B635-D5F5-3FCF1D2B98BD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06136C13-5A03-A290-465D-D493D3F4A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1672146"/>
            <a:ext cx="10840719" cy="467832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比较数值差异或大小的图形</a:t>
            </a:r>
            <a:endParaRPr lang="en-US" altLang="zh-CN" sz="2200" b="1" dirty="0">
              <a:solidFill>
                <a:schemeClr val="bg1"/>
              </a:solidFill>
              <a:effectLst/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适用的数据主要是各类别对应的频数向量或其他数值向量，其数值可以是绝对值，也可以是比例或百分比等</a:t>
            </a:r>
            <a:endParaRPr lang="en-US" altLang="zh-CN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涉及的变量可以是一个或多个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其可视化图形可以</a:t>
            </a:r>
            <a:r>
              <a:rPr lang="zh-CN" altLang="en-US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大致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分成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类</a:t>
            </a:r>
            <a:endParaRPr lang="en-US" altLang="zh-CN" sz="18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914400" lvl="1" indent="-457200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条形或矩形表示数值大小，如条形图、马赛克图等</a:t>
            </a:r>
            <a:endParaRPr lang="en-US" altLang="zh-C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用圆或点表示数值大小，如圆堆图、气泡图等</a:t>
            </a:r>
            <a:endParaRPr lang="en-US" altLang="zh-C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用颜色饱和度表示数值大小，如热图</a:t>
            </a:r>
            <a:endParaRPr lang="en-US" altLang="zh-C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914400" lvl="1" indent="-457200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用点或点与坐标轴的连线、点与点的连线等表示各类别对应的数值差异，如克利夫兰点图、棒棒糖图和哑铃图等</a:t>
            </a:r>
          </a:p>
        </p:txBody>
      </p:sp>
    </p:spTree>
    <p:extLst>
      <p:ext uri="{BB962C8B-B14F-4D97-AF65-F5344CB8AC3E}">
        <p14:creationId xmlns:p14="http://schemas.microsoft.com/office/powerpoint/2010/main" val="2673854378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图形的基本分类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3EF97B-B552-B635-D5F5-3FCF1D2B98BD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06136C13-5A03-A290-465D-D493D3F4A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1" y="1672146"/>
            <a:ext cx="2133600" cy="467832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比较数值</a:t>
            </a:r>
            <a:r>
              <a:rPr lang="zh-CN" altLang="en-US" sz="22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大小和</a:t>
            </a:r>
            <a:r>
              <a:rPr lang="zh-CN" altLang="zh-CN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差异的图形</a:t>
            </a:r>
            <a:endParaRPr lang="en-US" altLang="zh-CN" sz="2200" b="1" dirty="0">
              <a:solidFill>
                <a:schemeClr val="bg1"/>
              </a:solidFill>
              <a:effectLst/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1B16456-4877-F0C8-A7E6-D506FB930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018" y="1672146"/>
            <a:ext cx="8472461" cy="473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69817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99435-5B05-9479-5E36-9CA6F489D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124ACB77-FF0B-FCA0-8AFE-B597AF561630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图形的基本分类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8B01A1-AF97-E954-DE2F-347A0714EB2F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9FB61DCF-0C5A-C2AA-4241-9EDA9024D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1672146"/>
            <a:ext cx="10840719" cy="4728654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2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展示数据结构和流向</a:t>
            </a:r>
            <a:r>
              <a:rPr lang="zh-CN" altLang="zh-CN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的图形</a:t>
            </a:r>
            <a:endParaRPr lang="en-US" altLang="zh-CN" sz="2200" b="1" dirty="0">
              <a:solidFill>
                <a:schemeClr val="bg1"/>
              </a:solidFill>
              <a:effectLst/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9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展示数据构成和流向的</a:t>
            </a:r>
            <a:r>
              <a:rPr lang="zh-CN" altLang="en-US" sz="19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图形</a:t>
            </a:r>
            <a:r>
              <a:rPr lang="zh-CN" altLang="zh-CN" sz="19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适用的数据与比较数值差异或大小的</a:t>
            </a:r>
            <a:r>
              <a:rPr lang="zh-CN" altLang="en-US" sz="19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图形</a:t>
            </a:r>
            <a:r>
              <a:rPr lang="zh-CN" altLang="zh-CN" sz="19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相同</a:t>
            </a:r>
            <a:endParaRPr lang="en-US" altLang="zh-CN" sz="19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9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数据结构或构成是指类别的部分与整体的关系，通常用部分类别的数值占全部数值的比例或百分比表示</a:t>
            </a:r>
            <a:endParaRPr lang="en-US" altLang="zh-CN" sz="19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9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对于只涉及一个类别变量的单层结构，其可视化图形主要有饼图、扇形图、环形图、弧形图等</a:t>
            </a:r>
            <a:endParaRPr lang="en-US" altLang="zh-CN" sz="19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9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对于涉及两个或两个以上类别变量的多层结构。其可视化图形主要有饼环图、旭日图、沃罗诺伊图等</a:t>
            </a:r>
            <a:endParaRPr lang="en-US" altLang="zh-CN" sz="19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9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数据流向是指数据在不同类别之间的流动方向及流量</a:t>
            </a:r>
            <a:r>
              <a:rPr lang="zh-CN" altLang="en-US" sz="19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大小</a:t>
            </a:r>
            <a:r>
              <a:rPr lang="zh-CN" altLang="zh-CN" sz="19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，其可视化图形主要有桑基图、和弦图等</a:t>
            </a:r>
            <a:endParaRPr lang="en-US" altLang="zh-CN" sz="19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16668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3B130-F098-9108-07F6-DC8B45EB8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F1056B45-7F92-5445-30F2-DB9952DA009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图形的基本分类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C0F9F9-BA10-45B7-AE6B-96E37B49E379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918557EA-7A4A-3223-7CC2-988BC1E15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1580706"/>
            <a:ext cx="10363198" cy="613854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en-US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展示数据结构和流向</a:t>
            </a:r>
            <a:r>
              <a:rPr lang="zh-CN" altLang="zh-CN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的图形</a:t>
            </a:r>
            <a:endParaRPr lang="en-US" altLang="zh-CN" sz="2200" b="1" dirty="0">
              <a:solidFill>
                <a:schemeClr val="bg1"/>
              </a:solidFill>
              <a:effectLst/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41D34EF-E400-58D4-E5CC-FC6F5212D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78" y="2151322"/>
            <a:ext cx="10553361" cy="431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75735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F9BBD-44BD-4785-CD5D-22E663C3C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531A4BA4-F1B9-1F31-6274-C38880DB247B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图形的基本分类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32CFEA-1DB8-C18F-485E-F4519F42A0D4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B84D14BE-60CE-DC1B-3830-067401EC5F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1672146"/>
            <a:ext cx="10840719" cy="4728654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2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展示数据</a:t>
            </a:r>
            <a:r>
              <a:rPr lang="zh-CN" altLang="en-US" sz="22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分布</a:t>
            </a:r>
            <a:r>
              <a:rPr lang="zh-CN" altLang="zh-CN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的图形</a:t>
            </a:r>
            <a:endParaRPr lang="en-US" altLang="zh-CN" sz="2200" b="1" dirty="0">
              <a:solidFill>
                <a:schemeClr val="bg1"/>
              </a:solidFill>
              <a:effectLst/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数据分布主要是指数值数据分布的形状、点的分布位置和范围等特征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其可视化图形可以分为</a:t>
            </a:r>
            <a:r>
              <a:rPr lang="en-US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类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914400" lvl="1" indent="-457200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展示数据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分布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形状的图形，如直方图、核密度图、箱线图、小提琴图等</a:t>
            </a:r>
            <a:endParaRPr lang="en-US" altLang="zh-CN" sz="18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914400" lvl="1" indent="-457200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展示数据在数轴上分布位置的图形，如带状图、威尔金森点图及其变种</a:t>
            </a:r>
            <a:endParaRPr lang="en-US" altLang="zh-CN" sz="18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914400" lvl="1" indent="-457200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展示数据分布范围和分布特性的图形，如极差图、</a:t>
            </a:r>
            <a:r>
              <a:rPr lang="en-US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Q-Q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图等</a:t>
            </a:r>
            <a:endParaRPr lang="en-US" altLang="zh-CN" sz="18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8390302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6F7F5-36FB-913F-0A8E-CCCEB8CFA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EAD8BEB-BF32-2AC8-9DF1-7237EBA63F4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图形的基本分类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1CAF53-7344-9179-9AEA-A17AC1DED448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DA734BBD-6D1A-8CCA-9BE5-2554302FF5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121" y="1672146"/>
            <a:ext cx="10627358" cy="624014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en-US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展示数据分布</a:t>
            </a:r>
            <a:r>
              <a:rPr lang="zh-CN" altLang="zh-CN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的图形</a:t>
            </a:r>
            <a:endParaRPr lang="en-US" altLang="zh-CN" sz="2200" b="1" dirty="0">
              <a:solidFill>
                <a:schemeClr val="bg1"/>
              </a:solidFill>
              <a:effectLst/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91793F-F353-F255-0D16-779818DE7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05322"/>
            <a:ext cx="10762085" cy="399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992797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04816-B03D-AD20-FA9A-AF431D34C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D2F8B6BD-3A6C-DC26-B329-6DEB78BE828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图形的基本分类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282330-A2AE-A910-3D69-FF4948798328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AFA76689-90FD-91F8-0ED4-41CEB1B35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1672146"/>
            <a:ext cx="10840719" cy="4728654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2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展示</a:t>
            </a:r>
            <a:r>
              <a:rPr lang="zh-CN" altLang="en-US" sz="22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变量间关系</a:t>
            </a:r>
            <a:r>
              <a:rPr lang="zh-CN" altLang="zh-CN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的图形</a:t>
            </a:r>
            <a:endParaRPr lang="en-US" altLang="zh-CN" sz="2200" b="1" dirty="0">
              <a:solidFill>
                <a:schemeClr val="bg1"/>
              </a:solidFill>
              <a:effectLst/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展示变量间关系使用的图形取决于所分析的变量类型。</a:t>
            </a:r>
            <a:endParaRPr lang="en-US" altLang="zh-CN" sz="20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对于数值变量之间关系，</a:t>
            </a:r>
            <a:r>
              <a:rPr lang="zh-CN" altLang="en-US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可以用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散点图来展示它们之间的关系</a:t>
            </a:r>
            <a:endParaRPr lang="en-US" altLang="zh-CN" sz="20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914400" lvl="1" indent="-457200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如果只涉及两个数值变量，且观测值不是很多时，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可以用普通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散点图进行展示</a:t>
            </a:r>
            <a:endParaRPr lang="en-US" altLang="zh-CN" sz="16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914400" lvl="1" indent="-457200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当观测值较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多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时，图形中的点会出现重叠而难以识别，此时可以绘制分箱散点图或密度散点图等进行展示</a:t>
            </a:r>
            <a:endParaRPr lang="en-US" altLang="zh-CN" sz="16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914400" lvl="1" indent="-457200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如果仅分析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3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个变量之间的关系，则可以绘制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3D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散点图或气泡图</a:t>
            </a:r>
            <a:endParaRPr lang="en-US" altLang="zh-CN" sz="16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914400" lvl="1" indent="-457200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如果分析多个变量之间的关系，则可以用散点图矩阵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、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相关系数矩阵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、相关系数热图等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</a:rPr>
              <a:t>进行展示</a:t>
            </a:r>
            <a:endParaRPr lang="en-US" altLang="zh-CN" sz="16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0293771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DAF1B-25D2-909B-269A-42C10E1A1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C3E47396-339B-ECCA-A8E9-D8E391826D5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图形的基本分类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515BD6-6EB1-3E5E-AE1B-899BC16390EB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F6E53F69-49FB-FC7D-FC78-15CFEDEE0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1" y="1672146"/>
            <a:ext cx="10789918" cy="624014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en-US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展示变量间关系</a:t>
            </a:r>
            <a:r>
              <a:rPr lang="zh-CN" altLang="zh-CN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的图形</a:t>
            </a:r>
            <a:endParaRPr lang="en-US" altLang="zh-CN" sz="2200" b="1" dirty="0">
              <a:solidFill>
                <a:schemeClr val="bg1"/>
              </a:solidFill>
              <a:effectLst/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BBF97CD-ADA3-6517-4736-2F45217C2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60" y="2364682"/>
            <a:ext cx="10921999" cy="407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959217"/>
      </p:ext>
    </p:extLst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FB8F2-33AD-848B-E95D-DEF202837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B478BA29-DA0F-058A-9D93-7C385DDBF7A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图形的基本分类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5DDCE8-50DE-4E21-F4B0-7D886E0BD00F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5C94BD66-394F-902B-D3CE-284C9E855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0" y="1672146"/>
            <a:ext cx="10861039" cy="2320734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en-US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比较样本相似性</a:t>
            </a:r>
            <a:r>
              <a:rPr lang="zh-CN" altLang="zh-CN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的图形</a:t>
            </a:r>
            <a:endParaRPr lang="en-US" altLang="zh-CN" sz="2200" b="1" dirty="0">
              <a:solidFill>
                <a:schemeClr val="bg1"/>
              </a:solidFill>
              <a:effectLst/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如果有多个样本的多个观测变量，要比较各样本的相似性或差异，其可视化图形可以大致分为比较整体相似性的图形，如平行坐标图、雷达图等；比较样本间差异的图形，如星图、脸谱图等；对样本进行确切分类的图形，如聚类图、聚类热图等。</a:t>
            </a:r>
            <a:r>
              <a:rPr lang="zh-CN" altLang="zh-CN" sz="1900" dirty="0">
                <a:effectLst/>
                <a:latin typeface="Calibri" panose="020F0502020204030204" pitchFamily="34" charset="0"/>
                <a:ea typeface="华文细黑" panose="0201060004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1900" dirty="0">
                <a:effectLst/>
                <a:latin typeface="Calibri" panose="020F0502020204030204" pitchFamily="34" charset="0"/>
                <a:ea typeface="华文细黑" panose="02010600040101010101" pitchFamily="2" charset="-122"/>
                <a:cs typeface="Times New Roman" panose="02020603050405020304" pitchFamily="18" charset="0"/>
              </a:rPr>
              <a:t>1-5</a:t>
            </a:r>
            <a:r>
              <a:rPr lang="zh-CN" altLang="zh-CN" sz="1900" dirty="0">
                <a:effectLst/>
                <a:latin typeface="Calibri" panose="020F0502020204030204" pitchFamily="34" charset="0"/>
                <a:ea typeface="华文细黑" panose="02010600040101010101" pitchFamily="2" charset="-122"/>
                <a:cs typeface="Times New Roman" panose="02020603050405020304" pitchFamily="18" charset="0"/>
              </a:rPr>
              <a:t>列出了</a:t>
            </a:r>
            <a:r>
              <a:rPr lang="zh-CN" altLang="zh-CN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比较样本相似性的基本图形</a:t>
            </a:r>
            <a:endParaRPr lang="en-US" altLang="zh-CN" sz="19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82B269-B707-DED6-0837-B47344A58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4137602"/>
            <a:ext cx="11049489" cy="2212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212595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B8E52-8DFA-184E-6E60-57EBE4F43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177161DA-723D-A842-74F9-D5DCEE496A9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图形的基本分类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ACB162-54F6-1A3C-364B-E1933110DD99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D8D8E5B6-9B61-471D-A20C-41235FFC4F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1521" y="1672145"/>
            <a:ext cx="10759440" cy="4685111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en-US" sz="22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展示时间序列</a:t>
            </a:r>
            <a:r>
              <a:rPr lang="zh-CN" altLang="zh-CN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的图形</a:t>
            </a:r>
            <a:endParaRPr lang="en-US" altLang="zh-CN" sz="2200" b="1" dirty="0">
              <a:solidFill>
                <a:schemeClr val="bg1"/>
              </a:solidFill>
              <a:effectLst/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探索时间序列变化模式和特征的基本</a:t>
            </a:r>
            <a:r>
              <a:rPr lang="zh-CN" altLang="en-US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图形</a:t>
            </a:r>
            <a:r>
              <a:rPr lang="zh-CN" altLang="zh-CN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是折线图或面积图</a:t>
            </a:r>
            <a:endParaRPr lang="en-US" altLang="zh-CN" sz="19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当有多个变量时，可以绘制流线图、地平线图等</a:t>
            </a:r>
            <a:endParaRPr lang="en-US" altLang="zh-CN" sz="19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要展示一个时间序列中各相邻观测值的变化方向，可以绘制瀑布图</a:t>
            </a:r>
            <a:endParaRPr lang="en-US" altLang="zh-CN" sz="19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要展示多个样本在不同时间上</a:t>
            </a:r>
            <a:r>
              <a:rPr lang="zh-CN" altLang="en-US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变化趋势，可以绘制</a:t>
            </a:r>
            <a:r>
              <a:rPr lang="zh-CN" altLang="en-US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斜线图</a:t>
            </a:r>
            <a:endParaRPr lang="en-US" altLang="zh-CN" sz="19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要比较多个样本在不同时间点上的排名变化，可以绘制凹凸图</a:t>
            </a:r>
            <a:endParaRPr lang="en-US" altLang="zh-CN" sz="19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如果数据是按一年中的每天记录的，则可以绘制日历图展示每天的数据变化</a:t>
            </a:r>
            <a:r>
              <a:rPr lang="zh-CN" altLang="en-US" sz="19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特征</a:t>
            </a:r>
            <a:endParaRPr lang="en-US" altLang="zh-CN" sz="19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如果要</a:t>
            </a:r>
            <a:r>
              <a:rPr lang="zh-CN" altLang="en-US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寻找</a:t>
            </a:r>
            <a:r>
              <a:rPr lang="zh-CN" altLang="zh-CN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序列的</a:t>
            </a:r>
            <a:r>
              <a:rPr lang="zh-CN" altLang="en-US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变化趋势</a:t>
            </a:r>
            <a:r>
              <a:rPr lang="zh-CN" altLang="zh-CN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，可以绘制平滑曲线</a:t>
            </a:r>
            <a:r>
              <a:rPr lang="zh-CN" altLang="en-US" sz="19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、成分分解图等</a:t>
            </a:r>
            <a:endParaRPr lang="en-US" altLang="zh-CN" sz="19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2779594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9877C-9FC0-990A-1C79-19C49B6EE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5F980C0A-9CDB-32B6-B857-EA34DDF253E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图形的基本分类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80523B-5EE7-F481-8229-DDAFE52C4517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1.1        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数据可视化概述</a:t>
            </a:r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6D03FF13-AC0F-B4F4-002D-AD9E0E16B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121" y="1672146"/>
            <a:ext cx="10708572" cy="756094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en-US" sz="22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展示时间序列</a:t>
            </a:r>
            <a:r>
              <a:rPr lang="zh-CN" altLang="zh-CN" sz="2200" b="1" dirty="0">
                <a:solidFill>
                  <a:schemeClr val="bg1"/>
                </a:solidFill>
                <a:effectLst/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的图形</a:t>
            </a:r>
            <a:endParaRPr lang="en-US" altLang="zh-CN" sz="2200" b="1" dirty="0">
              <a:solidFill>
                <a:schemeClr val="bg1"/>
              </a:solidFill>
              <a:effectLst/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07F614-EF5C-554E-9907-31BBB207E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160" y="2496761"/>
            <a:ext cx="10810239" cy="384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60551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latin typeface="Cambria" panose="02040503050406030204" pitchFamily="18" charset="0"/>
                <a:ea typeface="华文细黑" panose="02010600040101010101" pitchFamily="2" charset="-122"/>
              </a:rPr>
              <a:t>       </a:t>
            </a:r>
            <a:r>
              <a:rPr lang="en-US" altLang="zh-CN" sz="2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 </a:t>
            </a:r>
            <a:r>
              <a:rPr lang="zh-CN" altLang="zh-CN" sz="2600" b="1" dirty="0">
                <a:solidFill>
                  <a:srgbClr val="002060"/>
                </a:solidFill>
                <a:latin typeface="Cambria" panose="02040503050406030204" pitchFamily="18" charset="0"/>
                <a:ea typeface="华文细黑" panose="02010600040101010101" pitchFamily="2" charset="-122"/>
              </a:rPr>
              <a:t>和</a:t>
            </a:r>
            <a:r>
              <a:rPr lang="en-US" altLang="zh-CN" sz="2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2600" b="1" dirty="0" err="1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Rstudio</a:t>
            </a:r>
            <a:r>
              <a:rPr lang="en-US" altLang="zh-CN" sz="2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zh-CN" altLang="en-US" sz="2600" b="1" dirty="0">
                <a:solidFill>
                  <a:srgbClr val="002060"/>
                </a:solidFill>
                <a:latin typeface="Cambria" panose="02040503050406030204" pitchFamily="18" charset="0"/>
                <a:ea typeface="华文细黑" panose="02010600040101010101" pitchFamily="2" charset="-122"/>
              </a:rPr>
              <a:t>的下载与安装</a:t>
            </a:r>
            <a:endParaRPr lang="zh-CN" altLang="zh-CN" sz="2600" b="1" dirty="0">
              <a:solidFill>
                <a:srgbClr val="002060"/>
              </a:solidFill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副标题 2">
                <a:extLst>
                  <a:ext uri="{FF2B5EF4-FFF2-40B4-BE49-F238E27FC236}">
                    <a16:creationId xmlns:a16="http://schemas.microsoft.com/office/drawing/2014/main" id="{594C2978-0D29-4EC6-8EBB-7A5E80A4D855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731520" y="1722475"/>
                <a:ext cx="5364480" cy="1348913"/>
              </a:xfrm>
              <a:noFill/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>
                <a:noAutofit/>
              </a:bodyPr>
              <a:lstStyle/>
              <a:p>
                <a:pPr marL="442913" indent="-442913" algn="just" defTabSz="685800" eaLnBrk="0" hangingPunct="0">
                  <a:lnSpc>
                    <a:spcPct val="100000"/>
                  </a:lnSpc>
                  <a:spcBef>
                    <a:spcPct val="5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12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008080"/>
                    </a:highlight>
                    <a:latin typeface="Cambria" panose="02040503050406030204" pitchFamily="18" charset="0"/>
                    <a:ea typeface="Cambria" panose="02040503050406030204" pitchFamily="18" charset="0"/>
                  </a:rPr>
                  <a:t>R </a:t>
                </a:r>
                <a:r>
                  <a:rPr lang="zh-CN" altLang="en-US" sz="12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008080"/>
                    </a:highlight>
                    <a:latin typeface="Cambria" panose="02040503050406030204" pitchFamily="18" charset="0"/>
                    <a:ea typeface="华文细黑" panose="02010600040101010101" pitchFamily="2" charset="-122"/>
                  </a:rPr>
                  <a:t>软件下载 </a:t>
                </a:r>
              </a:p>
              <a:p>
                <a:pPr marL="720725" lvl="1" indent="-263525" algn="just" eaLnBrk="0" hangingPunct="0">
                  <a:lnSpc>
                    <a:spcPct val="100000"/>
                  </a:lnSpc>
                  <a:spcBef>
                    <a:spcPct val="50000"/>
                  </a:spcBef>
                  <a:buClr>
                    <a:srgbClr val="C00000"/>
                  </a:buClr>
                  <a:buSzPct val="80000"/>
                  <a:buFont typeface="Wingdings" panose="05000000000000000000" pitchFamily="2" charset="2"/>
                  <a:buChar char="Ø"/>
                  <a:defRPr/>
                </a:pPr>
                <a:r>
                  <a:rPr lang="en-US" altLang="zh-CN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CRAN</a:t>
                </a:r>
                <a:r>
                  <a:rPr lang="zh-CN" altLang="en-US" sz="1200" dirty="0">
                    <a:latin typeface="Cambria" panose="02040503050406030204" pitchFamily="18" charset="0"/>
                    <a:ea typeface="华文细黑" panose="02010600040101010101" pitchFamily="2" charset="-122"/>
                  </a:rPr>
                  <a:t>网站：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200" b="0" i="1">
                        <a:latin typeface="Cambria Math" panose="02040503050406030204" pitchFamily="18" charset="0"/>
                      </a:rPr>
                      <m:t>http</m:t>
                    </m:r>
                    <m:r>
                      <a:rPr lang="en-US" altLang="zh-CN" sz="1200" b="0">
                        <a:latin typeface="Cambria Math" panose="02040503050406030204" pitchFamily="18" charset="0"/>
                      </a:rPr>
                      <m:t>://</m:t>
                    </m:r>
                    <m:r>
                      <m:rPr>
                        <m:sty m:val="p"/>
                      </m:rPr>
                      <a:rPr lang="en-US" altLang="zh-CN" sz="1200" b="0" i="1">
                        <a:latin typeface="Cambria Math" panose="02040503050406030204" pitchFamily="18" charset="0"/>
                      </a:rPr>
                      <m:t>cran</m:t>
                    </m:r>
                    <m:r>
                      <a:rPr lang="en-US" altLang="zh-CN" sz="1200" b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CN" sz="1200" b="0" i="1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CN" sz="1200" b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sz="1200" b="0" i="1">
                        <a:latin typeface="Cambria Math" panose="02040503050406030204" pitchFamily="18" charset="0"/>
                      </a:rPr>
                      <m:t>project</m:t>
                    </m:r>
                    <m:r>
                      <a:rPr lang="en-US" altLang="zh-CN" sz="1200" b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altLang="zh-CN" sz="1200" b="0" i="1">
                        <a:latin typeface="Cambria Math" panose="02040503050406030204" pitchFamily="18" charset="0"/>
                      </a:rPr>
                      <m:t>org</m:t>
                    </m:r>
                    <m:r>
                      <a:rPr lang="en-US" altLang="zh-CN" sz="1200" b="0">
                        <a:latin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zh-CN" altLang="en-US" sz="1200" dirty="0">
                    <a:latin typeface="Cambria" panose="02040503050406030204" pitchFamily="18" charset="0"/>
                    <a:ea typeface="华文细黑" panose="02010600040101010101" pitchFamily="2" charset="-122"/>
                  </a:rPr>
                  <a:t>上可以下载</a:t>
                </a:r>
                <a:r>
                  <a:rPr lang="en-US" altLang="zh-CN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R</a:t>
                </a:r>
                <a:r>
                  <a:rPr lang="zh-CN" altLang="en-US" sz="1200" dirty="0">
                    <a:latin typeface="Cambria" panose="02040503050406030204" pitchFamily="18" charset="0"/>
                    <a:ea typeface="华文细黑" panose="02010600040101010101" pitchFamily="2" charset="-122"/>
                  </a:rPr>
                  <a:t>的各种版本，包括</a:t>
                </a:r>
                <a:r>
                  <a:rPr lang="en-US" altLang="zh-CN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Windows</a:t>
                </a:r>
                <a:r>
                  <a:rPr lang="zh-CN" altLang="en-US" sz="1200" dirty="0">
                    <a:latin typeface="Cambria" panose="02040503050406030204" pitchFamily="18" charset="0"/>
                    <a:ea typeface="华文细黑" panose="02010600040101010101" pitchFamily="2" charset="-122"/>
                  </a:rPr>
                  <a:t>、</a:t>
                </a:r>
                <a:r>
                  <a:rPr lang="en-US" altLang="zh-CN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Linux</a:t>
                </a:r>
                <a:r>
                  <a:rPr lang="zh-CN" altLang="en-US" sz="1200" dirty="0">
                    <a:latin typeface="Cambria" panose="02040503050406030204" pitchFamily="18" charset="0"/>
                    <a:ea typeface="华文细黑" panose="02010600040101010101" pitchFamily="2" charset="-122"/>
                  </a:rPr>
                  <a:t>和</a:t>
                </a:r>
                <a:r>
                  <a:rPr lang="en-US" altLang="zh-CN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Mac OX</a:t>
                </a:r>
                <a:r>
                  <a:rPr lang="zh-CN" altLang="en-US" sz="1200" dirty="0">
                    <a:latin typeface="Cambria" panose="02040503050406030204" pitchFamily="18" charset="0"/>
                    <a:ea typeface="华文细黑" panose="02010600040101010101" pitchFamily="2" charset="-122"/>
                  </a:rPr>
                  <a:t>三个版本</a:t>
                </a:r>
              </a:p>
              <a:p>
                <a:pPr marL="442913" indent="-442913" algn="just" defTabSz="685800" eaLnBrk="0" hangingPunct="0">
                  <a:lnSpc>
                    <a:spcPct val="100000"/>
                  </a:lnSpc>
                  <a:spcBef>
                    <a:spcPct val="5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l"/>
                  <a:defRPr/>
                </a:pPr>
                <a:r>
                  <a:rPr lang="en-US" altLang="zh-CN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R </a:t>
                </a:r>
                <a:r>
                  <a:rPr lang="zh-CN" altLang="en-US" sz="1200" dirty="0">
                    <a:latin typeface="Cambria" panose="02040503050406030204" pitchFamily="18" charset="0"/>
                    <a:ea typeface="华文细黑" panose="02010600040101010101" pitchFamily="2" charset="-122"/>
                  </a:rPr>
                  <a:t>的启动 </a:t>
                </a:r>
              </a:p>
              <a:p>
                <a:pPr marL="720725" lvl="1" indent="-263525" algn="just" eaLnBrk="0" hangingPunct="0">
                  <a:lnSpc>
                    <a:spcPct val="100000"/>
                  </a:lnSpc>
                  <a:spcBef>
                    <a:spcPct val="50000"/>
                  </a:spcBef>
                  <a:buClr>
                    <a:srgbClr val="C00000"/>
                  </a:buClr>
                  <a:buSzPct val="80000"/>
                  <a:buFont typeface="Wingdings" panose="05000000000000000000" pitchFamily="2" charset="2"/>
                  <a:buChar char="Ø"/>
                  <a:defRPr/>
                </a:pPr>
                <a:r>
                  <a:rPr lang="zh-CN" altLang="en-US" sz="1200" dirty="0">
                    <a:latin typeface="Cambria" panose="02040503050406030204" pitchFamily="18" charset="0"/>
                    <a:ea typeface="华文细黑" panose="02010600040101010101" pitchFamily="2" charset="-122"/>
                  </a:rPr>
                  <a:t> 在下载并安装</a:t>
                </a:r>
                <a:r>
                  <a:rPr lang="en-US" altLang="zh-CN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R</a:t>
                </a:r>
                <a:r>
                  <a:rPr lang="zh-CN" altLang="en-US" sz="1200" dirty="0">
                    <a:latin typeface="Cambria" panose="02040503050406030204" pitchFamily="18" charset="0"/>
                    <a:ea typeface="华文细黑" panose="02010600040101010101" pitchFamily="2" charset="-122"/>
                  </a:rPr>
                  <a:t>后，双击图标启动 </a:t>
                </a:r>
                <a:r>
                  <a:rPr lang="en-US" altLang="zh-CN" sz="1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R</a:t>
                </a:r>
                <a:endParaRPr lang="zh-CN" altLang="en-US" sz="1200" dirty="0">
                  <a:latin typeface="Cambria" panose="02040503050406030204" pitchFamily="18" charset="0"/>
                  <a:ea typeface="华文细黑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3" name="副标题 2">
                <a:extLst>
                  <a:ext uri="{FF2B5EF4-FFF2-40B4-BE49-F238E27FC236}">
                    <a16:creationId xmlns:a16="http://schemas.microsoft.com/office/drawing/2014/main" id="{594C2978-0D29-4EC6-8EBB-7A5E80A4D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31520" y="1722475"/>
                <a:ext cx="5364480" cy="1348913"/>
              </a:xfrm>
              <a:blipFill>
                <a:blip r:embed="rId3"/>
                <a:stretch>
                  <a:fillRect t="-901"/>
                </a:stretch>
              </a:blipFill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副标题 2">
            <a:extLst>
              <a:ext uri="{FF2B5EF4-FFF2-40B4-BE49-F238E27FC236}">
                <a16:creationId xmlns:a16="http://schemas.microsoft.com/office/drawing/2014/main" id="{A8AAB968-283F-13CC-988B-73622DE69BF3}"/>
              </a:ext>
            </a:extLst>
          </p:cNvPr>
          <p:cNvSpPr txBox="1">
            <a:spLocks/>
          </p:cNvSpPr>
          <p:nvPr/>
        </p:nvSpPr>
        <p:spPr>
          <a:xfrm>
            <a:off x="6250930" y="1722475"/>
            <a:ext cx="5287925" cy="134891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defTabSz="685800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en-US" altLang="zh-CN" sz="1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Rstudio</a:t>
            </a:r>
            <a:r>
              <a:rPr lang="zh-CN" altLang="en-US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的下载 </a:t>
            </a:r>
          </a:p>
          <a:p>
            <a:pPr marL="720725" lvl="1" indent="-263525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sz="1200" dirty="0">
                <a:latin typeface="Cambria" panose="02040503050406030204" pitchFamily="18" charset="0"/>
                <a:ea typeface="华文细黑" panose="02010600040101010101" pitchFamily="2" charset="-122"/>
              </a:rPr>
              <a:t>在安装完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sz="1200" dirty="0">
                <a:latin typeface="Cambria" panose="02040503050406030204" pitchFamily="18" charset="0"/>
                <a:ea typeface="华文细黑" panose="02010600040101010101" pitchFamily="2" charset="-122"/>
              </a:rPr>
              <a:t>后，可以进入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RStudio</a:t>
            </a:r>
            <a:r>
              <a:rPr lang="zh-CN" altLang="zh-CN" sz="1200" dirty="0">
                <a:latin typeface="Cambria" panose="02040503050406030204" pitchFamily="18" charset="0"/>
                <a:ea typeface="华文细黑" panose="02010600040101010101" pitchFamily="2" charset="-122"/>
              </a:rPr>
              <a:t>的官方网站（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https://www.rstudio.com/products/rstudio/download/</a:t>
            </a:r>
            <a:r>
              <a:rPr lang="zh-CN" altLang="zh-CN" sz="1200" dirty="0">
                <a:latin typeface="Cambria" panose="02040503050406030204" pitchFamily="18" charset="0"/>
                <a:ea typeface="华文细黑" panose="02010600040101010101" pitchFamily="2" charset="-122"/>
              </a:rPr>
              <a:t>）下载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RStudio</a:t>
            </a:r>
            <a:r>
              <a:rPr lang="zh-CN" altLang="zh-CN" sz="1200" dirty="0">
                <a:latin typeface="Cambria" panose="02040503050406030204" pitchFamily="18" charset="0"/>
                <a:ea typeface="华文细黑" panose="02010600040101010101" pitchFamily="2" charset="-122"/>
              </a:rPr>
              <a:t>。点击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Free</a:t>
            </a:r>
            <a:r>
              <a:rPr lang="zh-CN" altLang="zh-CN" sz="1200" dirty="0">
                <a:latin typeface="Cambria" panose="02040503050406030204" pitchFamily="18" charset="0"/>
                <a:ea typeface="华文细黑" panose="02010600040101010101" pitchFamily="2" charset="-122"/>
              </a:rPr>
              <a:t>下的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Download</a:t>
            </a:r>
            <a:r>
              <a:rPr lang="zh-CN" altLang="zh-CN" sz="1200" dirty="0">
                <a:latin typeface="Cambria" panose="02040503050406030204" pitchFamily="18" charset="0"/>
                <a:ea typeface="华文细黑" panose="02010600040101010101" pitchFamily="2" charset="-122"/>
              </a:rPr>
              <a:t>，根据自己的计算机系统选择适合的版本</a:t>
            </a:r>
            <a:endParaRPr lang="en-US" altLang="zh-CN" sz="1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20725" lvl="1" indent="-263525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sz="1200" dirty="0">
                <a:latin typeface="Cambria" panose="02040503050406030204" pitchFamily="18" charset="0"/>
                <a:ea typeface="华文细黑" panose="02010600040101010101" pitchFamily="2" charset="-122"/>
              </a:rPr>
              <a:t>下载并安装完成后，双击即可启动</a:t>
            </a:r>
            <a:r>
              <a:rPr lang="en-US" altLang="zh-CN" sz="1200" dirty="0">
                <a:latin typeface="Cambria" panose="02040503050406030204" pitchFamily="18" charset="0"/>
                <a:ea typeface="Cambria" panose="02040503050406030204" pitchFamily="18" charset="0"/>
              </a:rPr>
              <a:t>RStudio</a:t>
            </a:r>
            <a:r>
              <a:rPr lang="zh-CN" altLang="zh-CN" sz="1200" dirty="0">
                <a:latin typeface="Cambria" panose="02040503050406030204" pitchFamily="18" charset="0"/>
                <a:ea typeface="华文细黑" panose="02010600040101010101" pitchFamily="2" charset="-122"/>
              </a:rPr>
              <a:t>进入开始界面</a:t>
            </a:r>
            <a:endParaRPr lang="zh-CN" altLang="en-US" sz="12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414CE4E-E05E-BF73-E091-18325CBD59A8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1.2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语言的初步使用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F073A7-9C15-8B80-F14C-FCB494597D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19" y="3142507"/>
            <a:ext cx="5364479" cy="32684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7622B6D-F8E5-CB2B-40D4-231ED7634C1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929" y="3142507"/>
            <a:ext cx="5287925" cy="32715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911889799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对象赋值与运行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594C2978-0D29-4EC6-8EBB-7A5E80A4D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4" y="1722473"/>
            <a:ext cx="5832212" cy="4658007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200" b="1" dirty="0">
                <a:latin typeface="Cambria" panose="02040503050406030204" pitchFamily="18" charset="0"/>
                <a:ea typeface="华文细黑" panose="02010600040101010101" pitchFamily="2" charset="-122"/>
              </a:rPr>
              <a:t>对象赋值 </a:t>
            </a:r>
          </a:p>
          <a:p>
            <a:pPr marL="808038" lvl="1" indent="-350838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将多个数据组合成一个数据集，并给数据集起一个名称，然后把数据集赋值给这个名称，这就是所谓的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对象（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object</a:t>
            </a: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）。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对象可以是一个数据集、模型、图形等任何东西</a:t>
            </a:r>
          </a:p>
          <a:p>
            <a:pPr marL="808038" lvl="1" indent="-350838" algn="just" eaLnBrk="0" hangingPunct="0">
              <a:lnSpc>
                <a:spcPct val="170000"/>
              </a:lnSpc>
              <a:spcBef>
                <a:spcPct val="500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语言的标准赋值符号是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“&lt;-”</a:t>
            </a: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，也允许使用</a:t>
            </a:r>
            <a:r>
              <a:rPr lang="en-US" altLang="zh-CN" dirty="0">
                <a:latin typeface="Cambria" panose="02040503050406030204" pitchFamily="18" charset="0"/>
                <a:ea typeface="Cambria" panose="02040503050406030204" pitchFamily="18" charset="0"/>
              </a:rPr>
              <a:t>“=”</a:t>
            </a:r>
            <a:r>
              <a:rPr lang="zh-CN" altLang="zh-CN" dirty="0">
                <a:latin typeface="Cambria" panose="02040503050406030204" pitchFamily="18" charset="0"/>
                <a:ea typeface="华文细黑" panose="02010600040101010101" pitchFamily="2" charset="-122"/>
              </a:rPr>
              <a:t>进行赋值，但推荐使用更加标准的前者</a:t>
            </a: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B75AAA7-E770-B752-62A6-5DC3B663F751}"/>
              </a:ext>
            </a:extLst>
          </p:cNvPr>
          <p:cNvSpPr txBox="1">
            <a:spLocks/>
          </p:cNvSpPr>
          <p:nvPr/>
        </p:nvSpPr>
        <p:spPr>
          <a:xfrm>
            <a:off x="6803571" y="1722472"/>
            <a:ext cx="4702629" cy="4658007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27000" algn="just">
              <a:lnSpc>
                <a:spcPct val="300000"/>
              </a:lnSpc>
            </a:pPr>
            <a:r>
              <a:rPr lang="en-US" altLang="zh-CN" sz="2200" kern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# </a:t>
            </a:r>
            <a:r>
              <a:rPr lang="zh-CN" altLang="zh-CN" sz="2200" kern="0" dirty="0">
                <a:solidFill>
                  <a:srgbClr val="000000"/>
                </a:solidFill>
                <a:latin typeface="Cambria" panose="02040503050406030204" pitchFamily="18" charset="0"/>
                <a:ea typeface="华文细黑" panose="02010600040101010101" pitchFamily="2" charset="-122"/>
                <a:cs typeface="Arial" panose="020B0604020202020204" pitchFamily="34" charset="0"/>
              </a:rPr>
              <a:t>将</a:t>
            </a:r>
            <a:r>
              <a:rPr lang="en-US" altLang="zh-CN" sz="2200" kern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5</a:t>
            </a:r>
            <a:r>
              <a:rPr lang="zh-CN" altLang="zh-CN" sz="2200" kern="0" dirty="0">
                <a:solidFill>
                  <a:srgbClr val="000000"/>
                </a:solidFill>
                <a:latin typeface="Cambria" panose="02040503050406030204" pitchFamily="18" charset="0"/>
                <a:ea typeface="华文细黑" panose="02010600040101010101" pitchFamily="2" charset="-122"/>
                <a:cs typeface="Arial" panose="020B0604020202020204" pitchFamily="34" charset="0"/>
              </a:rPr>
              <a:t>个数据赋值给对象</a:t>
            </a:r>
            <a:r>
              <a:rPr lang="en-US" altLang="zh-CN" sz="2200" kern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x</a:t>
            </a:r>
            <a:endParaRPr lang="zh-CN" altLang="zh-CN" sz="22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300000"/>
              </a:lnSpc>
            </a:pPr>
            <a:r>
              <a:rPr lang="en-US" altLang="zh-CN" sz="2200" kern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x&lt;-c(80,87,98,73,100)</a:t>
            </a:r>
          </a:p>
          <a:p>
            <a:pPr indent="127000" algn="just">
              <a:lnSpc>
                <a:spcPct val="300000"/>
              </a:lnSpc>
            </a:pPr>
            <a:r>
              <a:rPr lang="en-US" altLang="zh-CN" sz="2200" kern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# </a:t>
            </a:r>
            <a:r>
              <a:rPr lang="zh-CN" altLang="zh-CN" sz="2200" kern="0" dirty="0">
                <a:solidFill>
                  <a:srgbClr val="000000"/>
                </a:solidFill>
                <a:latin typeface="Cambria" panose="02040503050406030204" pitchFamily="18" charset="0"/>
                <a:ea typeface="华文细黑" panose="02010600040101010101" pitchFamily="2" charset="-122"/>
                <a:cs typeface="Arial" panose="020B0604020202020204" pitchFamily="34" charset="0"/>
              </a:rPr>
              <a:t>将数据框</a:t>
            </a:r>
            <a:r>
              <a:rPr lang="en-US" altLang="zh-CN" sz="2200" kern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data1_1</a:t>
            </a:r>
            <a:r>
              <a:rPr lang="zh-CN" altLang="zh-CN" sz="2200" kern="0" dirty="0">
                <a:solidFill>
                  <a:srgbClr val="000000"/>
                </a:solidFill>
                <a:latin typeface="Cambria" panose="02040503050406030204" pitchFamily="18" charset="0"/>
                <a:ea typeface="华文细黑" panose="02010600040101010101" pitchFamily="2" charset="-122"/>
                <a:cs typeface="Arial" panose="020B0604020202020204" pitchFamily="34" charset="0"/>
              </a:rPr>
              <a:t>赋值给对象</a:t>
            </a:r>
            <a:r>
              <a:rPr lang="en-US" altLang="zh-CN" sz="2200" kern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y</a:t>
            </a:r>
          </a:p>
          <a:p>
            <a:pPr indent="127000" algn="just">
              <a:lnSpc>
                <a:spcPct val="300000"/>
              </a:lnSpc>
            </a:pPr>
            <a:r>
              <a:rPr lang="en-US" altLang="zh-CN" sz="2200" kern="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y</a:t>
            </a:r>
            <a:r>
              <a:rPr lang="en-US" altLang="zh-CN" sz="2200" kern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&lt;-data1_1</a:t>
            </a:r>
            <a:endParaRPr lang="zh-CN" altLang="zh-CN" sz="2200" kern="100" dirty="0">
              <a:effectLst/>
              <a:latin typeface="Cambria" panose="02040503050406030204" pitchFamily="18" charset="0"/>
              <a:ea typeface="方正书宋_GB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8F5BB5-B950-F753-3BAC-C875965C80D8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1.2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语言的初步使用</a:t>
            </a:r>
          </a:p>
        </p:txBody>
      </p:sp>
    </p:spTree>
    <p:extLst>
      <p:ext uri="{BB962C8B-B14F-4D97-AF65-F5344CB8AC3E}">
        <p14:creationId xmlns:p14="http://schemas.microsoft.com/office/powerpoint/2010/main" val="1610754039"/>
      </p:ext>
    </p:extLst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编写代码脚本</a:t>
            </a:r>
            <a:endParaRPr lang="zh-CN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594C2978-0D29-4EC6-8EBB-7A5E80A4D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486" y="1722474"/>
            <a:ext cx="10951027" cy="135600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代码虽然可以在提示符后输入，但如果输入的代码较多，难免出现输入错误</a:t>
            </a:r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如果代码输入错误或书写格式错误，运行后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会出现错误提示或警告信息。这时，在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中修改错误的代码就比较麻烦，也不利于代码的保存</a:t>
            </a:r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代码最好是在脚本文件中编写，书写完成后，选中输入的代码，并点击鼠标右键，选择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运行当前行或所选代码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”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，即可在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中运行该代码并得到相应结果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87C7D4C-1904-61DA-93F8-EECC5C373E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87" y="3156856"/>
            <a:ext cx="10951028" cy="3203304"/>
          </a:xfrm>
          <a:prstGeom prst="rect">
            <a:avLst/>
          </a:prstGeom>
          <a:noFill/>
          <a:ln w="6350">
            <a:solidFill>
              <a:schemeClr val="accent1"/>
            </a:solidFill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DCD8A84-6871-D59E-9881-F11EA6F0C7E4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1.2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语言的初步使用</a:t>
            </a:r>
          </a:p>
        </p:txBody>
      </p:sp>
    </p:spTree>
    <p:extLst>
      <p:ext uri="{BB962C8B-B14F-4D97-AF65-F5344CB8AC3E}">
        <p14:creationId xmlns:p14="http://schemas.microsoft.com/office/powerpoint/2010/main" val="4232364879"/>
      </p:ext>
    </p:extLst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包的安装与加载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2B33FF3-F069-4353-A109-7A5C92B1DDF3}"/>
              </a:ext>
            </a:extLst>
          </p:cNvPr>
          <p:cNvSpPr txBox="1">
            <a:spLocks noChangeArrowheads="1"/>
          </p:cNvSpPr>
          <p:nvPr/>
        </p:nvSpPr>
        <p:spPr>
          <a:xfrm>
            <a:off x="6620540" y="1691520"/>
            <a:ext cx="4827181" cy="2301359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F67B00"/>
              </a:buClr>
              <a:buSzPct val="100000"/>
              <a:buNone/>
              <a:defRPr/>
            </a:pPr>
            <a:r>
              <a:rPr lang="en-US" altLang="zh-CN" sz="2000" b="1" dirty="0"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en-US" sz="2000" b="1" dirty="0">
                <a:latin typeface="Cambria" panose="02040503050406030204" pitchFamily="18" charset="0"/>
                <a:ea typeface="华文细黑" panose="02010600040101010101" pitchFamily="2" charset="-122"/>
              </a:rPr>
              <a:t>查看</a:t>
            </a:r>
            <a:r>
              <a:rPr lang="en-US" altLang="zh-C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en-US" sz="2000" b="1" dirty="0">
                <a:latin typeface="Cambria" panose="02040503050406030204" pitchFamily="18" charset="0"/>
                <a:ea typeface="华文细黑" panose="02010600040101010101" pitchFamily="2" charset="-122"/>
              </a:rPr>
              <a:t>帮助</a:t>
            </a:r>
            <a:endParaRPr lang="en-US" altLang="zh-C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F67B00"/>
              </a:buClr>
              <a:buSzPct val="100000"/>
              <a:buNone/>
              <a:defRPr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help(sum)       # 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查看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mean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函数的帮助信息</a:t>
            </a: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F67B00"/>
              </a:buClr>
              <a:buSzPct val="100000"/>
              <a:buNone/>
              <a:defRPr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help(package="stats") # 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查看包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stats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的信息</a:t>
            </a: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F67B00"/>
              </a:buClr>
              <a:buSzPct val="100000"/>
              <a:buNone/>
              <a:defRPr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var           # 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查看</a:t>
            </a:r>
            <a:r>
              <a:rPr lang="en-US" altLang="zh-C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var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函数源代码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582E163-8200-497C-A547-D80F61F02BA5}"/>
              </a:ext>
            </a:extLst>
          </p:cNvPr>
          <p:cNvSpPr txBox="1">
            <a:spLocks noChangeArrowheads="1"/>
          </p:cNvSpPr>
          <p:nvPr/>
        </p:nvSpPr>
        <p:spPr>
          <a:xfrm>
            <a:off x="744279" y="1691520"/>
            <a:ext cx="5748669" cy="2301360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F67B00"/>
              </a:buClr>
              <a:buSzPct val="100000"/>
              <a:buNone/>
              <a:defRPr/>
            </a:pPr>
            <a:r>
              <a:rPr lang="en-US" altLang="zh-CN" sz="1800" b="1" dirty="0">
                <a:latin typeface="Cambria" panose="02040503050406030204" pitchFamily="18" charset="0"/>
                <a:ea typeface="Cambria" panose="02040503050406030204" pitchFamily="18" charset="0"/>
              </a:rPr>
              <a:t>#  </a:t>
            </a:r>
            <a:r>
              <a:rPr lang="zh-CN" altLang="en-US" sz="1800" b="1" dirty="0">
                <a:latin typeface="Cambria" panose="02040503050406030204" pitchFamily="18" charset="0"/>
                <a:ea typeface="华文细黑" panose="02010600040101010101" pitchFamily="2" charset="-122"/>
              </a:rPr>
              <a:t>安装包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install.packages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("ggplot2")                   # 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安装包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ggplot2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install.packages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(c("ggplot2","vcd"))   # 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同时安装两个包</a:t>
            </a:r>
          </a:p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F67B00"/>
              </a:buClr>
              <a:buSzPct val="100000"/>
              <a:buNone/>
              <a:defRPr/>
            </a:pPr>
            <a:r>
              <a:rPr lang="en-US" altLang="zh-CN" sz="1800" b="1" dirty="0">
                <a:latin typeface="Cambria" panose="02040503050406030204" pitchFamily="18" charset="0"/>
                <a:ea typeface="Cambria" panose="02040503050406030204" pitchFamily="18" charset="0"/>
              </a:rPr>
              <a:t>#  </a:t>
            </a:r>
            <a:r>
              <a:rPr lang="zh-CN" altLang="en-US" sz="1800" b="1" dirty="0">
                <a:latin typeface="Cambria" panose="02040503050406030204" pitchFamily="18" charset="0"/>
                <a:ea typeface="华文细黑" panose="02010600040101010101" pitchFamily="2" charset="-122"/>
              </a:rPr>
              <a:t>加载包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library(ggplot2)                               # 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加载包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ggplot2</a:t>
            </a:r>
            <a:endParaRPr lang="zh-CN" altLang="en-US" sz="18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require(ggplot2)                              # 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加载包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ggplot2</a:t>
            </a:r>
          </a:p>
          <a:p>
            <a:pPr marL="0" indent="0">
              <a:lnSpc>
                <a:spcPct val="100000"/>
              </a:lnSpc>
              <a:buClr>
                <a:srgbClr val="F67B00"/>
              </a:buClr>
              <a:buSzPct val="100000"/>
              <a:buNone/>
              <a:defRPr/>
            </a:pPr>
            <a:endParaRPr lang="en-US" altLang="zh-CN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4E364A-D9B8-18FB-7206-20CA19F3D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279" y="4082901"/>
            <a:ext cx="10703442" cy="2222204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defRPr/>
            </a:pP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有些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R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包发布在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GitHub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上，如果想下载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GitHub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上的包，需要先安装</a:t>
            </a:r>
            <a:r>
              <a:rPr lang="en-US" altLang="zh-CN" sz="18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devtools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包，然后运行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 </a:t>
            </a:r>
            <a:r>
              <a:rPr lang="en-US" altLang="zh-CN" sz="18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devtools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::</a:t>
            </a:r>
            <a:r>
              <a:rPr lang="en-US" altLang="zh-CN" sz="18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install_github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("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库名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/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包名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")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来安装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(GitHub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网址：</a:t>
            </a:r>
            <a:r>
              <a:rPr lang="en-US" altLang="zh-CN" sz="1800" u="sng" dirty="0">
                <a:solidFill>
                  <a:srgbClr val="0000FF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  <a:hlinkClick r:id="rId3"/>
              </a:rPr>
              <a:t>https://github.com/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)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。如果不知道库名，可以使用</a:t>
            </a:r>
            <a:r>
              <a:rPr lang="en-US" altLang="zh-CN" sz="18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githubinstall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包，该包专门负责从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GitHub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安装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R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包，只需要提供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R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包名称，无需库名。比如想安装</a:t>
            </a:r>
            <a:r>
              <a:rPr lang="en-US" altLang="zh-CN" sz="18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ggTimeSeries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包，先安装并加载</a:t>
            </a:r>
            <a:r>
              <a:rPr lang="en-US" altLang="zh-CN" sz="180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githubinstall</a:t>
            </a:r>
            <a:r>
              <a:rPr lang="zh-CN" altLang="zh-CN" sz="180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，然后运行</a:t>
            </a:r>
            <a:r>
              <a:rPr lang="en-US" altLang="zh-CN" sz="18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githubinstall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("</a:t>
            </a:r>
            <a:r>
              <a:rPr lang="en-US" altLang="zh-CN" sz="18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ggTimeSeries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")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即可完成安装。有少数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R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包对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R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的版本具有依赖性，在更新或安装最新的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R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版本时，建议保留使用过的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R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版本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C82C662-1249-F860-22C9-F76574EF05DC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1.2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语言的初步使用</a:t>
            </a:r>
          </a:p>
        </p:txBody>
      </p:sp>
    </p:spTree>
    <p:extLst>
      <p:ext uri="{BB962C8B-B14F-4D97-AF65-F5344CB8AC3E}">
        <p14:creationId xmlns:p14="http://schemas.microsoft.com/office/powerpoint/2010/main" val="4285701442"/>
      </p:ext>
    </p:extLst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包的安装与加载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4E364A-D9B8-18FB-7206-20CA19F3D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280" y="1652082"/>
            <a:ext cx="2390806" cy="4748717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defRPr/>
            </a:pPr>
            <a:r>
              <a:rPr lang="zh-CN" altLang="en-US" dirty="0">
                <a:latin typeface="Cambria" panose="02040503050406030204" pitchFamily="18" charset="0"/>
                <a:ea typeface="华文细黑" panose="02010600040101010101" pitchFamily="2" charset="-122"/>
              </a:rPr>
              <a:t>本书使用的</a:t>
            </a:r>
            <a:r>
              <a:rPr lang="en-US" altLang="zh-CN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en-US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包，</a:t>
            </a:r>
            <a:r>
              <a:rPr lang="zh-CN" altLang="zh-CN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建议在使用本书前先安装好所需的包</a:t>
            </a:r>
            <a:endParaRPr lang="zh-CN" altLang="zh-CN" dirty="0">
              <a:effectLst/>
              <a:latin typeface="Cambria" panose="02040503050406030204" pitchFamily="18" charset="0"/>
              <a:ea typeface="宋体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B87485F-0ABA-2EE8-7BAF-895103028B94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1.2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语言的初步使用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BB98B12-536F-19E8-F4BB-6E7A91AB7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643371"/>
              </p:ext>
            </p:extLst>
          </p:nvPr>
        </p:nvGraphicFramePr>
        <p:xfrm>
          <a:off x="3322320" y="1671641"/>
          <a:ext cx="8125400" cy="47598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7879">
                  <a:extLst>
                    <a:ext uri="{9D8B030D-6E8A-4147-A177-3AD203B41FA5}">
                      <a16:colId xmlns:a16="http://schemas.microsoft.com/office/drawing/2014/main" val="2663217587"/>
                    </a:ext>
                  </a:extLst>
                </a:gridCol>
                <a:gridCol w="1391569">
                  <a:extLst>
                    <a:ext uri="{9D8B030D-6E8A-4147-A177-3AD203B41FA5}">
                      <a16:colId xmlns:a16="http://schemas.microsoft.com/office/drawing/2014/main" val="1254766624"/>
                    </a:ext>
                  </a:extLst>
                </a:gridCol>
                <a:gridCol w="1540920">
                  <a:extLst>
                    <a:ext uri="{9D8B030D-6E8A-4147-A177-3AD203B41FA5}">
                      <a16:colId xmlns:a16="http://schemas.microsoft.com/office/drawing/2014/main" val="4026691046"/>
                    </a:ext>
                  </a:extLst>
                </a:gridCol>
                <a:gridCol w="1489457">
                  <a:extLst>
                    <a:ext uri="{9D8B030D-6E8A-4147-A177-3AD203B41FA5}">
                      <a16:colId xmlns:a16="http://schemas.microsoft.com/office/drawing/2014/main" val="2945922568"/>
                    </a:ext>
                  </a:extLst>
                </a:gridCol>
                <a:gridCol w="1945575">
                  <a:extLst>
                    <a:ext uri="{9D8B030D-6E8A-4147-A177-3AD203B41FA5}">
                      <a16:colId xmlns:a16="http://schemas.microsoft.com/office/drawing/2014/main" val="4143920060"/>
                    </a:ext>
                  </a:extLst>
                </a:gridCol>
              </a:tblGrid>
              <a:tr h="167532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aplot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ggcharts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ggmulti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ggthemes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rayshader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1749765050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aplpack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ggChernoff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ggpattern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ggTimeSeries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RColorBrewer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601623133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circlize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ggcirclepack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ggpie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ggtricks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rempsyc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2837525342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ComplexHeatmap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ggcirclize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ggpirate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ggwordcloud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reshape2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1507689199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corhex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ggcorrplot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ggplot2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gridExtra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scales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2927494512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DescTools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ggcorrplot2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ggpmisc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GWalkR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scatterpie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4248948368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devtools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ggdist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ggpointdensity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IDPmisc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scatterplot3d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3303611625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dplyr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ggESDA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ggpol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introdataviz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tidyr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3388138165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e1071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ggExtra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ggpubr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lattiecExtra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tidytext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2251361487"/>
                  </a:ext>
                </a:extLst>
              </a:tr>
              <a:tr h="167532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EnvStats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ggfittext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ggrepel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lubridate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tidyverse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3498814712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export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ggforce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ggridges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networkD3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treemapify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2824995700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factoextra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ggformula</a:t>
                      </a:r>
                      <a:endParaRPr lang="zh-CN" sz="1200" b="1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gground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openair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vcd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3441759445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forecast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ggh4x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ggsci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patchwork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viridis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3558722786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geomtextpath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gghalves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ggside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plotly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waterfalls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3087095378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ggalluvial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gghighlight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ggsignif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plotrix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webr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3709461741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GGally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ggHoriPlot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ggstats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plyr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WeightedTreemaps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1226534688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ggalt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ggiraphExtra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ggstatsplot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png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wordcloud2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2427627069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ggbeeswarm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ggmagnify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ggstream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psych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zh-CN" sz="1200" b="1">
                          <a:effectLst/>
                          <a:latin typeface="Cambria" panose="02040503050406030204" pitchFamily="18" charset="0"/>
                        </a:rPr>
                        <a:t>　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2877491673"/>
                  </a:ext>
                </a:extLst>
              </a:tr>
              <a:tr h="258476"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ggbrace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ggmosaic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ggstudent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qqplotr</a:t>
                      </a:r>
                      <a:endParaRPr lang="zh-CN" sz="1200" b="1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tc>
                  <a:txBody>
                    <a:bodyPr/>
                    <a:lstStyle/>
                    <a:p>
                      <a:r>
                        <a:rPr lang="zh-CN" sz="1200" b="1" dirty="0">
                          <a:effectLst/>
                          <a:latin typeface="Cambria" panose="02040503050406030204" pitchFamily="18" charset="0"/>
                        </a:rPr>
                        <a:t>　</a:t>
                      </a:r>
                      <a:endParaRPr lang="zh-CN" sz="1200" b="1" dirty="0"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</a:endParaRPr>
                    </a:p>
                  </a:txBody>
                  <a:tcPr marL="61561" marR="61561" marT="0" marB="0" anchor="ctr"/>
                </a:tc>
                <a:extLst>
                  <a:ext uri="{0D108BD9-81ED-4DB2-BD59-A6C34878D82A}">
                    <a16:rowId xmlns:a16="http://schemas.microsoft.com/office/drawing/2014/main" val="4062627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4236128"/>
      </p:ext>
    </p:extLst>
  </p:cSld>
  <p:clrMapOvr>
    <a:masterClrMapping/>
  </p:clrMapOvr>
  <p:transition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R 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的数据类型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4" y="1722474"/>
            <a:ext cx="10611766" cy="466816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在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中分析数据或创建一个图形时，首先要有分析或绘图的数据集（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data set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）</a:t>
            </a:r>
            <a:endParaRPr lang="en-US" altLang="zh-C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处理的数据集类型包括向量（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vector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）、矩阵（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matrix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）、数组（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array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）、数据框（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data frame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）、因子（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factor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）、列表（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list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）等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99B35B-7490-5426-3A60-9A93F4391C76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1.3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语言的数据类型及其操作</a:t>
            </a:r>
          </a:p>
        </p:txBody>
      </p:sp>
    </p:spTree>
    <p:extLst>
      <p:ext uri="{BB962C8B-B14F-4D97-AF65-F5344CB8AC3E}">
        <p14:creationId xmlns:p14="http://schemas.microsoft.com/office/powerpoint/2010/main" val="549830015"/>
      </p:ext>
    </p:extLst>
  </p:cSld>
  <p:clrMapOvr>
    <a:masterClrMapping/>
  </p:clrMapOvr>
  <p:transition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向量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5" y="1722474"/>
            <a:ext cx="4327452" cy="464784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向量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——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是个一维数组，其中可以是数值型数据，也可以是字符数据或逻辑值（如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TRUE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或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FALSE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）</a:t>
            </a:r>
            <a:endParaRPr lang="en-US" altLang="zh-C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要在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中录入一个向量，需要使用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函数，将不同元素组合成向量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D9FF1E9-4299-4A42-A1DF-0E30AF157593}"/>
              </a:ext>
            </a:extLst>
          </p:cNvPr>
          <p:cNvSpPr txBox="1">
            <a:spLocks noChangeArrowheads="1"/>
          </p:cNvSpPr>
          <p:nvPr/>
        </p:nvSpPr>
        <p:spPr>
          <a:xfrm>
            <a:off x="5358808" y="1722474"/>
            <a:ext cx="6212706" cy="464784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en-US" sz="2000" b="1" dirty="0">
                <a:latin typeface="Cambria" panose="02040503050406030204" pitchFamily="18" charset="0"/>
                <a:ea typeface="华文细黑" panose="02010600040101010101" pitchFamily="2" charset="-122"/>
              </a:rPr>
              <a:t>录入向量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a&lt;-c(2,5,8,3,9)                          # 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数值型向量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b&lt;-c("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甲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乙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丙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丁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")        # 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字符型向量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c&lt;-c("TRUE","FALSE","FALSE","TRUE")   # 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逻辑值向量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a;b;c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# 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运行向量</a:t>
            </a:r>
            <a:r>
              <a:rPr lang="en-US" altLang="zh-C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a,b,c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访问向量中的元素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a[c(2,5)]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41991BA-1260-A1D7-4B72-01E18D785950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1.3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语言的数据类型及其操作</a:t>
            </a:r>
          </a:p>
        </p:txBody>
      </p:sp>
    </p:spTree>
    <p:extLst>
      <p:ext uri="{BB962C8B-B14F-4D97-AF65-F5344CB8AC3E}">
        <p14:creationId xmlns:p14="http://schemas.microsoft.com/office/powerpoint/2010/main" val="1672715680"/>
      </p:ext>
    </p:extLst>
  </p:cSld>
  <p:clrMapOvr>
    <a:masterClrMapping/>
  </p:clrMapOvr>
  <p:transition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矩阵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840" y="1722474"/>
            <a:ext cx="4383687" cy="465800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6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矩阵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——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二维数组，其中的每个元素都是相同的数据类型</a:t>
            </a:r>
            <a:endParaRPr lang="en-US" altLang="zh-C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用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matrix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函数可以创建矩阵</a:t>
            </a: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endParaRPr lang="zh-CN" altLang="zh-CN" sz="26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C7EF153-734C-4A6A-8728-30C37A1ED49E}"/>
              </a:ext>
            </a:extLst>
          </p:cNvPr>
          <p:cNvSpPr txBox="1">
            <a:spLocks noChangeArrowheads="1"/>
          </p:cNvSpPr>
          <p:nvPr/>
        </p:nvSpPr>
        <p:spPr>
          <a:xfrm>
            <a:off x="5252482" y="1722474"/>
            <a:ext cx="6289277" cy="465800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1800" b="1" dirty="0"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en-US" sz="1800" b="1" dirty="0">
                <a:latin typeface="Cambria" panose="02040503050406030204" pitchFamily="18" charset="0"/>
                <a:ea typeface="华文细黑" panose="02010600040101010101" pitchFamily="2" charset="-122"/>
              </a:rPr>
              <a:t>用</a:t>
            </a:r>
            <a:r>
              <a:rPr lang="en-US" altLang="zh-CN" sz="1800" b="1" dirty="0">
                <a:latin typeface="Cambria" panose="02040503050406030204" pitchFamily="18" charset="0"/>
                <a:ea typeface="Cambria" panose="02040503050406030204" pitchFamily="18" charset="0"/>
              </a:rPr>
              <a:t>matrix</a:t>
            </a:r>
            <a:r>
              <a:rPr lang="zh-CN" altLang="en-US" sz="1800" b="1" dirty="0">
                <a:latin typeface="Cambria" panose="02040503050406030204" pitchFamily="18" charset="0"/>
                <a:ea typeface="华文细黑" panose="02010600040101010101" pitchFamily="2" charset="-122"/>
              </a:rPr>
              <a:t>函数创建矩阵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a&lt;-1:6                                  # 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生成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到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的数值向量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mat&lt;-matrix(a,                  # 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创建向量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的矩阵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  </a:t>
            </a:r>
            <a:r>
              <a:rPr lang="en-US" altLang="zh-C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nrow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=2,ncol=3,               # 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矩阵行数为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，列数为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altLang="zh-C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byrow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=TRUE)                  # 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按行填充矩阵的元素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  mat                                      # 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显示矩阵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mat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给矩阵添加行名和列名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rownames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(mat)=c("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甲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乙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")   # 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添加行名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 err="1">
                <a:latin typeface="Cambria" panose="02040503050406030204" pitchFamily="18" charset="0"/>
                <a:ea typeface="Cambria" panose="02040503050406030204" pitchFamily="18" charset="0"/>
              </a:rPr>
              <a:t>colnames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(mat)=c("A","B","C")   # 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添加行名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用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函数对矩阵转置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</a:rPr>
              <a:t>t(mat)                    # 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</a:rPr>
              <a:t>矩阵转置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2CECD07-E32D-ADF4-5F43-10EFE1ED5B1E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1.3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语言的数据类型及其操作</a:t>
            </a:r>
          </a:p>
        </p:txBody>
      </p:sp>
    </p:spTree>
    <p:extLst>
      <p:ext uri="{BB962C8B-B14F-4D97-AF65-F5344CB8AC3E}">
        <p14:creationId xmlns:p14="http://schemas.microsoft.com/office/powerpoint/2010/main" val="372951006"/>
      </p:ext>
    </p:extLst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数组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5" y="1722474"/>
            <a:ext cx="2711302" cy="463768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数组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——</a:t>
            </a:r>
            <a:r>
              <a:rPr lang="zh-CN" altLang="en-US" sz="2600" dirty="0">
                <a:latin typeface="Cambria" panose="02040503050406030204" pitchFamily="18" charset="0"/>
                <a:ea typeface="华文细黑" panose="02010600040101010101" pitchFamily="2" charset="-122"/>
              </a:rPr>
              <a:t>与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矩阵类似，但维数可以大于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使用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array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函数可以创建数组</a:t>
            </a: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endParaRPr lang="zh-CN" altLang="zh-CN" sz="2600" b="1" dirty="0">
              <a:solidFill>
                <a:schemeClr val="bg1"/>
              </a:solidFill>
              <a:highlight>
                <a:srgbClr val="000099"/>
              </a:highlight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endParaRPr lang="zh-CN" altLang="zh-CN" sz="26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CF54B871-12E9-45AC-B9CF-9080F3A31127}"/>
              </a:ext>
            </a:extLst>
          </p:cNvPr>
          <p:cNvSpPr txBox="1">
            <a:spLocks noChangeArrowheads="1"/>
          </p:cNvSpPr>
          <p:nvPr/>
        </p:nvSpPr>
        <p:spPr>
          <a:xfrm>
            <a:off x="3678865" y="1722474"/>
            <a:ext cx="7623543" cy="463768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en-US" sz="2000" b="1" dirty="0">
                <a:latin typeface="Cambria" panose="02040503050406030204" pitchFamily="18" charset="0"/>
                <a:ea typeface="华文细黑" panose="02010600040101010101" pitchFamily="2" charset="-122"/>
              </a:rPr>
              <a:t>创建数组</a:t>
            </a:r>
            <a:endParaRPr lang="en-US" altLang="zh-C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dim1&lt;-c("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男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女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")                              # 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指定第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个维度为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个元素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dim2&lt;-c("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赞成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中立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反对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")       # 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指定第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个维度为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个元素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dim3&lt;-c("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东部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西部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南部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北部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")    # 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指定第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个维度为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个元素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data&lt;-round(</a:t>
            </a:r>
            <a:r>
              <a:rPr lang="en-US" altLang="zh-C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runif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(24,50,100))      # 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生成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24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个均匀分布的随机数，并取整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d&lt;-array(</a:t>
            </a:r>
            <a:r>
              <a:rPr lang="en-US" altLang="zh-C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data,c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(2,3,4),</a:t>
            </a:r>
            <a:r>
              <a:rPr lang="en-US" altLang="zh-CN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dimnames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=list(dim1,dim2,dim3)) # 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</a:rPr>
              <a:t>创建数组并赋值给对象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sz="20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0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E1FE539-6C34-8A30-1BD5-11225E618A1C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1.3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语言的数据类型及其操作</a:t>
            </a:r>
          </a:p>
        </p:txBody>
      </p:sp>
    </p:spTree>
    <p:extLst>
      <p:ext uri="{BB962C8B-B14F-4D97-AF65-F5344CB8AC3E}">
        <p14:creationId xmlns:p14="http://schemas.microsoft.com/office/powerpoint/2010/main" val="3782852554"/>
      </p:ext>
    </p:extLst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数据框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创建数据框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5" y="1722474"/>
            <a:ext cx="3121668" cy="4678328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数据框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——</a:t>
            </a:r>
            <a:r>
              <a:rPr lang="zh-CN" altLang="en-US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一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种表格结构的数据，类似于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Excel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中的数据表</a:t>
            </a:r>
            <a:r>
              <a:rPr lang="zh-CN" altLang="en-US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2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data.frame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函数可创建数据框</a:t>
            </a:r>
            <a:endParaRPr lang="en-US" altLang="zh-CN" sz="2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2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data.frame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函数可创建数据框</a:t>
            </a:r>
            <a:endParaRPr lang="zh-CN" altLang="zh-CN" sz="2200" b="1" dirty="0">
              <a:solidFill>
                <a:schemeClr val="bg1"/>
              </a:solidFill>
              <a:highlight>
                <a:srgbClr val="000099"/>
              </a:highlight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endParaRPr lang="zh-CN" altLang="zh-CN" sz="22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7098E7C-F4EE-470E-853B-94654857C721}"/>
              </a:ext>
            </a:extLst>
          </p:cNvPr>
          <p:cNvSpPr txBox="1">
            <a:spLocks noChangeArrowheads="1"/>
          </p:cNvSpPr>
          <p:nvPr/>
        </p:nvSpPr>
        <p:spPr>
          <a:xfrm>
            <a:off x="4071257" y="1722473"/>
            <a:ext cx="7489372" cy="4678327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b="1" dirty="0"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en-US" sz="1600" b="1" dirty="0">
                <a:latin typeface="Cambria" panose="02040503050406030204" pitchFamily="18" charset="0"/>
                <a:ea typeface="华文细黑" panose="02010600040101010101" pitchFamily="2" charset="-122"/>
              </a:rPr>
              <a:t>写入姓名和分数向量</a:t>
            </a:r>
          </a:p>
          <a:p>
            <a:pPr marL="0" indent="0">
              <a:buNone/>
            </a:pP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names&lt;-c("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刘文涛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王宇翔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田思雨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徐丽娜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丁文斌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") # 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写入学生姓名向量</a:t>
            </a:r>
          </a:p>
          <a:p>
            <a:pPr marL="0" indent="0">
              <a:buNone/>
            </a:pP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stat&lt;-c(68,85,74,88,63)                        # 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写入各门课程分数向量</a:t>
            </a:r>
          </a:p>
          <a:p>
            <a:pPr marL="0" indent="0">
              <a:buNone/>
            </a:pP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math&lt;-c(85,91,74,100,82)</a:t>
            </a:r>
          </a:p>
          <a:p>
            <a:pPr marL="0" indent="0">
              <a:buNone/>
            </a:pP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econ&lt;-c(84,63,61,49,89)</a:t>
            </a:r>
          </a:p>
          <a:p>
            <a:pPr marL="0" indent="0">
              <a:buNone/>
            </a:pPr>
            <a:endParaRPr lang="zh-CN" altLang="en-US" sz="16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1600" b="1" dirty="0"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en-US" sz="1600" b="1" dirty="0">
                <a:latin typeface="Cambria" panose="02040503050406030204" pitchFamily="18" charset="0"/>
                <a:ea typeface="华文细黑" panose="02010600040101010101" pitchFamily="2" charset="-122"/>
              </a:rPr>
              <a:t>将向量组织成数据框形式</a:t>
            </a:r>
          </a:p>
          <a:p>
            <a:pPr marL="0" indent="0">
              <a:buNone/>
            </a:pP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table1_1&lt;-</a:t>
            </a:r>
            <a:r>
              <a:rPr lang="en-US" altLang="zh-CN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data.frame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学生姓名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=names,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统计学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=stat,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数学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=math,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经济学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=econ)</a:t>
            </a:r>
          </a:p>
          <a:p>
            <a:pPr marL="0" indent="0">
              <a:buNone/>
            </a:pP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                       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将数据组织成数据框形式，并储存在对象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table1_1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中</a:t>
            </a:r>
          </a:p>
          <a:p>
            <a:pPr marL="0" indent="0">
              <a:buNone/>
            </a:pP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table1_1       # 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显示</a:t>
            </a:r>
            <a:r>
              <a:rPr lang="en-US" altLang="zh-CN" sz="1600" dirty="0">
                <a:latin typeface="Cambria" panose="02040503050406030204" pitchFamily="18" charset="0"/>
                <a:ea typeface="Cambria" panose="02040503050406030204" pitchFamily="18" charset="0"/>
              </a:rPr>
              <a:t>table1_1</a:t>
            </a:r>
            <a:r>
              <a:rPr lang="zh-CN" altLang="en-US" sz="1600" dirty="0">
                <a:latin typeface="Cambria" panose="02040503050406030204" pitchFamily="18" charset="0"/>
                <a:ea typeface="华文细黑" panose="02010600040101010101" pitchFamily="2" charset="-122"/>
              </a:rPr>
              <a:t>中的数据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87B4368-6866-1EC8-AADE-6009470AF798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1.3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语言的数据类型及其操作</a:t>
            </a:r>
          </a:p>
        </p:txBody>
      </p:sp>
    </p:spTree>
    <p:extLst>
      <p:ext uri="{BB962C8B-B14F-4D97-AF65-F5344CB8AC3E}">
        <p14:creationId xmlns:p14="http://schemas.microsoft.com/office/powerpoint/2010/main" val="3052987774"/>
      </p:ext>
    </p:extLst>
  </p:cSld>
  <p:clrMapOvr>
    <a:masterClrMapping/>
  </p:clrMapOvr>
  <p:transition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数据框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数据框的查看和访问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5" y="1691994"/>
            <a:ext cx="10654582" cy="469864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defRPr/>
            </a:pP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数据框的查看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8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只显示数据框的前几行或后几行。使用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head(table1_1)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默认显示数据的前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行，如果只想显示前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行，则可以写成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head(table1_1,3)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。使用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tail(table1_1)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默认显示数据的后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行，如果想显示后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行，则可以写成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tail(table1_1,3)</a:t>
            </a: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class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函数可以查看数据的类型</a:t>
            </a:r>
            <a:endParaRPr lang="en-US" altLang="zh-CN" sz="2000" kern="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kern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nrow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函数和</a:t>
            </a:r>
            <a:r>
              <a:rPr lang="en-US" altLang="zh-CN" sz="2000" kern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ncol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函数可以查看数据框的行数和列数</a:t>
            </a:r>
            <a:endParaRPr lang="en-US" altLang="zh-CN" sz="2000" kern="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dim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函数可以同时查看数据框的行数和列数</a:t>
            </a:r>
            <a:endParaRPr lang="en-US" altLang="zh-CN" sz="2000" kern="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当数据量比较大时，可以使用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str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函数查看数据的结构</a:t>
            </a:r>
            <a:endParaRPr lang="zh-CN" altLang="zh-CN" sz="20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34685A24-17D9-1AF0-1E51-F77725ABA780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1.3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语言的数据类型及其操作</a:t>
            </a:r>
          </a:p>
        </p:txBody>
      </p:sp>
    </p:spTree>
    <p:extLst>
      <p:ext uri="{BB962C8B-B14F-4D97-AF65-F5344CB8AC3E}">
        <p14:creationId xmlns:p14="http://schemas.microsoft.com/office/powerpoint/2010/main" val="3769097638"/>
      </p:ext>
    </p:extLst>
  </p:cSld>
  <p:clrMapOvr>
    <a:masterClrMapping/>
  </p:clrMapOvr>
  <p:transition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数据框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数据框的查看和访问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5" y="1722474"/>
            <a:ext cx="10654582" cy="464784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defRPr/>
            </a:pPr>
            <a:r>
              <a:rPr lang="zh-CN" altLang="en-US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+mn-lt"/>
                <a:ea typeface="华文细黑" panose="02010600040101010101" pitchFamily="2" charset="-122"/>
              </a:rPr>
              <a:t>数据框的访问</a:t>
            </a:r>
            <a:endParaRPr lang="en-US" altLang="zh-CN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80"/>
              </a:highlight>
              <a:latin typeface="+mn-lt"/>
              <a:ea typeface="华文细黑" panose="02010600040101010101" pitchFamily="2" charset="-122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6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对数据框中的特定变量进行分析或绘图，用</a:t>
            </a:r>
            <a:r>
              <a:rPr lang="en-US" altLang="zh-CN" sz="26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“$”</a:t>
            </a:r>
            <a:r>
              <a:rPr lang="zh-CN" altLang="zh-CN" sz="26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符号指定要分析的变量</a:t>
            </a:r>
            <a:endParaRPr lang="en-US" altLang="zh-CN" sz="2600" kern="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6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也可以用下标指定变量所在的列或行（这样可以避免书写变量名）</a:t>
            </a:r>
            <a:endParaRPr lang="en-US" altLang="zh-CN" sz="2600" kern="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6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要分析指定的列时，需要将逗号放在数字的前面，要分析指定的行时，需要将逗号放在数字的后面</a:t>
            </a:r>
            <a:endParaRPr lang="zh-CN" altLang="zh-CN" sz="2600" dirty="0">
              <a:latin typeface="+mn-lt"/>
              <a:ea typeface="华文细黑" panose="02010600040101010101" pitchFamily="2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BD57996-A7F7-2DBB-1A4B-8E3278541197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1.3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语言的数据类型及其操作</a:t>
            </a:r>
          </a:p>
        </p:txBody>
      </p:sp>
    </p:spTree>
    <p:extLst>
      <p:ext uri="{BB962C8B-B14F-4D97-AF65-F5344CB8AC3E}">
        <p14:creationId xmlns:p14="http://schemas.microsoft.com/office/powerpoint/2010/main" val="1754374304"/>
      </p:ext>
    </p:extLst>
  </p:cSld>
  <p:clrMapOvr>
    <a:masterClrMapping/>
  </p:clrMapOvr>
  <p:transition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数据框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数据框的合并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4" y="1722474"/>
            <a:ext cx="3611937" cy="465800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2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rbind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函数可以将不同的数据框按行合并</a:t>
            </a:r>
            <a:endParaRPr lang="en-US" altLang="zh-CN" sz="2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2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cbind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函数可以将不同的数据框按列</a:t>
            </a:r>
            <a:r>
              <a:rPr lang="zh-CN" altLang="en-US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合并</a:t>
            </a:r>
            <a:endParaRPr lang="zh-CN" altLang="zh-CN" sz="22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F89F505-95EC-4225-BE01-774C8299E670}"/>
              </a:ext>
            </a:extLst>
          </p:cNvPr>
          <p:cNvSpPr txBox="1">
            <a:spLocks noChangeArrowheads="1"/>
          </p:cNvSpPr>
          <p:nvPr/>
        </p:nvSpPr>
        <p:spPr>
          <a:xfrm>
            <a:off x="4486940" y="1722474"/>
            <a:ext cx="6993860" cy="465800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200" b="1" dirty="0"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en-US" sz="2200" b="1" dirty="0">
                <a:latin typeface="Cambria" panose="02040503050406030204" pitchFamily="18" charset="0"/>
                <a:ea typeface="华文细黑" panose="02010600040101010101" pitchFamily="2" charset="-122"/>
              </a:rPr>
              <a:t>数据框合并</a:t>
            </a:r>
            <a:endParaRPr lang="en-US" altLang="zh-CN" sz="22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table1_1&lt;-read.csv("C:/mydata/chap01/table1_1.csv")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table1_2&lt;-read.csv("C:/mydata/chap01/table1_2.csv")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sz="22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# 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按行合并数据框</a:t>
            </a:r>
            <a:endParaRPr lang="en-US" altLang="zh-CN" sz="2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mytable</a:t>
            </a:r>
            <a:r>
              <a:rPr lang="en-US" altLang="zh-CN" sz="2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&lt;-</a:t>
            </a:r>
            <a:r>
              <a:rPr lang="en-US" altLang="zh-CN" sz="22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rbind</a:t>
            </a:r>
            <a:r>
              <a:rPr lang="en-US" altLang="zh-CN" sz="2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(table1_1,table1_2)</a:t>
            </a:r>
            <a:endParaRPr lang="zh-CN" altLang="en-US" sz="22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38552C7-5A19-B9F6-C3B7-89208E9626AE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1.3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语言的数据类型及其操作</a:t>
            </a:r>
          </a:p>
        </p:txBody>
      </p:sp>
    </p:spTree>
    <p:extLst>
      <p:ext uri="{BB962C8B-B14F-4D97-AF65-F5344CB8AC3E}">
        <p14:creationId xmlns:p14="http://schemas.microsoft.com/office/powerpoint/2010/main" val="2146606083"/>
      </p:ext>
    </p:extLst>
  </p:cSld>
  <p:clrMapOvr>
    <a:masterClrMapping/>
  </p:clrMapOvr>
  <p:transition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数据框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排序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6" y="1732634"/>
            <a:ext cx="4874268" cy="463768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有时需要对向量或数据框进行排序。使用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sort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函数可以对向量排序，函数默认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decreasing=FALSE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（默认的参数设置可以省略不写），即升序排序，降序时，可设置参数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decreasing=TRUE</a:t>
            </a:r>
            <a:endParaRPr lang="zh-CN" altLang="zh-CN" sz="16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如果要对整个数据框中的数据进行排序，排序结果与数据框中的行变量对应，则可以使用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base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包中的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order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函数和</a:t>
            </a:r>
            <a:r>
              <a:rPr lang="en-US" altLang="zh-CN" sz="1600" dirty="0" err="1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sort_by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函数、</a:t>
            </a:r>
            <a:r>
              <a:rPr lang="en-US" altLang="zh-CN" sz="1600" dirty="0" err="1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dplyr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包中的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arrange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函数等</a:t>
            </a: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排序函数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arrange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可以根据数据框中的某个列变量对整个数据框排序。函数默认按升序排序，降序时，设置参数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desc(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变量名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即可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1A1D6D7-A6A8-CF87-4411-C1274F8EA9D2}"/>
              </a:ext>
            </a:extLst>
          </p:cNvPr>
          <p:cNvSpPr txBox="1">
            <a:spLocks/>
          </p:cNvSpPr>
          <p:nvPr/>
        </p:nvSpPr>
        <p:spPr>
          <a:xfrm>
            <a:off x="5889172" y="1732634"/>
            <a:ext cx="5715000" cy="463768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5000"/>
              </a:lnSpc>
            </a:pPr>
            <a:r>
              <a:rPr lang="en-US" altLang="zh-CN" sz="16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# </a:t>
            </a:r>
            <a:r>
              <a:rPr lang="zh-CN" altLang="zh-CN" sz="16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使用</a:t>
            </a:r>
            <a:r>
              <a:rPr lang="en-US" altLang="zh-CN" sz="16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sort_by</a:t>
            </a:r>
            <a:r>
              <a:rPr lang="zh-CN" altLang="zh-CN" sz="16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函数根据某个列变量对整个数据框排序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table1_1&lt;-read.csv("C:/mydata/chap01/table1_1.csv")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6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sort_by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(table1_1,table1_1$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姓名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)   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按姓名升序对整个数据框排序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60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6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# </a:t>
            </a:r>
            <a:r>
              <a:rPr lang="zh-CN" altLang="zh-CN" sz="16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使用</a:t>
            </a:r>
            <a:r>
              <a:rPr lang="en-US" altLang="zh-CN" sz="16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dplyr</a:t>
            </a:r>
            <a:r>
              <a:rPr lang="zh-CN" altLang="zh-CN" sz="16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包中的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arrange</a:t>
            </a:r>
            <a:r>
              <a:rPr lang="zh-CN" altLang="zh-CN" sz="16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函数根据某个列变量对整个数据框排序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library(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dplyr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)                    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加载包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table1_1&lt;-read.csv("C:/mydata/chap01/table1_1.csv")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arrange(table1_1,desc(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数学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)) 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按数学分数降序对整个数据框排序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267C8E0-5368-13CA-9BA7-5FE7B861394A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1.3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语言的数据类型及其操作</a:t>
            </a:r>
          </a:p>
        </p:txBody>
      </p:sp>
    </p:spTree>
    <p:extLst>
      <p:ext uri="{BB962C8B-B14F-4D97-AF65-F5344CB8AC3E}">
        <p14:creationId xmlns:p14="http://schemas.microsoft.com/office/powerpoint/2010/main" val="296526664"/>
      </p:ext>
    </p:extLst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数据框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修改和汇总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038" y="1722474"/>
            <a:ext cx="10746562" cy="463768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defRPr/>
            </a:pPr>
            <a:r>
              <a:rPr lang="en-US" altLang="zh-CN" sz="2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dplyr</a:t>
            </a:r>
            <a:r>
              <a:rPr lang="zh-CN" altLang="en-US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应用</a:t>
            </a:r>
            <a:endParaRPr lang="en-US" altLang="zh-CN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en-US" altLang="zh-CN" sz="22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dplyr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提供了多个数据处理函数，并提供了管道操作符“</a:t>
            </a:r>
            <a:r>
              <a:rPr lang="en-US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%&gt;%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”可以连续操作数据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892175" lvl="1" indent="-434975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select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函数可选择列变量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892175" lvl="1" indent="-434975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mutate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可以创建一个新列、修改列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892175" lvl="1" indent="-434975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2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summarise_all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函数可以对多个数值列进行汇总并返回一个新数据框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892175" lvl="1" indent="-434975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2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summarise_if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函数可以对满足条件的列进行汇总并返回一个新数据框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892175" lvl="1" indent="-434975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2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summarise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函数结合</a:t>
            </a:r>
            <a:r>
              <a:rPr lang="en-US" altLang="zh-CN" sz="22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group_by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函数可以创建带有分组汇总结果的新数据框</a:t>
            </a:r>
            <a:endParaRPr lang="zh-CN" altLang="zh-CN" sz="22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4435F0B-18FA-D49F-42B3-6EDAE1497654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1.3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语言的数据类型及其操作</a:t>
            </a:r>
          </a:p>
        </p:txBody>
      </p:sp>
    </p:spTree>
    <p:extLst>
      <p:ext uri="{BB962C8B-B14F-4D97-AF65-F5344CB8AC3E}">
        <p14:creationId xmlns:p14="http://schemas.microsoft.com/office/powerpoint/2010/main" val="2852461024"/>
      </p:ext>
    </p:extLst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因子和列表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5" y="1722474"/>
            <a:ext cx="3561906" cy="463768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en-US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因子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类别变量在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中称为因子（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factor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），因子的取值称为水平（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level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）。很多分析或绘图都可以按照因子的水平进行分类处理</a:t>
            </a: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factor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函数可以将向量编码为因子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967FF0A-3B3B-465C-A5E3-413101BDCC4D}"/>
              </a:ext>
            </a:extLst>
          </p:cNvPr>
          <p:cNvSpPr txBox="1">
            <a:spLocks noChangeArrowheads="1"/>
          </p:cNvSpPr>
          <p:nvPr/>
        </p:nvSpPr>
        <p:spPr>
          <a:xfrm>
            <a:off x="4551680" y="1722474"/>
            <a:ext cx="6990079" cy="463768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450"/>
              </a:spcAft>
              <a:buNone/>
            </a:pPr>
            <a:r>
              <a:rPr lang="en-US" altLang="zh-CN" sz="1600" b="1" dirty="0">
                <a:latin typeface="Cambria" panose="02040503050406030204" pitchFamily="18" charset="0"/>
                <a:ea typeface="Cambria" panose="02040503050406030204" pitchFamily="18" charset="0"/>
              </a:rPr>
              <a:t>#  </a:t>
            </a:r>
            <a:r>
              <a:rPr lang="zh-CN" altLang="zh-CN" sz="1600" b="1" dirty="0">
                <a:latin typeface="Cambria" panose="02040503050406030204" pitchFamily="18" charset="0"/>
              </a:rPr>
              <a:t>创建因子</a:t>
            </a: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v&lt;-c("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金融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地产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医药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医药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金融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医药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")      # 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创建向量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f1&lt;-factor(a);f1                                 # 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将向量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a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编码为因子</a:t>
            </a:r>
            <a:endParaRPr lang="zh-CN" altLang="zh-CN" sz="1800" kern="100" dirty="0">
              <a:latin typeface="Cambria" panose="02040503050406030204" pitchFamily="18" charset="0"/>
              <a:ea typeface="方正书宋_GBK"/>
            </a:endParaRPr>
          </a:p>
          <a:p>
            <a:pPr marL="0" indent="0">
              <a:lnSpc>
                <a:spcPct val="150000"/>
              </a:lnSpc>
              <a:spcAft>
                <a:spcPts val="450"/>
              </a:spcAft>
              <a:buNone/>
            </a:pPr>
            <a:r>
              <a:rPr lang="en-US" altLang="zh-CN" sz="1600" b="1" dirty="0"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600" b="1" dirty="0">
                <a:latin typeface="Cambria" panose="02040503050406030204" pitchFamily="18" charset="0"/>
              </a:rPr>
              <a:t>将因子转换为数值</a:t>
            </a: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1800" kern="100" dirty="0" err="1">
                <a:latin typeface="Cambria" panose="02040503050406030204" pitchFamily="18" charset="0"/>
                <a:ea typeface="Cambria" panose="02040503050406030204" pitchFamily="18" charset="0"/>
              </a:rPr>
              <a:t>as.numeric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(f1) </a:t>
            </a:r>
            <a:endParaRPr lang="zh-CN" altLang="zh-CN" sz="1800" kern="100" dirty="0">
              <a:latin typeface="Cambria" panose="02040503050406030204" pitchFamily="18" charset="0"/>
              <a:ea typeface="方正书宋_GBK"/>
            </a:endParaRPr>
          </a:p>
          <a:p>
            <a:pPr marL="0" indent="0">
              <a:lnSpc>
                <a:spcPct val="150000"/>
              </a:lnSpc>
              <a:spcAft>
                <a:spcPts val="450"/>
              </a:spcAft>
              <a:buNone/>
            </a:pPr>
            <a:r>
              <a:rPr lang="en-US" altLang="zh-CN" sz="1600" b="1" dirty="0"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600" b="1" dirty="0">
                <a:latin typeface="Cambria" panose="02040503050406030204" pitchFamily="18" charset="0"/>
              </a:rPr>
              <a:t>将无序因子转换为有序因子或数值</a:t>
            </a: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b&lt;-c("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很好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好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一般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差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很差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")                 # 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创建向量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f2&lt;-factor(</a:t>
            </a:r>
            <a:r>
              <a:rPr lang="en-US" altLang="zh-CN" sz="1800" kern="100" dirty="0" err="1">
                <a:latin typeface="Cambria" panose="02040503050406030204" pitchFamily="18" charset="0"/>
                <a:ea typeface="Cambria" panose="02040503050406030204" pitchFamily="18" charset="0"/>
              </a:rPr>
              <a:t>b,ordered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=</a:t>
            </a:r>
            <a:r>
              <a:rPr lang="en-US" altLang="zh-CN" sz="1800" kern="100" dirty="0" err="1">
                <a:latin typeface="Cambria" panose="02040503050406030204" pitchFamily="18" charset="0"/>
                <a:ea typeface="Cambria" panose="02040503050406030204" pitchFamily="18" charset="0"/>
              </a:rPr>
              <a:t>TRUE,levels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=c("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很好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好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一般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差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latin typeface="Cambria" panose="02040503050406030204" pitchFamily="18" charset="0"/>
                <a:ea typeface="华文细黑" panose="02010600040101010101" pitchFamily="2" charset="-122"/>
              </a:rPr>
              <a:t>很差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"))</a:t>
            </a:r>
            <a:endParaRPr lang="zh-CN" altLang="zh-CN" sz="1800" kern="100" dirty="0">
              <a:latin typeface="Cambria" panose="02040503050406030204" pitchFamily="18" charset="0"/>
              <a:ea typeface="方正书宋_GBK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80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as.numeric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(f2)                                      # 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将因子转换为数值</a:t>
            </a:r>
            <a:endParaRPr lang="zh-CN" altLang="en-US" sz="16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600" dirty="0"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BF7445B-1DB8-B9F9-6A56-CA21FEA3F526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1.3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语言的数据类型及其操作</a:t>
            </a:r>
          </a:p>
        </p:txBody>
      </p:sp>
    </p:spTree>
    <p:extLst>
      <p:ext uri="{BB962C8B-B14F-4D97-AF65-F5344CB8AC3E}">
        <p14:creationId xmlns:p14="http://schemas.microsoft.com/office/powerpoint/2010/main" val="1087956917"/>
      </p:ext>
    </p:extLst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数据读取和保存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65EBA8D-AD27-404B-A360-9F8F3F98615D}"/>
              </a:ext>
            </a:extLst>
          </p:cNvPr>
          <p:cNvSpPr txBox="1">
            <a:spLocks noChangeArrowheads="1"/>
          </p:cNvSpPr>
          <p:nvPr/>
        </p:nvSpPr>
        <p:spPr>
          <a:xfrm>
            <a:off x="786809" y="1722474"/>
            <a:ext cx="4658951" cy="461736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读取编码格式为</a:t>
            </a: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GBK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的</a:t>
            </a: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csv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文件（含有标题）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marL="0" indent="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table1_1&lt;-read.csv("C:/mydata/chap01/table1_1.csv",fileEncoding="GBK") </a:t>
            </a:r>
          </a:p>
          <a:p>
            <a:pPr marL="0" indent="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None/>
            </a:pPr>
            <a:endParaRPr lang="en-US" altLang="zh-CN" sz="1400" kern="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读取编码格式为</a:t>
            </a: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UTF-8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的</a:t>
            </a: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csv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文件（未运行）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marL="0" indent="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read.csv("C:/mydata/chap01/</a:t>
            </a:r>
            <a:r>
              <a:rPr lang="en-US" altLang="zh-CN" sz="14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table1_1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.csv",fileEncoding="UTF-8")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marL="0" indent="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read.csv("C:/mydata/chap01/</a:t>
            </a:r>
            <a:r>
              <a:rPr lang="en-US" altLang="zh-CN" sz="14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table1_1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.csv")     # 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数据编码格式为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UTF-8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的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csv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文件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F805341-DD5D-9F2C-A091-47ECE6A97F64}"/>
              </a:ext>
            </a:extLst>
          </p:cNvPr>
          <p:cNvSpPr txBox="1">
            <a:spLocks noChangeArrowheads="1"/>
          </p:cNvSpPr>
          <p:nvPr/>
        </p:nvSpPr>
        <p:spPr>
          <a:xfrm>
            <a:off x="5593080" y="1722474"/>
            <a:ext cx="5965372" cy="461736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存为编码格式为</a:t>
            </a: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GBK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的</a:t>
            </a: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csv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文件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marL="0" indent="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write.csv(table1</a:t>
            </a:r>
            <a:r>
              <a:rPr lang="en-US" altLang="zh-CN" sz="14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_1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,file="C:/mydata/chap01/</a:t>
            </a:r>
            <a:r>
              <a:rPr lang="en-US" altLang="zh-CN" sz="14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table1_1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.csv", </a:t>
            </a:r>
            <a:r>
              <a:rPr lang="en-US" altLang="zh-CN" sz="14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fileEncoding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= "GBK")</a:t>
            </a:r>
            <a:r>
              <a:rPr lang="en-US" altLang="zh-CN" sz="1400" kern="100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存为编码格式为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GBK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的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csv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文件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marL="0" indent="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400" kern="1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marL="0" indent="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存为编码格式为</a:t>
            </a: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UTF-8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的</a:t>
            </a: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csv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文件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marL="0" indent="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write.csv(table1_1,file="C:/mydata/chap01/table1_1.csv)   # 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默认编码格式为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UTF-8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marL="0" indent="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write.csv(table1_1,file="C:/mydata/chap01/table1_1.csv",fileEncoding="UTF-8")</a:t>
            </a:r>
            <a:r>
              <a:rPr lang="en-US" altLang="zh-CN" sz="1400" kern="100" dirty="0">
                <a:latin typeface="Cambria" panose="02040503050406030204" pitchFamily="18" charset="0"/>
                <a:ea typeface="Cambria" panose="02040503050406030204" pitchFamily="18" charset="0"/>
              </a:rPr>
              <a:t>   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指定编码格式为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UTF-8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# 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注：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file=""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指定文件的存放路径和名称。存为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UTF-8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csv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文件，在用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Excel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打开时可能会显示乱码，建议存为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GBK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编码格式。</a:t>
            </a:r>
            <a:endParaRPr lang="en-US" altLang="zh-CN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04CBFD-43F8-5E72-2E60-D660F2E7D468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1.3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语言的数据类型及其操作</a:t>
            </a:r>
          </a:p>
        </p:txBody>
      </p:sp>
    </p:spTree>
    <p:extLst>
      <p:ext uri="{BB962C8B-B14F-4D97-AF65-F5344CB8AC3E}">
        <p14:creationId xmlns:p14="http://schemas.microsoft.com/office/powerpoint/2010/main" val="3530121355"/>
      </p:ext>
    </p:extLst>
  </p:cSld>
  <p:clrMapOvr>
    <a:masterClrMapping/>
  </p:clrMapOvr>
  <p:transition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数据抽样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5" y="1722474"/>
            <a:ext cx="2533839" cy="463768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6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6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sample</a:t>
            </a:r>
            <a:r>
              <a:rPr lang="zh-CN" altLang="zh-CN" sz="16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函数可以从一个已知的数据集中抽取简单随机样本</a:t>
            </a:r>
            <a:endParaRPr lang="en-US" altLang="zh-CN" sz="1600" kern="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6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函数默认</a:t>
            </a:r>
            <a:r>
              <a:rPr lang="en-US" altLang="zh-CN" sz="16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replace=FALSE</a:t>
            </a:r>
            <a:r>
              <a:rPr lang="zh-CN" altLang="zh-CN" sz="16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，即采取无放回抽样方式抽取样本，设置参数</a:t>
            </a:r>
            <a:r>
              <a:rPr lang="en-US" altLang="zh-CN" sz="16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replace=FALS</a:t>
            </a:r>
            <a:r>
              <a:rPr lang="zh-CN" altLang="zh-CN" sz="16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则采取有放回抽样方式抽取样本，该函数也可以抽出符合特定条件的数据</a:t>
            </a:r>
            <a:endParaRPr lang="zh-CN" altLang="zh-CN" sz="16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4B9281B-6254-8F23-8F74-0E3BC6BEB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667669"/>
              </p:ext>
            </p:extLst>
          </p:nvPr>
        </p:nvGraphicFramePr>
        <p:xfrm>
          <a:off x="3472543" y="1722474"/>
          <a:ext cx="3744685" cy="46376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1217">
                  <a:extLst>
                    <a:ext uri="{9D8B030D-6E8A-4147-A177-3AD203B41FA5}">
                      <a16:colId xmlns:a16="http://schemas.microsoft.com/office/drawing/2014/main" val="4033851943"/>
                    </a:ext>
                  </a:extLst>
                </a:gridCol>
                <a:gridCol w="989161">
                  <a:extLst>
                    <a:ext uri="{9D8B030D-6E8A-4147-A177-3AD203B41FA5}">
                      <a16:colId xmlns:a16="http://schemas.microsoft.com/office/drawing/2014/main" val="990706955"/>
                    </a:ext>
                  </a:extLst>
                </a:gridCol>
                <a:gridCol w="1035419">
                  <a:extLst>
                    <a:ext uri="{9D8B030D-6E8A-4147-A177-3AD203B41FA5}">
                      <a16:colId xmlns:a16="http://schemas.microsoft.com/office/drawing/2014/main" val="1895891567"/>
                    </a:ext>
                  </a:extLst>
                </a:gridCol>
                <a:gridCol w="1048888">
                  <a:extLst>
                    <a:ext uri="{9D8B030D-6E8A-4147-A177-3AD203B41FA5}">
                      <a16:colId xmlns:a16="http://schemas.microsoft.com/office/drawing/2014/main" val="2247187217"/>
                    </a:ext>
                  </a:extLst>
                </a:gridCol>
              </a:tblGrid>
              <a:tr h="386474"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性别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专业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在读学位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网购金额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34696987"/>
                  </a:ext>
                </a:extLst>
              </a:tr>
              <a:tr h="386474"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女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会计学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学士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en-US" sz="1500" b="1" kern="0">
                          <a:effectLst/>
                        </a:rPr>
                        <a:t>382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77983884"/>
                  </a:ext>
                </a:extLst>
              </a:tr>
              <a:tr h="386474"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女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金融学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硕士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en-US" sz="1500" b="1" kern="0">
                          <a:effectLst/>
                        </a:rPr>
                        <a:t>171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48097949"/>
                  </a:ext>
                </a:extLst>
              </a:tr>
              <a:tr h="386474"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男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会计学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博士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en-US" sz="1500" b="1" kern="0">
                          <a:effectLst/>
                        </a:rPr>
                        <a:t>579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3081199"/>
                  </a:ext>
                </a:extLst>
              </a:tr>
              <a:tr h="386474"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男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管理学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学士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en-US" sz="1500" b="1" kern="0" dirty="0">
                          <a:effectLst/>
                        </a:rPr>
                        <a:t>211</a:t>
                      </a:r>
                      <a:endParaRPr lang="zh-CN" sz="1500" b="1" kern="100" dirty="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66354733"/>
                  </a:ext>
                </a:extLst>
              </a:tr>
              <a:tr h="386474"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女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会计学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学士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en-US" sz="1500" b="1" kern="0">
                          <a:effectLst/>
                        </a:rPr>
                        <a:t>654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4306161"/>
                  </a:ext>
                </a:extLst>
              </a:tr>
              <a:tr h="386474"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en-US" sz="1500" b="1" kern="0">
                          <a:effectLst/>
                        </a:rPr>
                        <a:t>……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en-US" sz="1500" b="1" kern="0">
                          <a:effectLst/>
                        </a:rPr>
                        <a:t>……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en-US" sz="1500" b="1" kern="0">
                          <a:effectLst/>
                        </a:rPr>
                        <a:t>……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en-US" sz="1500" b="1" kern="0">
                          <a:effectLst/>
                        </a:rPr>
                        <a:t>……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86978062"/>
                  </a:ext>
                </a:extLst>
              </a:tr>
              <a:tr h="386474"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男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管理学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博士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en-US" sz="1500" b="1" kern="0">
                          <a:effectLst/>
                        </a:rPr>
                        <a:t>396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9083691"/>
                  </a:ext>
                </a:extLst>
              </a:tr>
              <a:tr h="386474"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女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金融学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博士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en-US" sz="1500" b="1" kern="0">
                          <a:effectLst/>
                        </a:rPr>
                        <a:t>398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64810359"/>
                  </a:ext>
                </a:extLst>
              </a:tr>
              <a:tr h="386474"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女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金融学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学士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en-US" sz="1500" b="1" kern="0">
                          <a:effectLst/>
                        </a:rPr>
                        <a:t>360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024606"/>
                  </a:ext>
                </a:extLst>
              </a:tr>
              <a:tr h="386474"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女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管理学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硕士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en-US" sz="1500" b="1" kern="0">
                          <a:effectLst/>
                        </a:rPr>
                        <a:t>575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4174027"/>
                  </a:ext>
                </a:extLst>
              </a:tr>
              <a:tr h="386474"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男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金融学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zh-CN" sz="1500" b="1" kern="0">
                          <a:effectLst/>
                        </a:rPr>
                        <a:t>硕士</a:t>
                      </a:r>
                      <a:endParaRPr lang="zh-CN" sz="1500" b="1" kern="10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 hangingPunct="1">
                        <a:lnSpc>
                          <a:spcPct val="115000"/>
                        </a:lnSpc>
                      </a:pPr>
                      <a:r>
                        <a:rPr lang="en-US" sz="1500" b="1" kern="0" dirty="0">
                          <a:effectLst/>
                        </a:rPr>
                        <a:t>717</a:t>
                      </a:r>
                      <a:endParaRPr lang="zh-CN" sz="1500" b="1" kern="100" dirty="0">
                        <a:effectLst/>
                        <a:latin typeface="Times New Roman" panose="02020603050405020304" pitchFamily="18" charset="0"/>
                        <a:ea typeface="方正书宋_GBK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11138762"/>
                  </a:ext>
                </a:extLst>
              </a:tr>
            </a:tbl>
          </a:graphicData>
        </a:graphic>
      </p:graphicFrame>
      <p:sp>
        <p:nvSpPr>
          <p:cNvPr id="12" name="副标题 2">
            <a:extLst>
              <a:ext uri="{FF2B5EF4-FFF2-40B4-BE49-F238E27FC236}">
                <a16:creationId xmlns:a16="http://schemas.microsoft.com/office/drawing/2014/main" id="{4A5F5714-4FDE-0FAF-EFFD-FE471665B21C}"/>
              </a:ext>
            </a:extLst>
          </p:cNvPr>
          <p:cNvSpPr txBox="1">
            <a:spLocks/>
          </p:cNvSpPr>
          <p:nvPr/>
        </p:nvSpPr>
        <p:spPr>
          <a:xfrm>
            <a:off x="7347857" y="1722474"/>
            <a:ext cx="4221129" cy="463768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5000"/>
              </a:lnSpc>
            </a:pPr>
            <a:r>
              <a:rPr lang="en-US" altLang="zh-CN" sz="16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# </a:t>
            </a:r>
            <a:r>
              <a:rPr lang="zh-CN" altLang="zh-CN" sz="16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随机抽取</a:t>
            </a:r>
            <a:r>
              <a:rPr lang="en-US" altLang="zh-CN" sz="16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5</a:t>
            </a:r>
            <a:r>
              <a:rPr lang="zh-CN" altLang="zh-CN" sz="16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个不同的专业组成一个样本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&lt;-read.csv("C:/mydata/chap01/data1_1.csv")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n1&lt;-sample(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$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专业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,size=5);n1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无放回抽取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5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个不同专业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n2&lt;-sample(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$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专业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,size=5,replace=TRUE);n2      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有放回抽取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5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个不同专业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6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10</a:t>
            </a:r>
            <a:r>
              <a:rPr lang="zh-CN" altLang="zh-CN" sz="16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个网购金额组成一个样本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n3&lt;-sample(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$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网购金额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,size=10);n3             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无放回抽取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10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个网购金额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n4&lt;-sample(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df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$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网购金额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,size=10,replace=TRUE);n4  #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有放回抽取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10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个网购金额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67AF88E-D2C4-97DE-777A-948E3094D136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1.4 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语言数据处理</a:t>
            </a:r>
          </a:p>
        </p:txBody>
      </p:sp>
    </p:spTree>
    <p:extLst>
      <p:ext uri="{BB962C8B-B14F-4D97-AF65-F5344CB8AC3E}">
        <p14:creationId xmlns:p14="http://schemas.microsoft.com/office/powerpoint/2010/main" val="2625664068"/>
      </p:ext>
    </p:extLst>
  </p:cSld>
  <p:clrMapOvr>
    <a:masterClrMapping/>
  </p:clrMapOvr>
  <p:transition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数据筛选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5" y="1722474"/>
            <a:ext cx="3154325" cy="467832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根据需要找出符合特定条件的某类数据</a:t>
            </a:r>
            <a:endParaRPr lang="en-US" altLang="zh-CN" sz="1800" kern="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dplyr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包中的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filter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函数、基础包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base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包中的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subset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函数等均可以返回满足条件的向量、矩阵或数据集的子集。使用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sample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函数和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which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函数、下标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[ ]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方法也可以很容易进行数据筛选</a:t>
            </a:r>
            <a:endParaRPr lang="zh-CN" altLang="zh-CN" sz="16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4A5F5714-4FDE-0FAF-EFFD-FE471665B21C}"/>
              </a:ext>
            </a:extLst>
          </p:cNvPr>
          <p:cNvSpPr txBox="1">
            <a:spLocks/>
          </p:cNvSpPr>
          <p:nvPr/>
        </p:nvSpPr>
        <p:spPr>
          <a:xfrm>
            <a:off x="4125686" y="1722474"/>
            <a:ext cx="7443301" cy="467832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使用</a:t>
            </a:r>
            <a:r>
              <a:rPr lang="en-US" altLang="zh-CN" sz="1400" b="1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dplyr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包中的</a:t>
            </a: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filter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函数筛选出符合特定条件的数据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library(</a:t>
            </a:r>
            <a:r>
              <a:rPr lang="en-US" altLang="zh-CN" sz="14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dplyr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4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df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&lt;-read.csv("C:/mydata/chap01/data1_1.csv")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filter(</a:t>
            </a:r>
            <a:r>
              <a:rPr lang="en-US" altLang="zh-CN" sz="14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df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网购金额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&gt;=800)    # 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筛选网购金额大于等于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800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的所有学生</a:t>
            </a:r>
            <a:endParaRPr lang="en-US" altLang="zh-CN" sz="1400" kern="10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filter(</a:t>
            </a:r>
            <a:r>
              <a:rPr lang="en-US" altLang="zh-CN" sz="14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df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性别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=="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" &amp; 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网购金额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&gt;=700 &amp; 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网购金额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&lt;=800) # 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筛选出网购金额在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700~800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之间的男生</a:t>
            </a:r>
            <a:endParaRPr lang="en-US" altLang="zh-CN" sz="1400" kern="1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filter(</a:t>
            </a:r>
            <a:r>
              <a:rPr lang="en-US" altLang="zh-CN" sz="14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df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性别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=="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男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" &amp; 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专业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=="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金融学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" &amp; 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在读学位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=="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博士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")  # 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筛选出金融学专业的男博士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使用</a:t>
            </a:r>
            <a:r>
              <a:rPr lang="en-US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subset</a:t>
            </a:r>
            <a:r>
              <a:rPr lang="zh-CN" altLang="zh-CN" sz="14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函数筛选出符合特定条件的数据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subset(</a:t>
            </a:r>
            <a:r>
              <a:rPr lang="en-US" altLang="zh-CN" sz="14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df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性别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=="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女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 &amp; 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专业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=="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会计学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 &amp; 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网购金额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&gt;=700) 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20574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# 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筛选出会计学专业网购金额大于等于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700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的女生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subset(</a:t>
            </a:r>
            <a:r>
              <a:rPr lang="en-US" altLang="zh-CN" sz="14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df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网购金额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&gt;600 &amp; 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专业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=="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管理学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 &amp; 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性别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=="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男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") 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2286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筛选出网购金额大于</a:t>
            </a:r>
            <a:r>
              <a:rPr lang="en-US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600</a:t>
            </a:r>
            <a:r>
              <a:rPr lang="zh-CN" altLang="zh-CN" sz="14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管理学专业的男生</a:t>
            </a:r>
            <a:endParaRPr lang="zh-CN" altLang="zh-CN" sz="1400" kern="100" dirty="0">
              <a:effectLst/>
              <a:latin typeface="Cambria" panose="02040503050406030204" pitchFamily="18" charset="0"/>
              <a:ea typeface="方正书宋_GB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01F399-AEC8-D3D1-C8A3-34981DC70B44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1.4 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语言数据处理</a:t>
            </a:r>
          </a:p>
        </p:txBody>
      </p:sp>
    </p:spTree>
    <p:extLst>
      <p:ext uri="{BB962C8B-B14F-4D97-AF65-F5344CB8AC3E}">
        <p14:creationId xmlns:p14="http://schemas.microsoft.com/office/powerpoint/2010/main" val="2970703762"/>
      </p:ext>
    </p:extLst>
  </p:cSld>
  <p:clrMapOvr>
    <a:masterClrMapping/>
  </p:clrMapOvr>
  <p:transition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生成随机数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4" y="1722474"/>
            <a:ext cx="4134040" cy="465800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软件产生随机数十分简单，只需在相应分布函数的前面加上字母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即可。由于是随机生成，每次运行会得到不同的随机数。要想每次运行都产生相同的一组随机数，可在生成随机数之前使用函数</a:t>
            </a:r>
            <a:r>
              <a:rPr lang="en-US" altLang="zh-CN" sz="2000" kern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set.seed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()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设定随机数种子。使用相同的随机数种子，每次运行都会产生一组相同的随机数</a:t>
            </a:r>
            <a:endParaRPr lang="zh-CN" altLang="zh-CN" sz="20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4A5F5714-4FDE-0FAF-EFFD-FE471665B21C}"/>
              </a:ext>
            </a:extLst>
          </p:cNvPr>
          <p:cNvSpPr txBox="1">
            <a:spLocks/>
          </p:cNvSpPr>
          <p:nvPr/>
        </p:nvSpPr>
        <p:spPr>
          <a:xfrm>
            <a:off x="5094515" y="1722474"/>
            <a:ext cx="6474472" cy="465800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20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20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生成不同分布的随机数</a:t>
            </a:r>
            <a:endParaRPr lang="zh-CN" altLang="zh-CN" sz="20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20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rnorm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(n=5,mean=0,sd=1)      # 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产生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个标准正态分布随机数</a:t>
            </a:r>
            <a:r>
              <a:rPr lang="en-US" altLang="zh-CN" sz="20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set.seed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(15</a:t>
            </a:r>
            <a:r>
              <a:rPr lang="en-US" altLang="zh-CN" sz="20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                              # </a:t>
            </a:r>
            <a:r>
              <a:rPr lang="zh-CN" altLang="zh-CN" sz="2000" kern="100" dirty="0">
                <a:solidFill>
                  <a:srgbClr val="000000"/>
                </a:solidFill>
                <a:latin typeface="Cambria" panose="02040503050406030204" pitchFamily="18" charset="0"/>
              </a:rPr>
              <a:t>设置随机数种子</a:t>
            </a:r>
            <a:r>
              <a:rPr lang="en-US" altLang="zh-CN" sz="2000" kern="10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rnorm</a:t>
            </a:r>
            <a:r>
              <a:rPr lang="en-US" altLang="zh-CN" sz="20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(n=5,mean=50,sd=5)  # </a:t>
            </a:r>
            <a:r>
              <a:rPr lang="zh-CN" altLang="zh-CN" sz="2000" kern="100" dirty="0">
                <a:solidFill>
                  <a:srgbClr val="000000"/>
                </a:solidFill>
                <a:latin typeface="Cambria" panose="02040503050406030204" pitchFamily="18" charset="0"/>
              </a:rPr>
              <a:t>产生</a:t>
            </a:r>
            <a:r>
              <a:rPr lang="en-US" altLang="zh-CN" sz="20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r>
              <a:rPr lang="zh-CN" altLang="zh-CN" sz="2000" kern="100" dirty="0">
                <a:solidFill>
                  <a:srgbClr val="000000"/>
                </a:solidFill>
                <a:latin typeface="Cambria" panose="02040503050406030204" pitchFamily="18" charset="0"/>
              </a:rPr>
              <a:t>个均值为</a:t>
            </a:r>
            <a:r>
              <a:rPr lang="en-US" altLang="zh-CN" sz="20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50</a:t>
            </a:r>
            <a:r>
              <a:rPr lang="zh-CN" altLang="zh-CN" sz="2000" kern="100" dirty="0">
                <a:solidFill>
                  <a:srgbClr val="000000"/>
                </a:solidFill>
                <a:latin typeface="Cambria" panose="02040503050406030204" pitchFamily="18" charset="0"/>
              </a:rPr>
              <a:t>、标准差为</a:t>
            </a:r>
            <a:r>
              <a:rPr lang="en-US" altLang="zh-CN" sz="20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r>
              <a:rPr lang="zh-CN" altLang="zh-CN" sz="2000" kern="100" dirty="0">
                <a:solidFill>
                  <a:srgbClr val="000000"/>
                </a:solidFill>
                <a:latin typeface="Cambria" panose="02040503050406030204" pitchFamily="18" charset="0"/>
              </a:rPr>
              <a:t>的正态分布随机数</a:t>
            </a:r>
            <a:endParaRPr lang="en-US" altLang="zh-CN" sz="2000" kern="1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2000" kern="10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runif</a:t>
            </a:r>
            <a:r>
              <a:rPr lang="en-US" altLang="zh-CN" sz="20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(n=5,min=0,max=10)  # </a:t>
            </a:r>
            <a:r>
              <a:rPr lang="zh-CN" altLang="zh-CN" sz="2000" kern="100" dirty="0">
                <a:solidFill>
                  <a:srgbClr val="000000"/>
                </a:solidFill>
                <a:latin typeface="Cambria" panose="02040503050406030204" pitchFamily="18" charset="0"/>
              </a:rPr>
              <a:t>在</a:t>
            </a:r>
            <a:r>
              <a:rPr lang="en-US" altLang="zh-CN" sz="20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</a:t>
            </a:r>
            <a:r>
              <a:rPr lang="zh-CN" altLang="zh-CN" sz="2000" kern="100" dirty="0">
                <a:solidFill>
                  <a:srgbClr val="000000"/>
                </a:solidFill>
                <a:latin typeface="Cambria" panose="02040503050406030204" pitchFamily="18" charset="0"/>
              </a:rPr>
              <a:t>到</a:t>
            </a:r>
            <a:r>
              <a:rPr lang="en-US" altLang="zh-CN" sz="20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r>
              <a:rPr lang="zh-CN" altLang="zh-CN" sz="2000" kern="100" dirty="0">
                <a:solidFill>
                  <a:srgbClr val="000000"/>
                </a:solidFill>
                <a:latin typeface="Cambria" panose="02040503050406030204" pitchFamily="18" charset="0"/>
              </a:rPr>
              <a:t>之间产生</a:t>
            </a:r>
            <a:r>
              <a:rPr lang="en-US" altLang="zh-CN" sz="20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r>
              <a:rPr lang="zh-CN" altLang="zh-CN" sz="2000" kern="100" dirty="0">
                <a:solidFill>
                  <a:srgbClr val="000000"/>
                </a:solidFill>
                <a:latin typeface="Cambria" panose="02040503050406030204" pitchFamily="18" charset="0"/>
              </a:rPr>
              <a:t>个均匀分布随机数</a:t>
            </a:r>
            <a:endParaRPr lang="en-US" altLang="zh-CN" sz="2000" kern="1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2000" kern="10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rchisq</a:t>
            </a:r>
            <a:r>
              <a:rPr lang="en-US" altLang="zh-CN" sz="20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(n=5, </a:t>
            </a:r>
            <a:r>
              <a:rPr lang="en-US" altLang="zh-CN" sz="2000" kern="100" dirty="0" err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df</a:t>
            </a:r>
            <a:r>
              <a:rPr lang="en-US" altLang="zh-CN" sz="20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10)   # </a:t>
            </a:r>
            <a:r>
              <a:rPr lang="zh-CN" altLang="en-US" sz="2000" kern="100" dirty="0">
                <a:solidFill>
                  <a:srgbClr val="000000"/>
                </a:solidFill>
                <a:latin typeface="Cambria" panose="02040503050406030204" pitchFamily="18" charset="0"/>
              </a:rPr>
              <a:t>产生</a:t>
            </a:r>
            <a:r>
              <a:rPr lang="en-US" altLang="zh-CN" sz="20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r>
              <a:rPr lang="zh-CN" altLang="en-US" sz="2000" kern="100" dirty="0">
                <a:solidFill>
                  <a:srgbClr val="000000"/>
                </a:solidFill>
                <a:latin typeface="Cambria" panose="02040503050406030204" pitchFamily="18" charset="0"/>
              </a:rPr>
              <a:t>个自由度为</a:t>
            </a:r>
            <a:r>
              <a:rPr lang="en-US" altLang="zh-CN" sz="2000" kern="1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 </a:t>
            </a:r>
            <a:r>
              <a:rPr lang="zh-CN" altLang="en-US" sz="2000" kern="100" dirty="0">
                <a:solidFill>
                  <a:srgbClr val="000000"/>
                </a:solidFill>
                <a:latin typeface="Cambria" panose="02040503050406030204" pitchFamily="18" charset="0"/>
              </a:rPr>
              <a:t>的卡方分布随机数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40526C-F49B-4C6B-4FEB-95E09FD23431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1.4 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语言数据处理</a:t>
            </a:r>
          </a:p>
        </p:txBody>
      </p:sp>
    </p:spTree>
    <p:extLst>
      <p:ext uri="{BB962C8B-B14F-4D97-AF65-F5344CB8AC3E}">
        <p14:creationId xmlns:p14="http://schemas.microsoft.com/office/powerpoint/2010/main" val="2491857271"/>
      </p:ext>
    </p:extLst>
  </p:cSld>
  <p:clrMapOvr>
    <a:masterClrMapping/>
  </p:clrMapOvr>
  <p:transition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数据类型的转换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4" y="1722474"/>
            <a:ext cx="4525926" cy="462752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defRPr/>
            </a:pPr>
            <a:r>
              <a:rPr lang="zh-CN" altLang="zh-CN" sz="20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变量转换成向量</a:t>
            </a:r>
            <a:endParaRPr lang="en-US" altLang="zh-CN" sz="20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80"/>
              </a:highligh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将一种数据结构转换为另一种数据结构</a:t>
            </a:r>
            <a:endParaRPr lang="en-US" altLang="zh-CN" sz="2000" kern="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将数据框中的某个变量转换为一个向量，也可以将几个变量合并转换成一个向量（注意：数据合并必须有意义）</a:t>
            </a:r>
            <a:endParaRPr lang="en-US" altLang="zh-CN" sz="2000" kern="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kern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as.vector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函数可以将变量转换成向量</a:t>
            </a:r>
            <a:endParaRPr lang="zh-CN" altLang="zh-CN" sz="20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4A5F5714-4FDE-0FAF-EFFD-FE471665B21C}"/>
              </a:ext>
            </a:extLst>
          </p:cNvPr>
          <p:cNvSpPr txBox="1">
            <a:spLocks/>
          </p:cNvSpPr>
          <p:nvPr/>
        </p:nvSpPr>
        <p:spPr>
          <a:xfrm>
            <a:off x="5486399" y="1722474"/>
            <a:ext cx="6082587" cy="462752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20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20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将统计学分数转化成向量</a:t>
            </a:r>
            <a:endParaRPr lang="zh-CN" altLang="zh-CN" sz="20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v1&lt;-</a:t>
            </a:r>
            <a:r>
              <a:rPr lang="en-US" altLang="zh-CN" sz="20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as.vector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(table1_1$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统计学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);v1</a:t>
            </a:r>
            <a:endParaRPr lang="zh-CN" altLang="zh-CN" sz="20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endParaRPr lang="en-US" altLang="zh-CN" sz="2000" kern="1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20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20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统计学分数和数学分数合并转换为向量</a:t>
            </a:r>
            <a:endParaRPr lang="zh-CN" altLang="zh-CN" sz="20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v2&lt;-</a:t>
            </a:r>
            <a:r>
              <a:rPr lang="en-US" altLang="zh-CN" sz="20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as.vector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(c(table1_1$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统计学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,table1_1$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数学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));v2</a:t>
            </a:r>
            <a:endParaRPr lang="zh-CN" altLang="zh-CN" sz="20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endParaRPr lang="en-US" altLang="zh-CN" sz="2000" kern="1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20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20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将数据框转换为向量</a:t>
            </a:r>
            <a:endParaRPr lang="zh-CN" altLang="zh-CN" sz="20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v3&lt;-</a:t>
            </a:r>
            <a:r>
              <a:rPr lang="en-US" altLang="zh-CN" sz="20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as.vector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altLang="zh-CN" sz="20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as.matrix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(table1_1[,2:4]));v3 </a:t>
            </a:r>
            <a:endParaRPr lang="zh-CN" altLang="zh-CN" sz="2000" kern="100" dirty="0">
              <a:effectLst/>
              <a:latin typeface="Cambria" panose="02040503050406030204" pitchFamily="18" charset="0"/>
              <a:ea typeface="方正书宋_GB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91DBA1-6411-4C28-5FBC-37F0E5C8DFEC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1.4 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语言数据处理</a:t>
            </a:r>
          </a:p>
        </p:txBody>
      </p:sp>
    </p:spTree>
    <p:extLst>
      <p:ext uri="{BB962C8B-B14F-4D97-AF65-F5344CB8AC3E}">
        <p14:creationId xmlns:p14="http://schemas.microsoft.com/office/powerpoint/2010/main" val="1427951321"/>
      </p:ext>
    </p:extLst>
  </p:cSld>
  <p:clrMapOvr>
    <a:masterClrMapping/>
  </p:clrMapOvr>
  <p:transition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数据类型的转换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4" y="1722474"/>
            <a:ext cx="2697126" cy="465800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defRPr/>
            </a:pPr>
            <a:r>
              <a:rPr lang="zh-CN" altLang="en-US" sz="22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数据框转换成矩阵</a:t>
            </a:r>
            <a:endParaRPr lang="en-US" altLang="zh-CN" sz="22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80"/>
              </a:highligh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200" kern="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as.matrix</a:t>
            </a:r>
            <a:r>
              <a:rPr lang="zh-CN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函数可以将数据框转化成矩阵，使用</a:t>
            </a:r>
            <a:r>
              <a:rPr lang="en-US" altLang="zh-CN" sz="2200" kern="0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as.data.frame</a:t>
            </a:r>
            <a:r>
              <a:rPr lang="zh-CN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可以将矩阵转化成数据框</a:t>
            </a: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4A5F5714-4FDE-0FAF-EFFD-FE471665B21C}"/>
              </a:ext>
            </a:extLst>
          </p:cNvPr>
          <p:cNvSpPr txBox="1">
            <a:spLocks/>
          </p:cNvSpPr>
          <p:nvPr/>
        </p:nvSpPr>
        <p:spPr>
          <a:xfrm>
            <a:off x="3592287" y="1722474"/>
            <a:ext cx="7976700" cy="465800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将数据框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table1_1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转换为矩阵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mat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mat&lt;-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as.matrix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(table1_1[,2:4])    #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将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table1_1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中的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2~4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列换为矩阵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mat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rownames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(mat)=table1_1[,1]     #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命名矩阵的行名为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table1_1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第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列的名称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mat                                 #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显示矩阵</a:t>
            </a:r>
            <a:endParaRPr lang="en-US" altLang="zh-CN" sz="1800" kern="100" dirty="0">
              <a:solidFill>
                <a:srgbClr val="000000"/>
              </a:solidFill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8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#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将矩阵</a:t>
            </a:r>
            <a:r>
              <a:rPr lang="en-US" altLang="zh-CN" sz="18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mat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转换成数据框，并添加上列（变量）名称</a:t>
            </a:r>
            <a:endParaRPr lang="en-US" altLang="zh-CN" sz="1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 library(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tidyverse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)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8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 &lt;-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as.data.frame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(mat)%&gt;%           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将矩阵转换成数据框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df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   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rownames_to_column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("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姓名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")     #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加上列名称（姓名）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A947DC-BE08-9F3D-44BE-50ED0D29E229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1.4 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语言数据处理</a:t>
            </a:r>
          </a:p>
        </p:txBody>
      </p:sp>
    </p:spTree>
    <p:extLst>
      <p:ext uri="{BB962C8B-B14F-4D97-AF65-F5344CB8AC3E}">
        <p14:creationId xmlns:p14="http://schemas.microsoft.com/office/powerpoint/2010/main" val="2536911919"/>
      </p:ext>
    </p:extLst>
  </p:cSld>
  <p:clrMapOvr>
    <a:masterClrMapping/>
  </p:clrMapOvr>
  <p:transition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数据类型的转换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3" y="1722474"/>
            <a:ext cx="4896041" cy="466816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defRPr/>
            </a:pPr>
            <a:r>
              <a:rPr lang="zh-CN" altLang="zh-CN" sz="18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短格式转化成长格式</a:t>
            </a:r>
            <a:endParaRPr lang="en-US" altLang="zh-CN" sz="18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80"/>
              </a:highligh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数据框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table1_1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中的每一门课程占据一列，这种数据形式属于短格式或称宽格式</a:t>
            </a:r>
            <a:endParaRPr lang="en-US" altLang="zh-CN" sz="1800" kern="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使用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做数据分析或绘图时，有时需要将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课程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”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和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分数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”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分别放在单独的列中，这种格式的数据就是长格式</a:t>
            </a:r>
            <a:endParaRPr lang="en-US" altLang="zh-CN" sz="1800" kern="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将短格式数据转化成长格式数据，可以使用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reshape2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包中的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melt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函数、</a:t>
            </a:r>
            <a:r>
              <a:rPr lang="en-US" altLang="zh-CN" sz="1800" kern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tidyr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包中的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gather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函数等。使用前需要安装并加载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reshape2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包或</a:t>
            </a:r>
            <a:r>
              <a:rPr lang="en-US" altLang="zh-CN" sz="1800" kern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tidyr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</a:t>
            </a:r>
            <a:endParaRPr lang="zh-CN" altLang="zh-CN" sz="18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4A5F5714-4FDE-0FAF-EFFD-FE471665B21C}"/>
              </a:ext>
            </a:extLst>
          </p:cNvPr>
          <p:cNvSpPr txBox="1">
            <a:spLocks/>
          </p:cNvSpPr>
          <p:nvPr/>
        </p:nvSpPr>
        <p:spPr>
          <a:xfrm>
            <a:off x="5812971" y="1722474"/>
            <a:ext cx="5756015" cy="466816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使用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reshape2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包中的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melt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函数融合数据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df1&lt;-melt(table1_1,id.vars="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姓名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",variable.name="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课程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",value.name="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分数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")</a:t>
            </a:r>
            <a:r>
              <a:rPr lang="en-US" altLang="zh-CN" sz="1800" kern="100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设置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id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变量，变量名和值名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使用</a:t>
            </a:r>
            <a:r>
              <a:rPr lang="en-US" altLang="zh-CN" sz="1800" b="1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tidyr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包中的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gather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函数融合数据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library(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tidyr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                                #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加载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tidyr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df2&lt;-gather(table1_1,key="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课程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",value="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分数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统计学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数学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经济学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")  # key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为融合后的变量名称</a:t>
            </a:r>
            <a:endParaRPr lang="en-US" altLang="zh-CN" sz="1800" kern="100" dirty="0">
              <a:solidFill>
                <a:srgbClr val="000000"/>
              </a:solidFill>
              <a:effectLst/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8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# 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使用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tidyr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包中的</a:t>
            </a:r>
            <a:r>
              <a:rPr lang="en-US" altLang="zh-CN" sz="18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pread</a:t>
            </a:r>
            <a:r>
              <a:rPr lang="zh-CN" altLang="zh-CN" sz="18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函数将长格式转换成短格式</a:t>
            </a:r>
            <a:endParaRPr lang="en-US" altLang="zh-CN" sz="1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15000"/>
              </a:lnSpc>
            </a:pP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## dd&lt;-spread(df2,key="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课程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",value=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分数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1800" kern="10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indent="12700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</a:pPr>
            <a:endParaRPr lang="en-US" altLang="zh-CN" sz="2000" kern="100" dirty="0">
              <a:solidFill>
                <a:srgbClr val="0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A62A2E-40FD-2FA4-6CE3-7640FE6C67AA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1.4 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语言数据处理</a:t>
            </a:r>
          </a:p>
        </p:txBody>
      </p:sp>
    </p:spTree>
    <p:extLst>
      <p:ext uri="{BB962C8B-B14F-4D97-AF65-F5344CB8AC3E}">
        <p14:creationId xmlns:p14="http://schemas.microsoft.com/office/powerpoint/2010/main" val="129408296"/>
      </p:ext>
    </p:extLst>
  </p:cSld>
  <p:clrMapOvr>
    <a:masterClrMapping/>
  </p:clrMapOvr>
  <p:transition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数据类型的转换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0" name="副标题 2">
            <a:extLst>
              <a:ext uri="{FF2B5EF4-FFF2-40B4-BE49-F238E27FC236}">
                <a16:creationId xmlns:a16="http://schemas.microsoft.com/office/drawing/2014/main" id="{B75528DA-1763-48CA-9E70-5353B1CB2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3" y="1722474"/>
            <a:ext cx="5724807" cy="466816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defRPr/>
            </a:pPr>
            <a:r>
              <a:rPr lang="zh-CN" altLang="zh-CN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将数据框转换成</a:t>
            </a:r>
            <a:r>
              <a:rPr lang="en-US" altLang="zh-CN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HTML</a:t>
            </a:r>
            <a:r>
              <a:rPr lang="zh-CN" altLang="zh-CN" sz="1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表格</a:t>
            </a:r>
            <a:endParaRPr lang="en-US" altLang="zh-CN" sz="16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当数据框中的样本（行）和变量（列）都较多时，为了向别人展示数据框，可以将其转换成</a:t>
            </a:r>
            <a:r>
              <a:rPr lang="en-US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HTML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Hyper Text Markup Language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，超文本标记语言）形式的表格</a:t>
            </a:r>
            <a:endParaRPr lang="en-US" altLang="zh-CN" sz="16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中有多个包可以生成</a:t>
            </a:r>
            <a:r>
              <a:rPr lang="en-US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HTML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表格，如</a:t>
            </a:r>
            <a:r>
              <a:rPr lang="en-US" altLang="zh-CN" sz="16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flextable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包、</a:t>
            </a:r>
            <a:r>
              <a:rPr lang="en-US" altLang="zh-CN" sz="16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reactable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包、</a:t>
            </a:r>
            <a:r>
              <a:rPr lang="en-US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DT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包、</a:t>
            </a:r>
            <a:r>
              <a:rPr lang="en-US" altLang="zh-CN" sz="16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gt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包、</a:t>
            </a:r>
            <a:r>
              <a:rPr lang="en-US" altLang="zh-CN" sz="16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kableExtra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包、</a:t>
            </a:r>
            <a:r>
              <a:rPr lang="en-US" altLang="zh-CN" sz="16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huxtable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包、</a:t>
            </a:r>
            <a:r>
              <a:rPr lang="en-US" altLang="zh-CN" sz="16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rhandsontable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包、</a:t>
            </a:r>
            <a:r>
              <a:rPr lang="en-US" altLang="zh-CN" sz="16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pixiedust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包等。它们不仅可以生成原始数据的</a:t>
            </a:r>
            <a:r>
              <a:rPr lang="en-US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HTML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表格，还可以生成数据分析结果的表格，并可以根据需要将表格存为</a:t>
            </a:r>
            <a:r>
              <a:rPr lang="en-US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Word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ppt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image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等不同格式的文档。这里仅介绍</a:t>
            </a:r>
            <a:r>
              <a:rPr lang="en-US" altLang="zh-CN" sz="16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rempsyc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包提供的</a:t>
            </a:r>
            <a:r>
              <a:rPr lang="en-US" altLang="zh-CN" sz="16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nice_table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函数将数据框或数据分析的结果转换</a:t>
            </a:r>
            <a:r>
              <a:rPr lang="en-US" altLang="zh-CN" sz="16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flextable</a:t>
            </a:r>
            <a:r>
              <a:rPr lang="en-US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表格对象的方法</a:t>
            </a:r>
            <a:endParaRPr lang="zh-CN" altLang="zh-CN" sz="16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4A5F5714-4FDE-0FAF-EFFD-FE471665B21C}"/>
              </a:ext>
            </a:extLst>
          </p:cNvPr>
          <p:cNvSpPr txBox="1">
            <a:spLocks/>
          </p:cNvSpPr>
          <p:nvPr/>
        </p:nvSpPr>
        <p:spPr>
          <a:xfrm>
            <a:off x="6685280" y="1722474"/>
            <a:ext cx="4883706" cy="466816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library(</a:t>
            </a:r>
            <a:r>
              <a:rPr lang="en-US" altLang="zh-CN" sz="17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rempsyc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 library(</a:t>
            </a:r>
            <a:r>
              <a:rPr lang="en-US" altLang="zh-CN" sz="17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dplyr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)</a:t>
            </a:r>
            <a:endParaRPr lang="en-US" altLang="zh-CN" sz="17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table1_1&lt;-read.csv("C:/mydata/chap01/table1_1.csv")</a:t>
            </a:r>
            <a:endParaRPr lang="zh-CN" altLang="zh-CN" sz="17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7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df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&lt;-table1_1%&gt;%mutate(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平均分数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=(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统计学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+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数学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+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经济学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)/3) # 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添加平均分数一列</a:t>
            </a:r>
            <a:endParaRPr lang="zh-CN" altLang="zh-CN" sz="17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tab&lt;-</a:t>
            </a:r>
            <a:r>
              <a:rPr lang="en-US" altLang="zh-CN" sz="17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nice_table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(</a:t>
            </a:r>
            <a:r>
              <a:rPr lang="en-US" altLang="zh-CN" sz="17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df,width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=0.3)       # 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生成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HTML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表格，列宽为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0.5</a:t>
            </a:r>
            <a:endParaRPr lang="en-US" altLang="zh-CN" sz="17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17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 tab</a:t>
            </a:r>
            <a:endParaRPr lang="zh-CN" altLang="zh-CN" sz="17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A62A2E-40FD-2FA4-6CE3-7640FE6C67AA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1.4 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语言数据处理</a:t>
            </a:r>
          </a:p>
        </p:txBody>
      </p:sp>
    </p:spTree>
    <p:extLst>
      <p:ext uri="{BB962C8B-B14F-4D97-AF65-F5344CB8AC3E}">
        <p14:creationId xmlns:p14="http://schemas.microsoft.com/office/powerpoint/2010/main" val="3737097719"/>
      </p:ext>
    </p:extLst>
  </p:cSld>
  <p:clrMapOvr>
    <a:masterClrMapping/>
  </p:clrMapOvr>
  <p:transition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生成频数分布表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类别数据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一维列联表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A5675154-565A-41E9-9FB9-80F074F25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5" y="1722474"/>
            <a:ext cx="4423144" cy="467832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频数分布表（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frequency distribution table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）是对类别数据（因子的水平）计数或数值数据类别化（分组）后计数生成的表格</a:t>
            </a:r>
            <a:endParaRPr lang="en-US" altLang="zh-CN" sz="1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由于类别数据本身就是一种分类，只要将所有的类别都列出来，然后计算出每一类别的频数，即可生成一张频数分布表</a:t>
            </a:r>
            <a:endParaRPr lang="en-US" altLang="zh-CN" sz="1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根据观测变量的多少，可以生成一维列联表、二维列联表和多维列联表</a:t>
            </a:r>
            <a:endParaRPr lang="en-US" altLang="zh-CN" sz="1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副标题 2">
            <a:extLst>
              <a:ext uri="{FF2B5EF4-FFF2-40B4-BE49-F238E27FC236}">
                <a16:creationId xmlns:a16="http://schemas.microsoft.com/office/drawing/2014/main" id="{658BB68C-FEBD-47F4-BCDD-047A25C4102C}"/>
              </a:ext>
            </a:extLst>
          </p:cNvPr>
          <p:cNvSpPr txBox="1">
            <a:spLocks/>
          </p:cNvSpPr>
          <p:nvPr/>
        </p:nvSpPr>
        <p:spPr>
          <a:xfrm>
            <a:off x="5380075" y="1722474"/>
            <a:ext cx="6003850" cy="467832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一维列联表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——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当只涉及一个类别变量时，这个变量的各类别可以放在频数分布表中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行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的位置，也可以放在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的位置，将该变量的各类别及其相应的频数列出来就是简单频数表，也称一维列联表（</a:t>
            </a:r>
            <a:r>
              <a:rPr lang="en-US" altLang="zh-CN" sz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one - dimensional contingency table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）或简称一维表</a:t>
            </a:r>
            <a:endParaRPr lang="en-US" altLang="zh-CN" sz="1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6CF068C-5523-4006-8892-CB1C219C35CF}"/>
              </a:ext>
            </a:extLst>
          </p:cNvPr>
          <p:cNvSpPr txBox="1">
            <a:spLocks noChangeArrowheads="1"/>
          </p:cNvSpPr>
          <p:nvPr/>
        </p:nvSpPr>
        <p:spPr>
          <a:xfrm>
            <a:off x="5932967" y="3838352"/>
            <a:ext cx="5273749" cy="2430367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# 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生成在读学位的一维频数表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方正书宋_GBK"/>
            </a:endParaRPr>
          </a:p>
          <a:p>
            <a:pPr marL="0" indent="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tab1&lt;-table(data1_1$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在读学位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);tab1#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生成频数表</a:t>
            </a:r>
            <a:endParaRPr lang="en-US" altLang="zh-CN" sz="1800" kern="100" dirty="0">
              <a:latin typeface="Times New Roman" panose="02020603050405020304" pitchFamily="18" charset="0"/>
              <a:ea typeface="华文细黑" panose="02010600040101010101" pitchFamily="2" charset="-122"/>
            </a:endParaRPr>
          </a:p>
          <a:p>
            <a:pPr marL="0" indent="0" algn="just" hangingPunct="1">
              <a:lnSpc>
                <a:spcPct val="150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prop.table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(tab1)*100  #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将频数表转化成百分比表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方正书宋_GB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5C2E77-E250-89E2-FB85-C0B406B66F15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1.4 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语言数据处理</a:t>
            </a:r>
          </a:p>
        </p:txBody>
      </p:sp>
    </p:spTree>
    <p:extLst>
      <p:ext uri="{BB962C8B-B14F-4D97-AF65-F5344CB8AC3E}">
        <p14:creationId xmlns:p14="http://schemas.microsoft.com/office/powerpoint/2010/main" val="2517763476"/>
      </p:ext>
    </p:extLst>
  </p:cSld>
  <p:clrMapOvr>
    <a:masterClrMapping/>
  </p:clrMapOvr>
  <p:transition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生成频数分布表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类别数据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二维列联表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A5675154-565A-41E9-9FB9-80F074F25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5" y="1722474"/>
            <a:ext cx="4423144" cy="461736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当涉及两个类别变量时，可以将一个变量的各类别放在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行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的位置，另一个变量的各类别放在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的位置（行和列可以互换），由两个类别变量交叉分类形成的频数分布表称为二维列联表（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two-dimensional contingency table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），简称二维表或交叉表（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cross table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31B99C8E-FCBB-498D-9759-47E77D4B1A0B}"/>
              </a:ext>
            </a:extLst>
          </p:cNvPr>
          <p:cNvSpPr txBox="1">
            <a:spLocks noChangeArrowheads="1"/>
          </p:cNvSpPr>
          <p:nvPr/>
        </p:nvSpPr>
        <p:spPr>
          <a:xfrm>
            <a:off x="5390706" y="1722474"/>
            <a:ext cx="5993219" cy="4617366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生成性别与专业的二维列联表</a:t>
            </a:r>
          </a:p>
          <a:p>
            <a:pPr marL="0" indent="0">
              <a:lnSpc>
                <a:spcPct val="150000"/>
              </a:lnSpc>
              <a:spcAft>
                <a:spcPts val="450"/>
              </a:spcAft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data1_1&lt;-read.csv("C:/mydata/chap01/data1_1.csv")</a:t>
            </a:r>
            <a:endParaRPr lang="zh-CN" altLang="zh-CN" sz="2000" dirty="0">
              <a:latin typeface="Cambria" panose="02040503050406030204" pitchFamily="18" charset="0"/>
            </a:endParaRPr>
          </a:p>
          <a:p>
            <a:pPr marL="0" indent="0">
              <a:lnSpc>
                <a:spcPct val="150000"/>
              </a:lnSpc>
              <a:spcAft>
                <a:spcPts val="450"/>
              </a:spcAft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attach(data1_1)                    # </a:t>
            </a:r>
            <a:r>
              <a:rPr lang="zh-CN" altLang="zh-CN" sz="2000" dirty="0">
                <a:latin typeface="Cambria" panose="02040503050406030204" pitchFamily="18" charset="0"/>
              </a:rPr>
              <a:t>绑定数据框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data1_1</a:t>
            </a:r>
            <a:endParaRPr lang="zh-CN" altLang="zh-CN" sz="2000" dirty="0">
              <a:latin typeface="Cambria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tab2&lt;-table(</a:t>
            </a:r>
            <a:r>
              <a:rPr lang="zh-CN" altLang="zh-CN" sz="2000" dirty="0">
                <a:latin typeface="Cambria" panose="02040503050406030204" pitchFamily="18" charset="0"/>
              </a:rPr>
              <a:t>性别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zh-CN" altLang="zh-CN" sz="2000" dirty="0">
                <a:latin typeface="Cambria" panose="02040503050406030204" pitchFamily="18" charset="0"/>
              </a:rPr>
              <a:t>专业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</a:rPr>
              <a:t>);tab2         # </a:t>
            </a:r>
            <a:r>
              <a:rPr lang="zh-CN" altLang="zh-CN" sz="2000" dirty="0">
                <a:latin typeface="Cambria" panose="02040503050406030204" pitchFamily="18" charset="0"/>
              </a:rPr>
              <a:t>生成性别和专业的二维列联表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addmargins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(tab2)                  # 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为列联表添加边际和</a:t>
            </a:r>
            <a:endParaRPr lang="en-US" altLang="zh-CN" sz="20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addmargins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prop.table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(tab2)*100)   # 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将列联表转换成百分比表</a:t>
            </a:r>
            <a:endParaRPr lang="zh-CN" altLang="en-US" sz="2000" dirty="0">
              <a:latin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D3CED8-AE84-21C8-AF19-CC4B9735703E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1.4 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语言数据处理</a:t>
            </a:r>
          </a:p>
        </p:txBody>
      </p:sp>
    </p:spTree>
    <p:extLst>
      <p:ext uri="{BB962C8B-B14F-4D97-AF65-F5344CB8AC3E}">
        <p14:creationId xmlns:p14="http://schemas.microsoft.com/office/powerpoint/2010/main" val="2537007697"/>
      </p:ext>
    </p:extLst>
  </p:cSld>
  <p:clrMapOvr>
    <a:masterClrMapping/>
  </p:clrMapOvr>
  <p:transition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生成频数分布表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类别数据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多维列联表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A5675154-565A-41E9-9FB9-80F074F25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5" y="1722473"/>
            <a:ext cx="4423144" cy="4607205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当有两个以上类别变量时，通常将一个或多个变量按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列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摆放，其余变量则按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行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摆放</a:t>
            </a:r>
            <a:endParaRPr lang="en-US" altLang="zh-CN" sz="20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由多个类别变量生成的频数分布表称为多维列联表（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multidimensional contingency table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），简称多维表或高维表（</a:t>
            </a:r>
            <a:r>
              <a:rPr lang="en-US" altLang="zh-CN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higher-dimensional tables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endParaRPr lang="en-US" altLang="zh-CN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A2D26CC-CA84-4D2C-AA92-356F8B20FC53}"/>
              </a:ext>
            </a:extLst>
          </p:cNvPr>
          <p:cNvSpPr txBox="1">
            <a:spLocks noChangeArrowheads="1"/>
          </p:cNvSpPr>
          <p:nvPr/>
        </p:nvSpPr>
        <p:spPr>
          <a:xfrm>
            <a:off x="5337543" y="1722474"/>
            <a:ext cx="6046381" cy="4607205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450"/>
              </a:spcAft>
              <a:buNone/>
            </a:pP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</a:rPr>
              <a:t>使用</a:t>
            </a:r>
            <a:r>
              <a:rPr lang="en-US" altLang="zh-CN" sz="1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ftable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</a:rPr>
              <a:t>函数生成例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1-2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</a:rPr>
              <a:t>的多维列联表</a:t>
            </a:r>
          </a:p>
          <a:p>
            <a:pPr indent="0" algn="just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data1_1&lt;-read.csv("C:/mydata/chap01/data1_1.csv")</a:t>
            </a:r>
            <a:endParaRPr lang="zh-CN" altLang="zh-CN" sz="16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tab3&lt;-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ftable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(data1_1,row.vars=c("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性别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","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专业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"),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col.vars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="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在读学位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")</a:t>
            </a:r>
            <a:r>
              <a:rPr lang="en-US" altLang="zh-CN" sz="1600" kern="100" dirty="0">
                <a:latin typeface="Cambria" panose="02040503050406030204" pitchFamily="18" charset="0"/>
                <a:ea typeface="Cambria" panose="02040503050406030204" pitchFamily="18" charset="0"/>
              </a:rPr>
              <a:t>    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行变量为性别和专业，列变量为在读学位</a:t>
            </a:r>
            <a:endParaRPr lang="zh-CN" altLang="zh-CN" sz="16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6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为列联表添加边际和</a:t>
            </a:r>
            <a:endParaRPr lang="zh-CN" altLang="zh-CN" sz="16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ftable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addmargins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(table(data1_1$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性别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,data1_1$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专业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,data1_1$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在读学位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)))</a:t>
            </a: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6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使用</a:t>
            </a:r>
            <a:r>
              <a:rPr lang="en-US" altLang="zh-CN" sz="1600" b="1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vcd</a:t>
            </a:r>
            <a:r>
              <a:rPr lang="zh-CN" altLang="zh-CN" sz="16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包中的</a:t>
            </a:r>
            <a:r>
              <a:rPr lang="en-US" altLang="zh-CN" sz="1600" b="1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structable</a:t>
            </a:r>
            <a:r>
              <a:rPr lang="zh-CN" altLang="zh-CN" sz="16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函数生成例</a:t>
            </a:r>
            <a:r>
              <a:rPr lang="en-US" altLang="zh-CN" sz="16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1-2</a:t>
            </a:r>
            <a:r>
              <a:rPr lang="zh-CN" altLang="zh-CN" sz="16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的多维列联表</a:t>
            </a:r>
            <a:endParaRPr lang="zh-CN" altLang="zh-CN" sz="16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library(</a:t>
            </a: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vcd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zh-CN" altLang="zh-CN" sz="16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data1_1&lt;-read.csv("C:/mydata/chap01/data1_1.csv")</a:t>
            </a:r>
            <a:endParaRPr lang="zh-CN" altLang="zh-CN" sz="16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6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structable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性别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+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专业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~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在读学位</a:t>
            </a:r>
            <a:r>
              <a:rPr lang="en-US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,data=data1_1)    # </a:t>
            </a:r>
            <a:r>
              <a:rPr lang="zh-CN" altLang="zh-CN" sz="16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不同表达式产生不同形式的多维表</a:t>
            </a:r>
            <a:endParaRPr lang="zh-CN" altLang="zh-CN" sz="16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endParaRPr lang="zh-CN" altLang="zh-CN" sz="1600" kern="100" dirty="0">
              <a:effectLst/>
              <a:latin typeface="Cambria" panose="02040503050406030204" pitchFamily="18" charset="0"/>
              <a:ea typeface="方正书宋_GB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A79E84-F5B9-C822-5600-7DCA7A54EF2C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1.4 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语言数据处理</a:t>
            </a:r>
          </a:p>
        </p:txBody>
      </p:sp>
    </p:spTree>
    <p:extLst>
      <p:ext uri="{BB962C8B-B14F-4D97-AF65-F5344CB8AC3E}">
        <p14:creationId xmlns:p14="http://schemas.microsoft.com/office/powerpoint/2010/main" val="484967112"/>
      </p:ext>
    </p:extLst>
  </p:cSld>
  <p:clrMapOvr>
    <a:masterClrMapping/>
  </p:clrMapOvr>
  <p:transition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生成频数分布表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将列联表转换成数据框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A5675154-565A-41E9-9FB9-80F074F25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5" y="1722473"/>
            <a:ext cx="4423144" cy="4637685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如果得到的数据本身就是列联表形式，为满足自身的分析需要，也可以将列联表转换成数据框形式</a:t>
            </a:r>
            <a:endParaRPr lang="en-US" altLang="zh-CN" sz="2000" kern="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kern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DescTools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包中的</a:t>
            </a:r>
            <a:r>
              <a:rPr lang="en-US" altLang="zh-CN" sz="2000" kern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Untable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函数可以将列联表转化成原始数据框，使用</a:t>
            </a:r>
            <a:r>
              <a:rPr lang="en-US" altLang="zh-CN" sz="2000" kern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as.data.frame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函数可以将列联表转化成带有类别频数的数据框</a:t>
            </a:r>
            <a:endParaRPr lang="en-US" altLang="zh-CN" sz="2000" kern="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A2D26CC-CA84-4D2C-AA92-356F8B20FC53}"/>
              </a:ext>
            </a:extLst>
          </p:cNvPr>
          <p:cNvSpPr txBox="1">
            <a:spLocks noChangeArrowheads="1"/>
          </p:cNvSpPr>
          <p:nvPr/>
        </p:nvSpPr>
        <p:spPr>
          <a:xfrm>
            <a:off x="5337543" y="1722474"/>
            <a:ext cx="6046381" cy="4637685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450"/>
              </a:spcAft>
              <a:buNone/>
            </a:pPr>
            <a:r>
              <a:rPr lang="en-US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</a:rPr>
              <a:t>将列联表转化成原始数据框</a:t>
            </a: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mytable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&lt;-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ftable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(data1_1[,1:3])     #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选择变量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1~3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生成多维列联表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df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&lt;-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Untable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mytable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         #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将列联表转化成原始数据框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endParaRPr lang="en-US" altLang="zh-CN" sz="1800" kern="1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将列联表转化成带有交叉类别频数的数据框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tab&lt;-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ftable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(data1_1[1:3])     #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生成列联表（也可以使用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table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函数生成列联表）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df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&lt;-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as.data.frame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(tab);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df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    #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将列联表转化成带有类别频数的数据框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295EA6-097E-5D12-FDC5-B9EF88DA01B6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1.4 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语言数据处理</a:t>
            </a:r>
          </a:p>
        </p:txBody>
      </p:sp>
    </p:spTree>
    <p:extLst>
      <p:ext uri="{BB962C8B-B14F-4D97-AF65-F5344CB8AC3E}">
        <p14:creationId xmlns:p14="http://schemas.microsoft.com/office/powerpoint/2010/main" val="3708869826"/>
      </p:ext>
    </p:extLst>
  </p:cSld>
  <p:clrMapOvr>
    <a:masterClrMapping/>
  </p:clrMapOvr>
  <p:transition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生成频数分布表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数值数据类别化（分组）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A5675154-565A-41E9-9FB9-80F074F25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480" y="1722474"/>
            <a:ext cx="10611039" cy="463768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当有两个以上类别变量时，通常生成数值数据的频数分布表时，需要先将其类别化，即转化为类别（因子）数据，然后再生成频数分布表</a:t>
            </a:r>
            <a:endParaRPr lang="en-US" altLang="zh-CN" sz="26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类别化的方法是将原始数据分成不同的组别，比如，将一个班学生的考试分数分成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60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以下，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60~70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70~80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80~90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90~100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几个区间，通过分组将数值数据转化成有序类别数据</a:t>
            </a:r>
            <a:endParaRPr lang="en-US" altLang="zh-CN" sz="26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类别化后再计算出各组别的数据频数，即可生成频数分布表</a:t>
            </a:r>
            <a:endParaRPr lang="en-US" altLang="zh-CN" sz="26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endParaRPr lang="en-US" altLang="zh-CN" sz="26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E189E6-7FD3-56D6-0D3D-534606FEC34B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1.4 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语言数据处理</a:t>
            </a:r>
          </a:p>
        </p:txBody>
      </p:sp>
    </p:spTree>
    <p:extLst>
      <p:ext uri="{BB962C8B-B14F-4D97-AF65-F5344CB8AC3E}">
        <p14:creationId xmlns:p14="http://schemas.microsoft.com/office/powerpoint/2010/main" val="791662651"/>
      </p:ext>
    </p:extLst>
  </p:cSld>
  <p:clrMapOvr>
    <a:masterClrMapping/>
  </p:clrMapOvr>
  <p:transition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生成频数分布表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数值数据类别化（分组）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副标题 2">
                <a:extLst>
                  <a:ext uri="{FF2B5EF4-FFF2-40B4-BE49-F238E27FC236}">
                    <a16:creationId xmlns:a16="http://schemas.microsoft.com/office/drawing/2014/main" id="{EA86294A-3C15-4AF1-99D8-5342EF694B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0229" y="1678397"/>
                <a:ext cx="10874828" cy="4647537"/>
              </a:xfrm>
              <a:prstGeom prst="rect">
                <a:avLst/>
              </a:prstGeom>
              <a:noFill/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j-ea"/>
                    <a:ea typeface="+mj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j-ea"/>
                    <a:ea typeface="+mj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j-ea"/>
                    <a:ea typeface="+mj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j-ea"/>
                    <a:ea typeface="+mj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j-ea"/>
                    <a:ea typeface="+mj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 defTabSz="685800" eaLnBrk="0" hangingPunct="0">
                  <a:lnSpc>
                    <a:spcPct val="150000"/>
                  </a:lnSpc>
                  <a:spcBef>
                    <a:spcPct val="50000"/>
                  </a:spcBef>
                  <a:buClr>
                    <a:srgbClr val="000099"/>
                  </a:buClr>
                  <a:buSzPct val="100000"/>
                  <a:defRPr/>
                </a:pPr>
                <a:r>
                  <a:rPr lang="zh-CN" altLang="zh-CN" sz="20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008080"/>
                    </a:highlight>
                    <a:latin typeface="Cambria" panose="02040503050406030204" pitchFamily="18" charset="0"/>
                    <a:ea typeface="华文细黑" panose="02010600040101010101" pitchFamily="2" charset="-122"/>
                    <a:cs typeface="Times New Roman" panose="02020603050405020304" pitchFamily="18" charset="0"/>
                  </a:rPr>
                  <a:t>【例</a:t>
                </a:r>
                <a:r>
                  <a:rPr lang="en-US" altLang="zh-CN" sz="20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highlight>
                      <a:srgbClr val="008080"/>
                    </a:highlight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1-2 】</a:t>
                </a:r>
                <a:r>
                  <a:rPr lang="zh-CN" altLang="zh-CN" sz="2000" kern="0" dirty="0">
                    <a:effectLst/>
                    <a:latin typeface="Cambria" panose="02040503050406030204" pitchFamily="18" charset="0"/>
                    <a:ea typeface="华文细黑" panose="02010600040101010101" pitchFamily="2" charset="-122"/>
                    <a:cs typeface="Times New Roman" panose="02020603050405020304" pitchFamily="18" charset="0"/>
                  </a:rPr>
                  <a:t>沿用例</a:t>
                </a:r>
                <a:r>
                  <a:rPr lang="en-US" altLang="zh-CN" sz="2000" kern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1-1</a:t>
                </a:r>
                <a:r>
                  <a:rPr lang="zh-CN" altLang="zh-CN" sz="2000" kern="0" dirty="0">
                    <a:effectLst/>
                    <a:latin typeface="Cambria" panose="02040503050406030204" pitchFamily="18" charset="0"/>
                    <a:ea typeface="华文细黑" panose="02010600040101010101" pitchFamily="2" charset="-122"/>
                    <a:cs typeface="Times New Roman" panose="02020603050405020304" pitchFamily="18" charset="0"/>
                  </a:rPr>
                  <a:t>。对网购金额做适当分组，分析网购金额的分布特征</a:t>
                </a:r>
                <a:endParaRPr lang="en-US" altLang="zh-CN" sz="2000" kern="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indent="304800" algn="just" hangingPunct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zh-CN" sz="2000" kern="0" dirty="0">
                    <a:effectLst/>
                    <a:latin typeface="Cambria" panose="02040503050406030204" pitchFamily="18" charset="0"/>
                    <a:ea typeface="华文细黑" panose="02010600040101010101" pitchFamily="2" charset="-122"/>
                  </a:rPr>
                  <a:t>首先，确定要分的组数。确定组数的方法有几种。设组数为</a:t>
                </a:r>
                <a14:m>
                  <m:oMath xmlns:m="http://schemas.openxmlformats.org/officeDocument/2006/math">
                    <m:r>
                      <a:rPr lang="en-US" altLang="zh-CN" sz="2000" i="1" kern="0">
                        <a:effectLst/>
                        <a:latin typeface="Cambria Math" panose="02040503050406030204" pitchFamily="18" charset="0"/>
                        <a:ea typeface="华文细黑" panose="02010600040101010101" pitchFamily="2" charset="-122"/>
                      </a:rPr>
                      <m:t>𝐾</m:t>
                    </m:r>
                  </m:oMath>
                </a14:m>
                <a:r>
                  <a:rPr lang="zh-CN" altLang="zh-CN" sz="2000" kern="0" dirty="0">
                    <a:effectLst/>
                    <a:latin typeface="Cambria" panose="02040503050406030204" pitchFamily="18" charset="0"/>
                    <a:ea typeface="华文细黑" panose="02010600040101010101" pitchFamily="2" charset="-122"/>
                  </a:rPr>
                  <a:t>，根据</a:t>
                </a:r>
                <a:r>
                  <a:rPr lang="en-US" altLang="zh-CN" sz="2000" kern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Sturges</a:t>
                </a:r>
                <a:r>
                  <a:rPr lang="zh-CN" altLang="zh-CN" sz="2000" kern="0" dirty="0">
                    <a:effectLst/>
                    <a:latin typeface="Cambria" panose="02040503050406030204" pitchFamily="18" charset="0"/>
                    <a:ea typeface="华文细黑" panose="02010600040101010101" pitchFamily="2" charset="-122"/>
                  </a:rPr>
                  <a:t>给出的组数确定方法，</a:t>
                </a:r>
                <a14:m>
                  <m:oMath xmlns:m="http://schemas.openxmlformats.org/officeDocument/2006/math">
                    <m:r>
                      <a:rPr lang="en-US" altLang="zh-CN" sz="2000" i="1" kern="0">
                        <a:effectLst/>
                        <a:latin typeface="Cambria Math" panose="02040503050406030204" pitchFamily="18" charset="0"/>
                        <a:ea typeface="华文细黑" panose="02010600040101010101" pitchFamily="2" charset="-122"/>
                      </a:rPr>
                      <m:t>𝐾</m:t>
                    </m:r>
                    <m:r>
                      <a:rPr lang="en-US" altLang="zh-CN" sz="2000" kern="0">
                        <a:effectLst/>
                        <a:latin typeface="Cambria Math" panose="02040503050406030204" pitchFamily="18" charset="0"/>
                        <a:ea typeface="华文细黑" panose="02010600040101010101" pitchFamily="2" charset="-122"/>
                      </a:rPr>
                      <m:t>=1+</m:t>
                    </m:r>
                    <m:f>
                      <m:fPr>
                        <m:type m:val="lin"/>
                        <m:ctrlPr>
                          <a:rPr lang="zh-CN" altLang="zh-CN" sz="2000" i="1" ker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2000" i="1" ker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kern="0">
                                <a:effectLst/>
                                <a:latin typeface="Cambria Math" panose="02040503050406030204" pitchFamily="18" charset="0"/>
                                <a:ea typeface="华文细黑" panose="02010600040101010101" pitchFamily="2" charset="-122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2000" kern="0">
                                <a:effectLst/>
                                <a:latin typeface="Cambria Math" panose="02040503050406030204" pitchFamily="18" charset="0"/>
                                <a:ea typeface="华文细黑" panose="02010600040101010101" pitchFamily="2" charset="-122"/>
                              </a:rPr>
                              <m:t>10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sz="2000" i="1" ker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0">
                                <a:effectLst/>
                                <a:latin typeface="Cambria Math" panose="02040503050406030204" pitchFamily="18" charset="0"/>
                                <a:ea typeface="华文细黑" panose="02010600040101010101" pitchFamily="2" charset="-122"/>
                              </a:rPr>
                              <m:t>𝑛</m:t>
                            </m: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zh-CN" altLang="zh-CN" sz="2000" i="1" ker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 kern="0">
                                <a:effectLst/>
                                <a:latin typeface="Cambria Math" panose="02040503050406030204" pitchFamily="18" charset="0"/>
                                <a:ea typeface="华文细黑" panose="02010600040101010101" pitchFamily="2" charset="-122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sz="2000" kern="0">
                                <a:effectLst/>
                                <a:latin typeface="Cambria Math" panose="02040503050406030204" pitchFamily="18" charset="0"/>
                                <a:ea typeface="华文细黑" panose="02010600040101010101" pitchFamily="2" charset="-122"/>
                              </a:rPr>
                              <m:t>10</m:t>
                            </m:r>
                          </m:sub>
                        </m:sSub>
                        <m:d>
                          <m:dPr>
                            <m:ctrlPr>
                              <a:rPr lang="zh-CN" altLang="zh-CN" sz="2000" i="1" ker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i="1" kern="0">
                                <a:effectLst/>
                                <a:latin typeface="Cambria Math" panose="02040503050406030204" pitchFamily="18" charset="0"/>
                                <a:ea typeface="华文细黑" panose="02010600040101010101" pitchFamily="2" charset="-122"/>
                              </a:rPr>
                              <m:t>2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zh-CN" sz="2000" kern="0" dirty="0">
                    <a:effectLst/>
                    <a:latin typeface="Cambria" panose="02040503050406030204" pitchFamily="18" charset="0"/>
                    <a:ea typeface="华文细黑" panose="02010600040101010101" pitchFamily="2" charset="-122"/>
                  </a:rPr>
                  <a:t>。当然这只是个大概数，具体的组数可根据需要适当调整</a:t>
                </a:r>
                <a:endParaRPr lang="zh-CN" altLang="zh-CN" sz="2000" kern="100" dirty="0">
                  <a:effectLst/>
                  <a:latin typeface="Cambria" panose="02040503050406030204" pitchFamily="18" charset="0"/>
                  <a:ea typeface="方正书宋_GBK"/>
                </a:endParaRPr>
              </a:p>
              <a:p>
                <a:pPr indent="304800" algn="just" hangingPunct="1">
                  <a:lnSpc>
                    <a:spcPct val="1500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r>
                  <a:rPr lang="zh-CN" altLang="zh-CN" sz="2000" kern="0" dirty="0">
                    <a:effectLst/>
                    <a:latin typeface="Cambria" panose="02040503050406030204" pitchFamily="18" charset="0"/>
                    <a:ea typeface="华文细黑" panose="02010600040101010101" pitchFamily="2" charset="-122"/>
                  </a:rPr>
                  <a:t>其次，确定各组的组距（组的宽度）。组距可根据全部数据的最大值和最小值及所分的组数来确定，即组距＝</a:t>
                </a:r>
                <a:r>
                  <a:rPr lang="en-US" altLang="zh-CN" sz="2000" kern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(</a:t>
                </a:r>
                <a:r>
                  <a:rPr lang="zh-CN" altLang="zh-CN" sz="2000" kern="0" dirty="0">
                    <a:effectLst/>
                    <a:latin typeface="Cambria" panose="02040503050406030204" pitchFamily="18" charset="0"/>
                    <a:ea typeface="华文细黑" panose="02010600040101010101" pitchFamily="2" charset="-122"/>
                  </a:rPr>
                  <a:t>最大值</a:t>
                </a:r>
                <a:r>
                  <a:rPr lang="en-US" altLang="zh-CN" sz="2000" kern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-</a:t>
                </a:r>
                <a:r>
                  <a:rPr lang="zh-CN" altLang="zh-CN" sz="2000" kern="0" dirty="0">
                    <a:effectLst/>
                    <a:latin typeface="Cambria" panose="02040503050406030204" pitchFamily="18" charset="0"/>
                    <a:ea typeface="华文细黑" panose="02010600040101010101" pitchFamily="2" charset="-122"/>
                  </a:rPr>
                  <a:t>最小值</a:t>
                </a:r>
                <a:r>
                  <a:rPr lang="en-US" altLang="zh-CN" sz="2000" kern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) ÷ </a:t>
                </a:r>
                <a:r>
                  <a:rPr lang="zh-CN" altLang="zh-CN" sz="2000" kern="0" dirty="0">
                    <a:effectLst/>
                    <a:latin typeface="Cambria" panose="02040503050406030204" pitchFamily="18" charset="0"/>
                    <a:ea typeface="华文细黑" panose="02010600040101010101" pitchFamily="2" charset="-122"/>
                  </a:rPr>
                  <a:t>组数</a:t>
                </a:r>
                <a:endParaRPr lang="zh-CN" altLang="zh-CN" sz="2000" kern="100" dirty="0">
                  <a:effectLst/>
                  <a:latin typeface="Cambria" panose="02040503050406030204" pitchFamily="18" charset="0"/>
                  <a:ea typeface="方正书宋_GBK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000" kern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zh-CN" altLang="zh-CN" sz="2000" kern="0" dirty="0">
                    <a:effectLst/>
                    <a:latin typeface="Cambria" panose="02040503050406030204" pitchFamily="18" charset="0"/>
                    <a:ea typeface="华文细黑" panose="02010600040101010101" pitchFamily="2" charset="-122"/>
                    <a:cs typeface="Times New Roman" panose="02020603050405020304" pitchFamily="18" charset="0"/>
                  </a:rPr>
                  <a:t>最后，统计出各组的频数即可得到频数分布表。在统计各组频数时，恰好等于某一组上限的值有不同的处理方法。使用</a:t>
                </a:r>
                <a:r>
                  <a:rPr lang="en-US" altLang="zh-CN" sz="2000" kern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zh-CN" altLang="zh-CN" sz="2000" kern="0" dirty="0">
                    <a:effectLst/>
                    <a:latin typeface="Cambria" panose="02040503050406030204" pitchFamily="18" charset="0"/>
                    <a:ea typeface="华文细黑" panose="02010600040101010101" pitchFamily="2" charset="-122"/>
                    <a:cs typeface="Times New Roman" panose="02020603050405020304" pitchFamily="18" charset="0"/>
                  </a:rPr>
                  <a:t>或其他软件分组计数时，通常包含上限值，即一个组的数值</a:t>
                </a:r>
                <a:r>
                  <a:rPr lang="en-US" altLang="zh-CN" sz="2000" i="1" kern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000" kern="0" dirty="0">
                    <a:effectLst/>
                    <a:latin typeface="Cambria" panose="02040503050406030204" pitchFamily="18" charset="0"/>
                    <a:ea typeface="华文细黑" panose="02010600040101010101" pitchFamily="2" charset="-122"/>
                    <a:cs typeface="Times New Roman" panose="02020603050405020304" pitchFamily="18" charset="0"/>
                  </a:rPr>
                  <a:t>满足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kern="0">
                        <a:effectLst/>
                        <a:latin typeface="Cambria Math" panose="02040503050406030204" pitchFamily="18" charset="0"/>
                        <a:ea typeface="华文细黑" panose="02010600040101010101" pitchFamily="2" charset="-122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altLang="zh-CN" sz="2000" kern="0">
                        <a:effectLst/>
                        <a:latin typeface="Cambria Math" panose="02040503050406030204" pitchFamily="18" charset="0"/>
                        <a:ea typeface="华文细黑" panose="0201060004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2000" i="1" kern="0">
                        <a:effectLst/>
                        <a:latin typeface="Cambria Math" panose="02040503050406030204" pitchFamily="18" charset="0"/>
                        <a:ea typeface="华文细黑" panose="0201060004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kern="0">
                        <a:effectLst/>
                        <a:latin typeface="Cambria Math" panose="02040503050406030204" pitchFamily="18" charset="0"/>
                        <a:ea typeface="华文细黑" panose="0201060004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sz="2000" kern="0">
                        <a:effectLst/>
                        <a:latin typeface="Cambria Math" panose="02040503050406030204" pitchFamily="18" charset="0"/>
                        <a:ea typeface="华文细黑" panose="02010600040101010101" pitchFamily="2" charset="-122"/>
                        <a:cs typeface="Times New Roman" panose="02020603050405020304" pitchFamily="18" charset="0"/>
                      </a:rPr>
                      <m:t>b</m:t>
                    </m:r>
                  </m:oMath>
                </a14:m>
                <a:r>
                  <a:rPr lang="zh-CN" altLang="zh-CN" sz="2000" kern="0" dirty="0">
                    <a:effectLst/>
                    <a:latin typeface="Cambria" panose="02040503050406030204" pitchFamily="18" charset="0"/>
                    <a:ea typeface="华文细黑" panose="02010600040101010101" pitchFamily="2" charset="-122"/>
                    <a:cs typeface="Times New Roman" panose="02020603050405020304" pitchFamily="18" charset="0"/>
                  </a:rPr>
                  <a:t>。根据需要也可以将恰好等于上限的值计算在下一组，即一个组的数值</a:t>
                </a:r>
                <a:r>
                  <a:rPr lang="en-US" altLang="zh-CN" sz="2000" i="1" kern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000" kern="0" dirty="0">
                    <a:effectLst/>
                    <a:latin typeface="Cambria" panose="02040503050406030204" pitchFamily="18" charset="0"/>
                    <a:ea typeface="华文细黑" panose="02010600040101010101" pitchFamily="2" charset="-122"/>
                    <a:cs typeface="Times New Roman" panose="02020603050405020304" pitchFamily="18" charset="0"/>
                  </a:rPr>
                  <a:t>满足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kern="0">
                        <a:effectLst/>
                        <a:latin typeface="Cambria Math" panose="02040503050406030204" pitchFamily="18" charset="0"/>
                        <a:ea typeface="华文细黑" panose="02010600040101010101" pitchFamily="2" charset="-122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altLang="zh-CN" sz="2000" kern="0">
                        <a:effectLst/>
                        <a:latin typeface="Cambria Math" panose="02040503050406030204" pitchFamily="18" charset="0"/>
                        <a:ea typeface="华文细黑" panose="0201060004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2000" i="1" kern="0">
                        <a:effectLst/>
                        <a:latin typeface="Cambria Math" panose="02040503050406030204" pitchFamily="18" charset="0"/>
                        <a:ea typeface="华文细黑" panose="0201060004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000" kern="0">
                        <a:effectLst/>
                        <a:latin typeface="Cambria Math" panose="02040503050406030204" pitchFamily="18" charset="0"/>
                        <a:ea typeface="华文细黑" panose="0201060004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altLang="zh-CN" sz="2000" kern="0">
                        <a:effectLst/>
                        <a:latin typeface="Cambria Math" panose="02040503050406030204" pitchFamily="18" charset="0"/>
                        <a:ea typeface="华文细黑" panose="02010600040101010101" pitchFamily="2" charset="-122"/>
                        <a:cs typeface="Times New Roman" panose="02020603050405020304" pitchFamily="18" charset="0"/>
                      </a:rPr>
                      <m:t>b</m:t>
                    </m:r>
                  </m:oMath>
                </a14:m>
                <a:endParaRPr lang="en-US" altLang="zh-CN" sz="2000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442913" indent="-442913" algn="just" defTabSz="685800" eaLnBrk="0" hangingPunct="0">
                  <a:lnSpc>
                    <a:spcPct val="150000"/>
                  </a:lnSpc>
                  <a:spcBef>
                    <a:spcPct val="5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l"/>
                  <a:defRPr/>
                </a:pPr>
                <a:endParaRPr lang="en-US" altLang="zh-CN" sz="2000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442913" indent="-442913" algn="just" defTabSz="685800" eaLnBrk="0" hangingPunct="0">
                  <a:lnSpc>
                    <a:spcPct val="150000"/>
                  </a:lnSpc>
                  <a:spcBef>
                    <a:spcPct val="5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l"/>
                  <a:defRPr/>
                </a:pPr>
                <a:endParaRPr lang="en-US" altLang="zh-CN" sz="2000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副标题 2">
                <a:extLst>
                  <a:ext uri="{FF2B5EF4-FFF2-40B4-BE49-F238E27FC236}">
                    <a16:creationId xmlns:a16="http://schemas.microsoft.com/office/drawing/2014/main" id="{EA86294A-3C15-4AF1-99D8-5342EF694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229" y="1678397"/>
                <a:ext cx="10874828" cy="4647537"/>
              </a:xfrm>
              <a:prstGeom prst="rect">
                <a:avLst/>
              </a:prstGeom>
              <a:blipFill>
                <a:blip r:embed="rId3"/>
                <a:stretch>
                  <a:fillRect l="-616" r="-560"/>
                </a:stretch>
              </a:blipFill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BADCAAD7-CFA3-C526-774C-C0E45879D4CF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1.4 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语言数据处理</a:t>
            </a:r>
          </a:p>
        </p:txBody>
      </p:sp>
    </p:spTree>
    <p:extLst>
      <p:ext uri="{BB962C8B-B14F-4D97-AF65-F5344CB8AC3E}">
        <p14:creationId xmlns:p14="http://schemas.microsoft.com/office/powerpoint/2010/main" val="899497739"/>
      </p:ext>
    </p:extLst>
  </p:cSld>
  <p:clrMapOvr>
    <a:masterClrMapping/>
  </p:clrMapOvr>
  <p:transition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生成频数分布表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数值数据类别化（分组）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8" name="副标题 2">
            <a:extLst>
              <a:ext uri="{FF2B5EF4-FFF2-40B4-BE49-F238E27FC236}">
                <a16:creationId xmlns:a16="http://schemas.microsoft.com/office/drawing/2014/main" id="{EA86294A-3C15-4AF1-99D8-5342EF694BFF}"/>
              </a:ext>
            </a:extLst>
          </p:cNvPr>
          <p:cNvSpPr txBox="1">
            <a:spLocks/>
          </p:cNvSpPr>
          <p:nvPr/>
        </p:nvSpPr>
        <p:spPr>
          <a:xfrm>
            <a:off x="740230" y="1722475"/>
            <a:ext cx="4114800" cy="458313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22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base</a:t>
            </a:r>
            <a:r>
              <a:rPr lang="zh-CN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包中的</a:t>
            </a:r>
            <a:r>
              <a:rPr lang="en-US" altLang="zh-CN" sz="22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cut </a:t>
            </a:r>
            <a:r>
              <a:rPr lang="zh-CN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函数、</a:t>
            </a:r>
            <a:r>
              <a:rPr lang="en-US" altLang="zh-CN" sz="2200" kern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actuar</a:t>
            </a:r>
            <a:r>
              <a:rPr lang="zh-CN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包中的</a:t>
            </a:r>
            <a:r>
              <a:rPr lang="en-US" altLang="zh-CN" sz="2200" kern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grouped.data</a:t>
            </a:r>
            <a:r>
              <a:rPr lang="zh-CN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函数、</a:t>
            </a:r>
            <a:r>
              <a:rPr lang="en-US" altLang="zh-CN" sz="2200" kern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DescTools</a:t>
            </a:r>
            <a:r>
              <a:rPr lang="zh-CN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包中的</a:t>
            </a:r>
            <a:r>
              <a:rPr lang="en-US" altLang="zh-CN" sz="22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Freq</a:t>
            </a:r>
            <a:r>
              <a:rPr lang="zh-CN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函数等均可实现数据分组并生成频数分布表</a:t>
            </a:r>
            <a:endParaRPr lang="en-US" altLang="zh-CN" sz="2200" kern="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r>
              <a:rPr lang="zh-CN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这里推荐使用</a:t>
            </a:r>
            <a:r>
              <a:rPr lang="en-US" altLang="zh-CN" sz="2200" kern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DescTools</a:t>
            </a:r>
            <a:r>
              <a:rPr lang="zh-CN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包中的</a:t>
            </a:r>
            <a:r>
              <a:rPr lang="en-US" altLang="zh-CN" sz="2200" kern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Freq</a:t>
            </a:r>
            <a:r>
              <a:rPr lang="zh-CN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</a:t>
            </a:r>
            <a:endParaRPr lang="en-US" altLang="zh-CN" sz="2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42913" indent="-442913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l"/>
              <a:defRPr/>
            </a:pPr>
            <a:endParaRPr lang="en-US" altLang="zh-CN" sz="22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78232C3-4B49-8558-AFA3-591505CAAF87}"/>
              </a:ext>
            </a:extLst>
          </p:cNvPr>
          <p:cNvSpPr txBox="1">
            <a:spLocks noChangeArrowheads="1"/>
          </p:cNvSpPr>
          <p:nvPr/>
        </p:nvSpPr>
        <p:spPr>
          <a:xfrm>
            <a:off x="4985657" y="1722475"/>
            <a:ext cx="6553200" cy="4583138"/>
          </a:xfrm>
          <a:prstGeom prst="rect">
            <a:avLst/>
          </a:prstGeom>
          <a:solidFill>
            <a:srgbClr val="FFFFCC"/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450"/>
              </a:spcAft>
              <a:buNone/>
            </a:pP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#  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</a:rPr>
              <a:t>使用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Freq</a:t>
            </a: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</a:rPr>
              <a:t>函数的默认分组（含上限值）</a:t>
            </a: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data1_1&lt;-read.csv("C:/mydata/chap01/data1_1.csv")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tab1&lt;- Freq(data1_1$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网购金额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# 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指定组距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=150</a:t>
            </a: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（不含上限值）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tab2&lt;-Freq(data1_1$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网购金额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,breaks=c</a:t>
            </a:r>
            <a:r>
              <a:rPr lang="en-US" altLang="zh-CN" sz="1800" kern="10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(0,150,300,450,600,750,900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),right=FALSE)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tab2&lt;-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data.frame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分组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=tab2$level,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频数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=tab2$freq,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频数百分比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=tab2$perc*100,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 hangingPunct="1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+   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累积频数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=tab2$cumfreq,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累积百分比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=tab2$cumperc*100) print(tab2, digits=4)        print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函数打印并确定小数位数</a:t>
            </a: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endParaRPr lang="zh-CN" altLang="zh-CN" sz="1800" kern="100" dirty="0">
              <a:effectLst/>
              <a:latin typeface="Cambria" panose="02040503050406030204" pitchFamily="18" charset="0"/>
              <a:ea typeface="方正书宋_GBK"/>
            </a:endParaRPr>
          </a:p>
          <a:p>
            <a:pPr indent="0" algn="just">
              <a:lnSpc>
                <a:spcPct val="115000"/>
              </a:lnSpc>
              <a:spcBef>
                <a:spcPts val="450"/>
              </a:spcBef>
              <a:spcAft>
                <a:spcPts val="450"/>
              </a:spcAft>
              <a:buNone/>
            </a:pPr>
            <a:endParaRPr lang="zh-CN" altLang="zh-CN" sz="1600" kern="100" dirty="0">
              <a:effectLst/>
              <a:latin typeface="Cambria" panose="02040503050406030204" pitchFamily="18" charset="0"/>
              <a:ea typeface="方正书宋_GBK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21DE5F-B8A1-3220-6779-0ACAE3D9EEFA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1.4                      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语言数据处理</a:t>
            </a:r>
          </a:p>
        </p:txBody>
      </p:sp>
    </p:spTree>
    <p:extLst>
      <p:ext uri="{BB962C8B-B14F-4D97-AF65-F5344CB8AC3E}">
        <p14:creationId xmlns:p14="http://schemas.microsoft.com/office/powerpoint/2010/main" val="4259047632"/>
      </p:ext>
    </p:extLst>
  </p:cSld>
  <p:clrMapOvr>
    <a:masterClrMapping/>
  </p:clrMapOvr>
  <p:transition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E6639952-31FA-4CB6-98CD-CFA110F672FD}"/>
              </a:ext>
            </a:extLst>
          </p:cNvPr>
          <p:cNvSpPr txBox="1">
            <a:spLocks noChangeArrowheads="1"/>
          </p:cNvSpPr>
          <p:nvPr/>
        </p:nvSpPr>
        <p:spPr>
          <a:xfrm>
            <a:off x="5811520" y="1666932"/>
            <a:ext cx="5746906" cy="4672908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充分了解变量或数据的类型在可视化中十分重要，它决定了你所面对的数据集可以画出什么图形</a:t>
            </a:r>
            <a:endParaRPr lang="en-US" altLang="zh-CN" sz="20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明确分析目的，它决定了你需要画出什么图形</a:t>
            </a:r>
            <a:endParaRPr lang="en-US" altLang="zh-CN" sz="20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要能够对数据集进行熟练的操作，比如，如何处理向量、矩阵、数据框、因子和列表等，并熟练使用数据类型的转换方法和生成频数分布表的方法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本章小结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FE7C73-0A99-18E7-195C-926DB610BE6A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                      </a:t>
            </a: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4F02AA2C-2F0B-EA07-8ECC-DA34FA40AB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487596"/>
              </p:ext>
            </p:extLst>
          </p:nvPr>
        </p:nvGraphicFramePr>
        <p:xfrm>
          <a:off x="633574" y="1783398"/>
          <a:ext cx="4822346" cy="4475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0481407"/>
      </p:ext>
    </p:extLst>
  </p:cSld>
  <p:clrMapOvr>
    <a:masterClrMapping/>
  </p:clrMapOvr>
  <p:transition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2207568" y="342581"/>
            <a:ext cx="2880320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THE END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816080" y="5445224"/>
            <a:ext cx="2880320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dist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THANKS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46" y="1"/>
            <a:ext cx="12201746" cy="6855722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A2942906-8373-4413-B144-2030B3A6C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73" y="95692"/>
            <a:ext cx="2880320" cy="984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THE END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EC17C8-105C-4971-8A37-00C8F14BF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126" y="5922334"/>
            <a:ext cx="2880320" cy="776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dist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THANKS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AD9863-2B28-44BA-874F-29D5736D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876A-C894-4608-9B10-33028376C2E0}" type="datetime1">
              <a:rPr lang="zh-CN" altLang="en-US" smtClean="0"/>
              <a:t>2026/1/16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634156"/>
      </p:ext>
    </p:extLst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3344</TotalTime>
  <Words>7367</Words>
  <Application>Microsoft Office PowerPoint</Application>
  <PresentationFormat>宽屏</PresentationFormat>
  <Paragraphs>687</Paragraphs>
  <Slides>55</Slides>
  <Notes>34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73" baseType="lpstr">
      <vt:lpstr>等线</vt:lpstr>
      <vt:lpstr>等线 Light</vt:lpstr>
      <vt:lpstr>华文琥珀</vt:lpstr>
      <vt:lpstr>华文细黑</vt:lpstr>
      <vt:lpstr>华文行楷</vt:lpstr>
      <vt:lpstr>宋体</vt:lpstr>
      <vt:lpstr>微软雅黑</vt:lpstr>
      <vt:lpstr>Arial</vt:lpstr>
      <vt:lpstr>Arial Black</vt:lpstr>
      <vt:lpstr>Calibri</vt:lpstr>
      <vt:lpstr>Cambria</vt:lpstr>
      <vt:lpstr>Cambria Math</vt:lpstr>
      <vt:lpstr>Franklin Gothic Book</vt:lpstr>
      <vt:lpstr>Script MT Bold</vt:lpstr>
      <vt:lpstr>Times New Roman</vt:lpstr>
      <vt:lpstr>Wingdings</vt:lpstr>
      <vt:lpstr>Office 主题​​</vt:lpstr>
      <vt:lpstr>Bitmap 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jiajp99@126.com</dc:creator>
  <cp:lastModifiedBy>俊平 贾</cp:lastModifiedBy>
  <cp:revision>406</cp:revision>
  <dcterms:created xsi:type="dcterms:W3CDTF">2020-11-21T11:10:03Z</dcterms:created>
  <dcterms:modified xsi:type="dcterms:W3CDTF">2026-01-16T08:22:30Z</dcterms:modified>
</cp:coreProperties>
</file>