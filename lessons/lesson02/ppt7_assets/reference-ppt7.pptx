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161" d="100"/>
          <a:sy n="161" d="100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Here</a:t>
            </a:r>
            <a:r>
              <a:rPr lang="en-US" baseline="0" dirty="0"/>
              <a:t> is a note</a:t>
            </a:r>
          </a:p>
          <a:p>
            <a:endParaRPr lang="en-US" baseline="0" dirty="0"/>
          </a:p>
          <a:p>
            <a:r>
              <a:rPr lang="en-US" baseline="0" dirty="0"/>
              <a:t>With another paragraph.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31917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</a:t>
            </a:r>
            <a:r>
              <a:rPr lang="en-US" baseline="0" dirty="0"/>
              <a:t> speaker note on </a:t>
            </a:r>
            <a:r>
              <a:rPr lang="en-US" baseline="0"/>
              <a:t>this slide too.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90003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96112" y="2029968"/>
            <a:ext cx="6766560" cy="1691640"/>
          </a:xfrm>
        </p:spPr>
        <p:txBody>
          <a:bodyPr/>
          <a:lstStyle>
            <a:lvl1pPr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3931920"/>
            <a:ext cx="6766560" cy="1188720"/>
          </a:xfrm>
        </p:spPr>
        <p:txBody>
          <a:bodyPr/>
          <a:lstStyle>
            <a:lvl1pPr marL="0" indent="0" algn="l">
              <a:buNone/>
              <a:defRPr sz="3000">
                <a:solidFill>
                  <a:srgbClr val="F3F6F9"/>
                </a:solidFill>
                <a:latin typeface="+mn-lt"/>
                <a:ea typeface="+mn-ea"/>
                <a:cs typeface="+mn-cs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20" name="PPT7-CBAR"/>
          <p:cNvSpPr/>
          <p:nvPr/>
        </p:nvSpPr>
        <p:spPr>
          <a:xfrm>
            <a:off x="914400" y="1773936"/>
            <a:ext cx="1371600" cy="7772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/>
          <a:lstStyle/>
          <a:p/>
        </p:txBody>
      </p:sp>
      <p:sp>
        <p:nvSpPr>
          <p:cNvPr id="921" name="PPT7-RING1"/>
          <p:cNvSpPr/>
          <p:nvPr/>
        </p:nvSpPr>
        <p:spPr>
          <a:xfrm>
            <a:off x="8732520" y="1051560"/>
            <a:ext cx="4206240" cy="4206240"/>
          </a:xfrm>
          <a:prstGeom prst="ellipse">
            <a:avLst/>
          </a:prstGeom>
          <a:noFill/>
          <a:ln w="20320" cap="flat" cmpd="sng" algn="ctr">
            <a:solidFill>
              <a:srgbClr val="78C8F5">
                <a:alpha val="20000"/>
              </a:srgbClr>
            </a:solidFill>
            <a:round/>
          </a:ln>
        </p:spPr>
        <p:txBody>
          <a:bodyPr/>
          <a:lstStyle/>
          <a:p/>
        </p:txBody>
      </p:sp>
      <p:sp>
        <p:nvSpPr>
          <p:cNvPr id="922" name="PPT7-RING2"/>
          <p:cNvSpPr/>
          <p:nvPr/>
        </p:nvSpPr>
        <p:spPr>
          <a:xfrm>
            <a:off x="9829800" y="3977639"/>
            <a:ext cx="3108960" cy="3108960"/>
          </a:xfrm>
          <a:prstGeom prst="ellipse">
            <a:avLst/>
          </a:prstGeom>
          <a:noFill/>
          <a:ln w="15240" cap="flat" cmpd="sng" algn="ctr">
            <a:solidFill>
              <a:srgbClr val="FFD166">
                <a:alpha val="16000"/>
              </a:srgbClr>
            </a:solidFill>
            <a:round/>
          </a:ln>
        </p:spPr>
        <p:txBody>
          <a:bodyPr/>
          <a:lstStyle/>
          <a:p/>
        </p:txBody>
      </p:sp>
      <p:sp>
        <p:nvSpPr>
          <p:cNvPr id="923" name="PPT7-INFO"/>
          <p:cNvSpPr txBox="1"/>
          <p:nvPr/>
        </p:nvSpPr>
        <p:spPr>
          <a:xfrm>
            <a:off x="914400" y="5321808"/>
            <a:ext cx="859536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r>
              <a:rPr lang="zh-CN" sz="2400" b="0" dirty="0">
                <a:solidFill>
                  <a:srgbClr val="8296A5"/>
                </a:solidFill>
                <a:latin typeface="Microsoft YaHei"/>
                <a:ea typeface="Microsoft YaHei"/>
                <a:cs typeface="Microsoft YaHei"/>
              </a:rPr>
              <a:t>《R 语言与数据可视化》　大数据专业　2 课时（90 分钟）</a:t>
            </a:r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>
            <a:lvl1pPr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66928" y="1463040"/>
            <a:ext cx="11055096" cy="5138928"/>
          </a:xfrm>
        </p:spPr>
        <p:txBody>
          <a:bodyPr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51560" y="2761488"/>
            <a:ext cx="10058400" cy="1325880"/>
          </a:xfrm>
        </p:spPr>
        <p:txBody>
          <a:bodyPr anchor="t"/>
          <a:lstStyle>
            <a:lvl1pPr algn="l">
              <a:defRPr sz="3400" b="1" cap="all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51560" y="4114800"/>
            <a:ext cx="10058400" cy="868680"/>
          </a:xfrm>
        </p:spPr>
        <p:txBody>
          <a:bodyPr anchor="b"/>
          <a:lstStyle>
            <a:lvl1pPr marL="0" indent="0" algn="l">
              <a:buNone/>
              <a:defRPr sz="3000">
                <a:solidFill>
                  <a:srgbClr val="B8C3CE"/>
                </a:solidFill>
                <a:latin typeface="+mn-lt"/>
                <a:ea typeface="+mn-ea"/>
                <a:cs typeface="+mn-cs"/>
              </a:defRPr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30" name="PPT7-SECBAR"/>
          <p:cNvSpPr/>
          <p:nvPr/>
        </p:nvSpPr>
        <p:spPr>
          <a:xfrm>
            <a:off x="1078992" y="2450592"/>
            <a:ext cx="1371600" cy="77724"/>
          </a:xfrm>
          <a:prstGeom prst="rect">
            <a:avLst/>
          </a:prstGeom>
          <a:solidFill>
            <a:srgbClr val="FFD166"/>
          </a:solidFill>
          <a:ln>
            <a:noFill/>
          </a:ln>
        </p:spPr>
        <p:txBody>
          <a:bodyPr/>
          <a:lstStyle/>
          <a:p/>
        </p:txBody>
      </p:sp>
      <p:sp>
        <p:nvSpPr>
          <p:cNvPr id="931" name="PPT7-SRING"/>
          <p:cNvSpPr/>
          <p:nvPr/>
        </p:nvSpPr>
        <p:spPr>
          <a:xfrm>
            <a:off x="9326880" y="2377440"/>
            <a:ext cx="3931920" cy="3931920"/>
          </a:xfrm>
          <a:prstGeom prst="ellipse">
            <a:avLst/>
          </a:prstGeom>
          <a:noFill/>
          <a:ln w="19050" cap="flat" cmpd="sng" algn="ctr">
            <a:solidFill>
              <a:srgbClr val="78C8F5">
                <a:alpha val="14000"/>
              </a:srgbClr>
            </a:solidFill>
            <a:round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>
            <a:lvl1pPr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66928" y="1463040"/>
            <a:ext cx="5340096" cy="5138928"/>
          </a:xfrm>
        </p:spPr>
        <p:txBody>
          <a:bodyPr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81928" y="1463040"/>
            <a:ext cx="5340096" cy="5138928"/>
          </a:xfrm>
        </p:spPr>
        <p:txBody>
          <a:bodyPr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>
            <a:lvl1pPr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6928" y="1463040"/>
            <a:ext cx="5340096" cy="60350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342900" indent="0">
              <a:buNone/>
              <a:defRPr sz="2800" b="1"/>
            </a:lvl2pPr>
            <a:lvl3pPr marL="685800" indent="0">
              <a:buNone/>
              <a:defRPr sz="2800" b="1"/>
            </a:lvl3pPr>
            <a:lvl4pPr marL="1028700" indent="0">
              <a:buNone/>
              <a:defRPr sz="2800" b="1"/>
            </a:lvl4pPr>
            <a:lvl5pPr marL="1371600" indent="0">
              <a:buNone/>
              <a:defRPr sz="2800" b="1"/>
            </a:lvl5pPr>
            <a:lvl6pPr marL="1714500" indent="0">
              <a:buNone/>
              <a:defRPr sz="2800" b="1"/>
            </a:lvl6pPr>
            <a:lvl7pPr marL="2057400" indent="0">
              <a:buNone/>
              <a:defRPr sz="2800" b="1"/>
            </a:lvl7pPr>
            <a:lvl8pPr marL="2400300" indent="0">
              <a:buNone/>
              <a:defRPr sz="2800" b="1"/>
            </a:lvl8pPr>
            <a:lvl9pPr marL="2743200" indent="0">
              <a:buNone/>
              <a:defRPr sz="2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6928" y="2103120"/>
            <a:ext cx="5340096" cy="4498848"/>
          </a:xfrm>
        </p:spPr>
        <p:txBody>
          <a:bodyPr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81928" y="1463040"/>
            <a:ext cx="5340096" cy="603504"/>
          </a:xfrm>
        </p:spPr>
        <p:txBody>
          <a:bodyPr anchor="b"/>
          <a:lstStyle>
            <a:lvl1pPr marL="0" indent="0">
              <a:buNone/>
              <a:defRPr sz="3000" b="1"/>
            </a:lvl1pPr>
            <a:lvl2pPr marL="342900" indent="0">
              <a:buNone/>
              <a:defRPr sz="2800" b="1"/>
            </a:lvl2pPr>
            <a:lvl3pPr marL="685800" indent="0">
              <a:buNone/>
              <a:defRPr sz="2800" b="1"/>
            </a:lvl3pPr>
            <a:lvl4pPr marL="1028700" indent="0">
              <a:buNone/>
              <a:defRPr sz="2800" b="1"/>
            </a:lvl4pPr>
            <a:lvl5pPr marL="1371600" indent="0">
              <a:buNone/>
              <a:defRPr sz="2800" b="1"/>
            </a:lvl5pPr>
            <a:lvl6pPr marL="1714500" indent="0">
              <a:buNone/>
              <a:defRPr sz="2800" b="1"/>
            </a:lvl6pPr>
            <a:lvl7pPr marL="2057400" indent="0">
              <a:buNone/>
              <a:defRPr sz="2800" b="1"/>
            </a:lvl7pPr>
            <a:lvl8pPr marL="2400300" indent="0">
              <a:buNone/>
              <a:defRPr sz="2800" b="1"/>
            </a:lvl8pPr>
            <a:lvl9pPr marL="2743200" indent="0">
              <a:buNone/>
              <a:defRPr sz="2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81928" y="2103120"/>
            <a:ext cx="5340096" cy="4498848"/>
          </a:xfrm>
        </p:spPr>
        <p:txBody>
          <a:bodyPr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/>
          <a:lstStyle>
            <a:lvl1pPr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 anchor="b"/>
          <a:lstStyle>
            <a:lvl1pPr algn="l"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1928" y="1463040"/>
            <a:ext cx="5340096" cy="5138928"/>
          </a:xfrm>
        </p:spPr>
        <p:txBody>
          <a:bodyPr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928" y="1463040"/>
            <a:ext cx="5340096" cy="5138928"/>
          </a:xfrm>
        </p:spPr>
        <p:txBody>
          <a:bodyPr/>
          <a:lstStyle>
            <a:lvl1pPr marL="0" indent="0">
              <a:buNone/>
              <a:defRPr sz="3000"/>
            </a:lvl1pPr>
            <a:lvl2pPr marL="342900" indent="0">
              <a:buNone/>
              <a:defRPr sz="2800"/>
            </a:lvl2pPr>
            <a:lvl3pPr marL="685800" indent="0">
              <a:buNone/>
              <a:defRPr sz="2800"/>
            </a:lvl3pPr>
            <a:lvl4pPr marL="1028700" indent="0">
              <a:buNone/>
              <a:defRPr sz="2800"/>
            </a:lvl4pPr>
            <a:lvl5pPr marL="1371600" indent="0">
              <a:buNone/>
              <a:defRPr sz="2800"/>
            </a:lvl5pPr>
            <a:lvl6pPr marL="1714500" indent="0">
              <a:buNone/>
              <a:defRPr sz="2800"/>
            </a:lvl6pPr>
            <a:lvl7pPr marL="2057400" indent="0">
              <a:buNone/>
              <a:defRPr sz="2800"/>
            </a:lvl7pPr>
            <a:lvl8pPr marL="2400300" indent="0">
              <a:buNone/>
              <a:defRPr sz="2800"/>
            </a:lvl8pPr>
            <a:lvl9pPr marL="2743200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928" y="768096"/>
            <a:ext cx="11055096" cy="640080"/>
          </a:xfrm>
        </p:spPr>
        <p:txBody>
          <a:bodyPr anchor="b"/>
          <a:lstStyle>
            <a:lvl1pPr algn="l"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66928" y="1463040"/>
            <a:ext cx="11055096" cy="4160520"/>
          </a:xfrm>
        </p:spPr>
        <p:txBody>
          <a:bodyPr/>
          <a:lstStyle>
            <a:lvl1pPr marL="0" indent="0">
              <a:buNone/>
              <a:defRPr sz="3000"/>
            </a:lvl1pPr>
            <a:lvl2pPr marL="342900" indent="0">
              <a:buNone/>
              <a:defRPr sz="2800"/>
            </a:lvl2pPr>
            <a:lvl3pPr marL="685800" indent="0">
              <a:buNone/>
              <a:defRPr sz="2800"/>
            </a:lvl3pPr>
            <a:lvl4pPr marL="1028700" indent="0">
              <a:buNone/>
              <a:defRPr sz="2800"/>
            </a:lvl4pPr>
            <a:lvl5pPr marL="1371600" indent="0">
              <a:buNone/>
              <a:defRPr sz="2800"/>
            </a:lvl5pPr>
            <a:lvl6pPr marL="1714500" indent="0">
              <a:buNone/>
              <a:defRPr sz="2800"/>
            </a:lvl6pPr>
            <a:lvl7pPr marL="2057400" indent="0">
              <a:buNone/>
              <a:defRPr sz="2800"/>
            </a:lvl7pPr>
            <a:lvl8pPr marL="2400300" indent="0">
              <a:buNone/>
              <a:defRPr sz="2800"/>
            </a:lvl8pPr>
            <a:lvl9pPr marL="2743200" indent="0">
              <a:buNone/>
              <a:defRPr sz="28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66928" y="5760720"/>
            <a:ext cx="11055096" cy="731520"/>
          </a:xfrm>
        </p:spPr>
        <p:txBody>
          <a:bodyPr/>
          <a:lstStyle>
            <a:lvl1pPr marL="0" indent="0">
              <a:buNone/>
              <a:defRPr sz="3000"/>
            </a:lvl1pPr>
            <a:lvl2pPr marL="342900" indent="0">
              <a:buNone/>
              <a:defRPr sz="2800"/>
            </a:lvl2pPr>
            <a:lvl3pPr marL="685800" indent="0">
              <a:buNone/>
              <a:defRPr sz="2800"/>
            </a:lvl3pPr>
            <a:lvl4pPr marL="1028700" indent="0">
              <a:buNone/>
              <a:defRPr sz="2800"/>
            </a:lvl4pPr>
            <a:lvl5pPr marL="1371600" indent="0">
              <a:buNone/>
              <a:defRPr sz="2800"/>
            </a:lvl5pPr>
            <a:lvl6pPr marL="1714500" indent="0">
              <a:buNone/>
              <a:defRPr sz="2800"/>
            </a:lvl6pPr>
            <a:lvl7pPr marL="2057400" indent="0">
              <a:buNone/>
              <a:defRPr sz="2800"/>
            </a:lvl7pPr>
            <a:lvl8pPr marL="2400300" indent="0">
              <a:buNone/>
              <a:defRPr sz="2800"/>
            </a:lvl8pPr>
            <a:lvl9pPr marL="2743200" indent="0">
              <a:buNone/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800" y="366184"/>
            <a:ext cx="14630400" cy="1524000"/>
          </a:xfrm>
        </p:spPr>
        <p:txBody>
          <a:bodyPr/>
          <a:lstStyle>
            <a:lvl1pPr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133601"/>
            <a:ext cx="14630400" cy="6034616"/>
          </a:xfrm>
        </p:spPr>
        <p:txBody>
          <a:bodyPr vert="eaVert"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>
            <a:lvl1pPr>
              <a:defRPr sz="3400" b="1"/>
            </a:lvl1pPr>
            <a:lvl2pPr>
              <a:defRPr sz="3400" b="1"/>
            </a:lvl2pPr>
            <a:lvl3pPr>
              <a:defRPr sz="3400" b="1"/>
            </a:lvl3pPr>
            <a:lvl4pPr>
              <a:defRPr sz="3400" b="1"/>
            </a:lvl4pPr>
            <a:lvl5pPr>
              <a:defRPr sz="3400" b="1"/>
            </a:lvl5pPr>
            <a:lvl6pPr>
              <a:defRPr sz="3400" b="1"/>
            </a:lvl6pPr>
            <a:lvl7pPr>
              <a:defRPr sz="3400" b="1"/>
            </a:lvl7pPr>
            <a:lvl8pPr>
              <a:defRPr sz="3400" b="1"/>
            </a:lvl8pPr>
            <a:lvl9pPr>
              <a:defRPr sz="3400" b="1"/>
            </a:lvl9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>
            <a:lvl1pPr>
              <a:defRPr sz="3000"/>
            </a:lvl1pPr>
            <a:lvl2pPr>
              <a:defRPr sz="2800"/>
            </a:lvl2pPr>
            <a:lvl3pPr>
              <a:defRPr sz="280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800" y="8475133"/>
            <a:ext cx="3793066" cy="486833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4133" y="8475133"/>
            <a:ext cx="5147733" cy="486833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50133" y="8475133"/>
            <a:ext cx="3793066" cy="486833"/>
          </a:xfrm>
        </p:spPr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0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  <p:sp>
        <p:nvSpPr>
          <p:cNvPr id="910" name="PPT7-NAV"/>
          <p:cNvSpPr txBox="1"/>
          <p:nvPr/>
        </p:nvSpPr>
        <p:spPr>
          <a:xfrm>
            <a:off x="2926080" y="128016"/>
            <a:ext cx="8695944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r"/>
            <a:r>
              <a:rPr lang="zh-CN" sz="2400" b="0" dirty="0">
                <a:solidFill>
                  <a:srgbClr val="8296A5"/>
                </a:solidFill>
                <a:latin typeface="Microsoft YaHei"/>
                <a:ea typeface="Microsoft YaHei"/>
                <a:cs typeface="Microsoft YaHei"/>
              </a:rPr>
              <a:t>项目背景　·　新知探究　·　项目任务　·　项目总结</a:t>
            </a:r>
          </a:p>
        </p:txBody>
      </p:sp>
      <p:sp>
        <p:nvSpPr>
          <p:cNvPr id="911" name="PPT7-PAGE"/>
          <p:cNvSpPr txBox="1"/>
          <p:nvPr/>
        </p:nvSpPr>
        <p:spPr>
          <a:xfrm>
            <a:off x="566928" y="128016"/>
            <a:ext cx="1463040" cy="457200"/>
          </a:xfrm>
          <a:prstGeom prst="rect">
            <a:avLst/>
          </a:prstGeom>
          <a:noFill/>
        </p:spPr>
        <p:txBody>
          <a:bodyPr wrap="square" lIns="0" tIns="0" rIns="0" bIns="0">
            <a:noAutofit/>
          </a:bodyPr>
          <a:lstStyle/>
          <a:p>
            <a:pPr algn="l"/>
            <a:fld id="{7A2F1B90-3C41-4E2A-9E77-2B5D0A1C4E01}" type="slidenum">
              <a:rPr lang="zh-CN" sz="2400" b="0">
                <a:solidFill>
                  <a:srgbClr val="8296A5"/>
                </a:solidFill>
                <a:latin typeface="Microsoft YaHei"/>
                <a:ea typeface="Microsoft YaHei"/>
              </a:rPr>
              <a:t>1</a:t>
            </a:fld>
          </a:p>
        </p:txBody>
      </p:sp>
      <p:sp>
        <p:nvSpPr>
          <p:cNvPr id="912" name="PPT7-LINE"/>
          <p:cNvSpPr/>
          <p:nvPr/>
        </p:nvSpPr>
        <p:spPr>
          <a:xfrm>
            <a:off x="566928" y="676656"/>
            <a:ext cx="11055096" cy="12801"/>
          </a:xfrm>
          <a:prstGeom prst="rect">
            <a:avLst/>
          </a:prstGeom>
          <a:solidFill>
            <a:srgbClr val="2C4256">
              <a:alpha val="70000"/>
            </a:srgbClr>
          </a:solidFill>
          <a:ln>
            <a:noFill/>
          </a:ln>
        </p:spPr>
        <p:txBody>
          <a:bodyPr/>
          <a:lstStyle/>
          <a:p/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342900" rtl="0" eaLnBrk="1" latinLnBrk="0" hangingPunct="1">
        <a:spcBef>
          <a:spcPct val="0"/>
        </a:spcBef>
        <a:buNone/>
        <a:defRPr sz="3400" b="1" kern="1200">
          <a:solidFill>
            <a:srgbClr val="78C8F5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lnSpc>
          <a:spcPct val="95000"/>
        </a:lnSpc>
        <a:spcBef>
          <a:spcPct val="12000"/>
        </a:spcBef>
        <a:buFont typeface="Arial"/>
        <a:buChar char="•"/>
        <a:defRPr sz="3000" kern="1200">
          <a:solidFill>
            <a:srgbClr val="F3F6F9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lnSpc>
          <a:spcPct val="95000"/>
        </a:lnSpc>
        <a:spcBef>
          <a:spcPct val="12000"/>
        </a:spcBef>
        <a:buFont typeface="Arial"/>
        <a:buChar char="‒"/>
        <a:defRPr sz="2800" kern="1200">
          <a:solidFill>
            <a:srgbClr val="F3F6F9"/>
          </a:solidFill>
          <a:latin typeface="+mn-lt"/>
          <a:ea typeface="+mn-ea"/>
          <a:cs typeface="+mn-cs"/>
        </a:defRPr>
      </a:lvl2pPr>
      <a:lvl3pPr marL="685800" indent="-342900" algn="l" defTabSz="342900" rtl="0" eaLnBrk="1" latinLnBrk="0" hangingPunct="1">
        <a:lnSpc>
          <a:spcPct val="95000"/>
        </a:lnSpc>
        <a:spcBef>
          <a:spcPct val="12000"/>
        </a:spcBef>
        <a:buFont typeface="Arial"/>
        <a:buChar char="•"/>
        <a:defRPr sz="2800" kern="1200">
          <a:solidFill>
            <a:srgbClr val="F3F6F9"/>
          </a:solidFill>
          <a:latin typeface="+mn-lt"/>
          <a:ea typeface="+mn-ea"/>
          <a:cs typeface="+mn-cs"/>
        </a:defRPr>
      </a:lvl3pPr>
      <a:lvl4pPr marL="1028700" indent="-342900" algn="l" defTabSz="342900" rtl="0" eaLnBrk="1" latinLnBrk="0" hangingPunct="1">
        <a:lnSpc>
          <a:spcPct val="95000"/>
        </a:lnSpc>
        <a:spcBef>
          <a:spcPct val="12000"/>
        </a:spcBef>
        <a:buFont typeface="Arial"/>
        <a:buChar char="•"/>
        <a:defRPr sz="2800" kern="1200">
          <a:solidFill>
            <a:srgbClr val="F3F6F9"/>
          </a:solidFill>
          <a:latin typeface="+mn-lt"/>
          <a:ea typeface="+mn-ea"/>
          <a:cs typeface="+mn-cs"/>
        </a:defRPr>
      </a:lvl4pPr>
      <a:lvl5pPr marL="1371600" indent="-342900" algn="l" defTabSz="342900" rtl="0" eaLnBrk="1" latinLnBrk="0" hangingPunct="1">
        <a:lnSpc>
          <a:spcPct val="95000"/>
        </a:lnSpc>
        <a:spcBef>
          <a:spcPct val="12000"/>
        </a:spcBef>
        <a:buFont typeface="Arial"/>
        <a:buChar char="•"/>
        <a:defRPr sz="2800" kern="1200">
          <a:solidFill>
            <a:srgbClr val="F3F6F9"/>
          </a:solidFill>
          <a:latin typeface="+mn-lt"/>
          <a:ea typeface="+mn-ea"/>
          <a:cs typeface="+mn-cs"/>
        </a:defRPr>
      </a:lvl5pPr>
      <a:lvl6pPr marL="1714500" indent="-342900" algn="l" defTabSz="342900" rtl="0" eaLnBrk="1" latinLnBrk="0" hangingPunct="1">
        <a:lnSpc>
          <a:spcPct val="95000"/>
        </a:lnSpc>
        <a:spcBef>
          <a:spcPct val="12000"/>
        </a:spcBef>
        <a:buFont typeface="Arial"/>
        <a:buChar char="•"/>
        <a:defRPr sz="2800" kern="1200">
          <a:solidFill>
            <a:srgbClr val="F3F6F9"/>
          </a:solidFill>
          <a:latin typeface="+mn-lt"/>
          <a:ea typeface="+mn-ea"/>
          <a:cs typeface="+mn-cs"/>
        </a:defRPr>
      </a:lvl6pPr>
      <a:lvl7pPr marL="2057400" indent="-342900" algn="l" defTabSz="342900" rtl="0" eaLnBrk="1" latinLnBrk="0" hangingPunct="1">
        <a:lnSpc>
          <a:spcPct val="95000"/>
        </a:lnSpc>
        <a:spcBef>
          <a:spcPct val="12000"/>
        </a:spcBef>
        <a:buFont typeface="Arial"/>
        <a:buChar char="•"/>
        <a:defRPr sz="2800" kern="1200">
          <a:solidFill>
            <a:srgbClr val="F3F6F9"/>
          </a:solidFill>
          <a:latin typeface="+mn-lt"/>
          <a:ea typeface="+mn-ea"/>
          <a:cs typeface="+mn-cs"/>
        </a:defRPr>
      </a:lvl7pPr>
      <a:lvl8pPr marL="2400300" indent="-342900" algn="l" defTabSz="342900" rtl="0" eaLnBrk="1" latinLnBrk="0" hangingPunct="1">
        <a:lnSpc>
          <a:spcPct val="95000"/>
        </a:lnSpc>
        <a:spcBef>
          <a:spcPct val="12000"/>
        </a:spcBef>
        <a:buFont typeface="Arial"/>
        <a:buChar char="•"/>
        <a:defRPr sz="2800" kern="1200">
          <a:solidFill>
            <a:srgbClr val="F3F6F9"/>
          </a:solidFill>
          <a:latin typeface="+mn-lt"/>
          <a:ea typeface="+mn-ea"/>
          <a:cs typeface="+mn-cs"/>
        </a:defRPr>
      </a:lvl8pPr>
      <a:lvl9pPr marL="2743200" indent="-342900" algn="l" defTabSz="342900" rtl="0" eaLnBrk="1" latinLnBrk="0" hangingPunct="1">
        <a:lnSpc>
          <a:spcPct val="95000"/>
        </a:lnSpc>
        <a:spcBef>
          <a:spcPct val="12000"/>
        </a:spcBef>
        <a:buFont typeface="Arial"/>
        <a:buChar char="•"/>
        <a:defRPr sz="2800" kern="1200">
          <a:solidFill>
            <a:srgbClr val="F3F6F9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2800" kern="1200">
          <a:solidFill>
            <a:srgbClr val="243039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2800" kern="1200">
          <a:solidFill>
            <a:srgbClr val="243039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2800" kern="1200">
          <a:solidFill>
            <a:srgbClr val="243039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2800" kern="1200">
          <a:solidFill>
            <a:srgbClr val="243039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2800" kern="1200">
          <a:solidFill>
            <a:srgbClr val="243039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2800" kern="1200">
          <a:solidFill>
            <a:srgbClr val="243039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2800" kern="1200">
          <a:solidFill>
            <a:srgbClr val="243039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2800" kern="1200">
          <a:solidFill>
            <a:srgbClr val="243039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2800" kern="1200">
          <a:solidFill>
            <a:srgbClr val="243039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Presentation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Presentation Subtitle</a:t>
            </a:r>
          </a:p>
        </p:txBody>
      </p:sp>
    </p:spTree>
    <p:extLst>
      <p:ext uri="{BB962C8B-B14F-4D97-AF65-F5344CB8AC3E}">
        <p14:creationId xmlns:p14="http://schemas.microsoft.com/office/powerpoint/2010/main" val="3926690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Hello</a:t>
            </a:r>
            <a:r>
              <a:rPr lang="en-US"/>
              <a:t>, world.</a:t>
            </a:r>
          </a:p>
        </p:txBody>
      </p:sp>
    </p:spTree>
    <p:extLst>
      <p:ext uri="{BB962C8B-B14F-4D97-AF65-F5344CB8AC3E}">
        <p14:creationId xmlns:p14="http://schemas.microsoft.com/office/powerpoint/2010/main" val="5727074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Section header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</p:sp>
    </p:spTree>
    <p:extLst>
      <p:ext uri="{BB962C8B-B14F-4D97-AF65-F5344CB8AC3E}">
        <p14:creationId xmlns:p14="http://schemas.microsoft.com/office/powerpoint/2010/main" val="39967815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Slide Title for Two-Content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Some content on </a:t>
            </a:r>
            <a:r>
              <a:rPr lang="en-US"/>
              <a:t>the left.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Some content on the right.</a:t>
            </a:r>
          </a:p>
        </p:txBody>
      </p:sp>
    </p:spTree>
    <p:extLst>
      <p:ext uri="{BB962C8B-B14F-4D97-AF65-F5344CB8AC3E}">
        <p14:creationId xmlns:p14="http://schemas.microsoft.com/office/powerpoint/2010/main" val="13246211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ourseDark">
      <a:dk1>
        <a:srgbClr val="243039"/>
      </a:dk1>
      <a:lt1>
        <a:srgbClr val="101820"/>
      </a:lt1>
      <a:dk2>
        <a:srgbClr val="1F5F85"/>
      </a:dk2>
      <a:lt2>
        <a:srgbClr val="16222C"/>
      </a:lt2>
      <a:accent1>
        <a:srgbClr val="78C8F5"/>
      </a:accent1>
      <a:accent2>
        <a:srgbClr val="FFD166"/>
      </a:accent2>
      <a:accent3>
        <a:srgbClr val="67D6B4"/>
      </a:accent3>
      <a:accent4>
        <a:srgbClr val="FF9F87"/>
      </a:accent4>
      <a:accent5>
        <a:srgbClr val="B8C3CE"/>
      </a:accent5>
      <a:accent6>
        <a:srgbClr val="1F5F85"/>
      </a:accent6>
      <a:hlink>
        <a:srgbClr val="78C8F5"/>
      </a:hlink>
      <a:folHlink>
        <a:srgbClr val="B8C3CE"/>
      </a:folHlink>
    </a:clrScheme>
    <a:fontScheme name="Office">
      <a:maj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Jesse Rosenthal</dc:creator>
  <cp:lastModifiedBy>Jesse Rosenthal</cp:lastModifiedBy>
  <cp:revision>5</cp:revision>
  <dcterms:created xsi:type="dcterms:W3CDTF">2017-06-05T14:10:58Z</dcterms:created>
  <dcterms:modified xsi:type="dcterms:W3CDTF">2022-01-02T22:49:03Z</dcterms:modified>
</cp:coreProperties>
</file>