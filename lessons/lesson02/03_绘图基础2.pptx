
<file path=[Content_Types].xml><?xml version="1.0" encoding="utf-8"?>
<Types xmlns="http://schemas.openxmlformats.org/package/2006/content-types">
  <Default Extension="emf" ContentType="image/x-emf"/>
  <Default Extension="png" ContentType="image/png"/>
  <Default Extension="wdp" ContentType="image/vnd.ms-photo"/>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13.svg" ContentType="image/svg+xml"/>
  <Override PartName="/ppt/media/image15.svg" ContentType="image/svg+xml"/>
  <Override PartName="/ppt/media/image5.svg" ContentType="image/svg+xml"/>
  <Override PartName="/ppt/media/image50.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723" r:id="rId3"/>
    <p:sldMasterId id="2147483725" r:id="rId4"/>
  </p:sldMasterIdLst>
  <p:notesMasterIdLst>
    <p:notesMasterId r:id="rId6"/>
  </p:notesMasterIdLst>
  <p:sldIdLst>
    <p:sldId id="340" r:id="rId5"/>
    <p:sldId id="369" r:id="rId7"/>
    <p:sldId id="370" r:id="rId8"/>
    <p:sldId id="371" r:id="rId9"/>
    <p:sldId id="342" r:id="rId10"/>
    <p:sldId id="343" r:id="rId11"/>
    <p:sldId id="363" r:id="rId12"/>
    <p:sldId id="344" r:id="rId13"/>
    <p:sldId id="367" r:id="rId14"/>
    <p:sldId id="302" r:id="rId15"/>
    <p:sldId id="346" r:id="rId16"/>
    <p:sldId id="265" r:id="rId17"/>
    <p:sldId id="349" r:id="rId18"/>
    <p:sldId id="266" r:id="rId19"/>
    <p:sldId id="351" r:id="rId20"/>
    <p:sldId id="268" r:id="rId21"/>
    <p:sldId id="269" r:id="rId22"/>
    <p:sldId id="314" r:id="rId23"/>
    <p:sldId id="313" r:id="rId24"/>
    <p:sldId id="353" r:id="rId25"/>
    <p:sldId id="368" r:id="rId26"/>
    <p:sldId id="362" r:id="rId27"/>
    <p:sldId id="364" r:id="rId28"/>
    <p:sldId id="355" r:id="rId29"/>
    <p:sldId id="360" r:id="rId30"/>
    <p:sldId id="357" r:id="rId31"/>
    <p:sldId id="358" r:id="rId32"/>
  </p:sldIdLst>
  <p:sldSz cx="14630400" cy="8229600"/>
  <p:notesSz cx="8229600" cy="146304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76" userDrawn="1">
          <p15:clr>
            <a:srgbClr val="A4A3A4"/>
          </p15:clr>
        </p15:guide>
        <p15:guide id="3" pos="1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18CAC"/>
    <a:srgbClr val="595959"/>
    <a:srgbClr val="F0A222"/>
    <a:srgbClr val="191818"/>
    <a:srgbClr val="EDE6DE"/>
    <a:srgbClr val="EDE4DA"/>
    <a:srgbClr val="EEE6DD"/>
    <a:srgbClr val="FCFCF8"/>
    <a:srgbClr val="FCFCFC"/>
    <a:srgbClr val="F6C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1910EA-D7B3-4EAE-AB65-85D819A7C48C}" styleName="表样式 1 14">
    <a:wholeTbl>
      <a:tcTxStyle>
        <a:fontRef idx="none">
          <a:srgbClr val="000000"/>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21"/>
    <p:restoredTop sz="94423" autoAdjust="0"/>
  </p:normalViewPr>
  <p:slideViewPr>
    <p:cSldViewPr snapToObjects="1" showGuides="1">
      <p:cViewPr varScale="1">
        <p:scale>
          <a:sx n="141" d="100"/>
          <a:sy n="141" d="100"/>
        </p:scale>
        <p:origin x="384" y="200"/>
      </p:cViewPr>
      <p:guideLst>
        <p:guide orient="horz" pos="2976"/>
        <p:guide pos="1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7" Type="http://schemas.openxmlformats.org/officeDocument/2006/relationships/tags" Target="tags/tag87.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19</a:t>
            </a:r>
            <a:r>
              <a:rPr kumimoji="1" lang="zh-CN" altLang="en-US"/>
              <a:t>世纪</a:t>
            </a:r>
            <a:r>
              <a:rPr kumimoji="1" lang="en-US" altLang="zh-CN"/>
              <a:t>50</a:t>
            </a:r>
            <a:r>
              <a:rPr kumimoji="1" lang="zh-CN" altLang="en-US"/>
              <a:t>年代，英国、法国、土耳其和俄国进行了克里米亚战争。南丁格尔主动申请，自愿担任战地护士。当时的医院卫生条件极差，伤士死亡率高达</a:t>
            </a:r>
            <a:r>
              <a:rPr kumimoji="1" lang="en-US" altLang="zh-CN"/>
              <a:t>42%</a:t>
            </a:r>
            <a:r>
              <a:rPr kumimoji="1" lang="zh-CN" altLang="en-US"/>
              <a:t>，</a:t>
            </a:r>
            <a:endParaRPr kumimoji="1" lang="zh-CN" altLang="en-US"/>
          </a:p>
        </p:txBody>
      </p:sp>
      <p:sp>
        <p:nvSpPr>
          <p:cNvPr id="4" name="灯片编号占位符 3"/>
          <p:cNvSpPr>
            <a:spLocks noGrp="1"/>
          </p:cNvSpPr>
          <p:nvPr>
            <p:ph type="sldNum" sz="quarter" idx="5"/>
          </p:nvPr>
        </p:nvSpPr>
        <p:spPr/>
        <p:txBody>
          <a:bodyPr/>
          <a:lstStyle/>
          <a:p>
            <a:fld id="{CE5E9CC1-C706-0F49-92D6-E571CC5EEA8F}"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36525" algn="l" rtl="0" eaLnBrk="0">
              <a:lnSpc>
                <a:spcPct val="79000"/>
              </a:lnSpc>
              <a:spcBef>
                <a:spcPts val="905"/>
              </a:spcBef>
              <a:tabLst>
                <a:tab pos="331470" algn="l"/>
              </a:tabLst>
            </a:pPr>
            <a:r>
              <a:rPr lang="en-US" altLang="zh-CN"/>
              <a:t>**</a:t>
            </a:r>
            <a:r>
              <a:rPr lang="zh-CN" altLang="en-US"/>
              <a:t>但南丁格尔通过数据发现了一个震撼的事实：大部分士兵并非死于战伤，而是死于可预防的疾病！</a:t>
            </a:r>
            <a:r>
              <a:rPr lang="en-US" altLang="zh-CN"/>
              <a:t>**</a:t>
            </a:r>
            <a:endParaRPr lang="en-US" altLang="zh-CN"/>
          </a:p>
          <a:p>
            <a:pPr marL="136525" algn="l" rtl="0" eaLnBrk="0">
              <a:lnSpc>
                <a:spcPct val="79000"/>
              </a:lnSpc>
              <a:spcBef>
                <a:spcPts val="905"/>
              </a:spcBef>
              <a:tabLst>
                <a:tab pos="331470" algn="l"/>
              </a:tabLst>
            </a:pPr>
            <a:endParaRPr lang="en-US" altLang="zh-CN"/>
          </a:p>
          <a:p>
            <a:pPr marL="136525" algn="l" rtl="0" eaLnBrk="0">
              <a:lnSpc>
                <a:spcPct val="79000"/>
              </a:lnSpc>
              <a:spcBef>
                <a:spcPts val="905"/>
              </a:spcBef>
              <a:tabLst>
                <a:tab pos="331470" algn="l"/>
              </a:tabLst>
            </a:pPr>
            <a:r>
              <a:rPr lang="en-US" altLang="zh-CN"/>
              <a:t>- </a:t>
            </a:r>
            <a:r>
              <a:rPr lang="zh-CN" altLang="en-US"/>
              <a:t>战斗死亡：约</a:t>
            </a:r>
            <a:r>
              <a:rPr lang="en-US" altLang="zh-CN"/>
              <a:t>4,000</a:t>
            </a:r>
            <a:r>
              <a:rPr lang="zh-CN" altLang="en-US"/>
              <a:t>人</a:t>
            </a:r>
            <a:endParaRPr lang="zh-CN" altLang="en-US"/>
          </a:p>
          <a:p>
            <a:pPr marL="136525" algn="l" rtl="0" eaLnBrk="0">
              <a:lnSpc>
                <a:spcPct val="79000"/>
              </a:lnSpc>
              <a:spcBef>
                <a:spcPts val="905"/>
              </a:spcBef>
              <a:tabLst>
                <a:tab pos="331470" algn="l"/>
              </a:tabLst>
            </a:pPr>
            <a:r>
              <a:rPr lang="en-US" altLang="zh-CN"/>
              <a:t>- </a:t>
            </a:r>
            <a:r>
              <a:rPr lang="zh-CN" altLang="en-US"/>
              <a:t>疾病死亡：约</a:t>
            </a:r>
            <a:r>
              <a:rPr lang="en-US" altLang="zh-CN"/>
              <a:t>16,000</a:t>
            </a:r>
            <a:r>
              <a:rPr lang="zh-CN" altLang="en-US"/>
              <a:t>人</a:t>
            </a:r>
            <a:endParaRPr lang="zh-CN" altLang="en-US"/>
          </a:p>
          <a:p>
            <a:pPr marL="136525" algn="l" rtl="0" eaLnBrk="0">
              <a:lnSpc>
                <a:spcPct val="79000"/>
              </a:lnSpc>
              <a:spcBef>
                <a:spcPts val="905"/>
              </a:spcBef>
              <a:tabLst>
                <a:tab pos="331470" algn="l"/>
              </a:tabLst>
            </a:pPr>
            <a:endParaRPr lang="en-US" altLang="zh-CN"/>
          </a:p>
          <a:p>
            <a:pPr marL="136525" algn="l" rtl="0" eaLnBrk="0">
              <a:lnSpc>
                <a:spcPct val="79000"/>
              </a:lnSpc>
              <a:spcBef>
                <a:spcPts val="905"/>
              </a:spcBef>
              <a:tabLst>
                <a:tab pos="331470" algn="l"/>
              </a:tabLst>
            </a:pPr>
            <a:r>
              <a:rPr lang="zh-CN" altLang="en-US"/>
              <a:t>这个</a:t>
            </a:r>
            <a:r>
              <a:rPr lang="en-US" altLang="zh-CN"/>
              <a:t>4:1</a:t>
            </a:r>
            <a:r>
              <a:rPr lang="zh-CN" altLang="en-US"/>
              <a:t>的比例让人触目惊心。但更重要的问题是：</a:t>
            </a:r>
            <a:r>
              <a:rPr lang="en-US" altLang="zh-CN"/>
              <a:t>**</a:t>
            </a:r>
            <a:r>
              <a:rPr lang="zh-CN" altLang="en-US"/>
              <a:t>如何让政府官员相信这个事实？如何推动必要的医疗改革？</a:t>
            </a:r>
            <a:r>
              <a:rPr lang="en-US" altLang="zh-CN"/>
              <a:t>**</a:t>
            </a:r>
            <a:endParaRPr lang="en-US" altLang="zh-CN"/>
          </a:p>
          <a:p>
            <a:pPr marL="136525" algn="l" rtl="0" eaLnBrk="0">
              <a:lnSpc>
                <a:spcPct val="79000"/>
              </a:lnSpc>
              <a:spcBef>
                <a:spcPts val="905"/>
              </a:spcBef>
              <a:tabLst>
                <a:tab pos="331470" algn="l"/>
              </a:tabLst>
            </a:pPr>
            <a:endParaRPr lang="en-US" altLang="zh-CN"/>
          </a:p>
          <a:p>
            <a:pPr marL="136525" algn="l" rtl="0" eaLnBrk="0">
              <a:lnSpc>
                <a:spcPct val="79000"/>
              </a:lnSpc>
              <a:spcBef>
                <a:spcPts val="905"/>
              </a:spcBef>
              <a:tabLst>
                <a:tab pos="331470" algn="l"/>
              </a:tabLst>
            </a:pPr>
            <a:r>
              <a:rPr lang="zh-CN" altLang="en-US"/>
              <a:t>仅仅靠数字是不够的。南丁格尔深知，</a:t>
            </a:r>
            <a:r>
              <a:rPr lang="en-US" altLang="zh-CN"/>
              <a:t>**</a:t>
            </a:r>
            <a:r>
              <a:rPr lang="zh-CN" altLang="en-US"/>
              <a:t>要让数据说话，就必须让数据</a:t>
            </a:r>
            <a:r>
              <a:rPr lang="en-US" altLang="zh-CN"/>
              <a:t>"</a:t>
            </a:r>
            <a:r>
              <a:rPr lang="zh-CN" altLang="en-US"/>
              <a:t>看得见</a:t>
            </a:r>
            <a:r>
              <a:rPr lang="en-US" altLang="zh-CN"/>
              <a:t>"**</a:t>
            </a:r>
            <a:r>
              <a:rPr lang="zh-CN" altLang="en-US"/>
              <a:t>。于是，她创造了著名的</a:t>
            </a:r>
            <a:r>
              <a:rPr lang="en-US" altLang="zh-CN"/>
              <a:t>"</a:t>
            </a:r>
            <a:r>
              <a:rPr lang="zh-CN" altLang="en-US"/>
              <a:t>南丁格尔玫瑰图</a:t>
            </a:r>
            <a:r>
              <a:rPr lang="en-US" altLang="zh-CN"/>
              <a:t>"——</a:t>
            </a:r>
            <a:r>
              <a:rPr lang="zh-CN" altLang="en-US"/>
              <a:t>用直观的视觉语言揭示了疾病的致命威胁。</a:t>
            </a:r>
            <a:endParaRPr lang="zh-CN" altLang="en-US"/>
          </a:p>
          <a:p>
            <a:pPr marL="136525" algn="l" rtl="0" eaLnBrk="0">
              <a:lnSpc>
                <a:spcPct val="79000"/>
              </a:lnSpc>
              <a:spcBef>
                <a:spcPts val="905"/>
              </a:spcBef>
              <a:tabLst>
                <a:tab pos="331470" algn="l"/>
              </a:tabLst>
            </a:pPr>
            <a:endParaRPr lang="en-US" altLang="zh-CN"/>
          </a:p>
          <a:p>
            <a:pPr marL="136525" algn="l" rtl="0" eaLnBrk="0">
              <a:lnSpc>
                <a:spcPct val="79000"/>
              </a:lnSpc>
              <a:spcBef>
                <a:spcPts val="905"/>
              </a:spcBef>
              <a:tabLst>
                <a:tab pos="331470" algn="l"/>
              </a:tabLst>
            </a:pP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从</a:t>
            </a:r>
            <a:r>
              <a:rPr lang="en-US" altLang="zh-CN"/>
              <a:t>42%</a:t>
            </a:r>
            <a:r>
              <a:rPr lang="zh-CN" altLang="en-US"/>
              <a:t>到</a:t>
            </a:r>
            <a:r>
              <a:rPr lang="en-US" altLang="zh-CN"/>
              <a:t>2.2%</a:t>
            </a:r>
            <a:r>
              <a:rPr lang="zh-CN" altLang="en-US"/>
              <a:t>的死亡率降幅，背后是无数生命的拯救！</a:t>
            </a:r>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t>
            </a:r>
            <a:r>
              <a:rPr lang="zh-CN" altLang="en-US"/>
              <a:t>这种分层思维不仅适用于数据可视化，更是解决任何复杂问题的通用方法！</a:t>
            </a:r>
            <a:r>
              <a:rPr lang="en-US" altLang="zh-CN"/>
              <a:t>**</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ggplot2 </a:t>
            </a:r>
            <a:r>
              <a:rPr lang="zh-CN" altLang="en-US"/>
              <a:t>在复杂图形、代码维护、图形质量方面具有压倒性优势</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ggplot2 </a:t>
            </a:r>
            <a:r>
              <a:rPr lang="zh-CN" altLang="en-US"/>
              <a:t>在复杂图形、代码维护、图形质量方面具有压倒性优势</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sym typeface="+mn-ea"/>
              </a:rPr>
              <a:t>美学映射是将数据变量与图形的视觉元素建立对应关系的过程。通过</a:t>
            </a:r>
            <a:r>
              <a:rPr lang="en-US" altLang="zh-CN">
                <a:sym typeface="+mn-ea"/>
              </a:rPr>
              <a:t>aes()</a:t>
            </a:r>
            <a:r>
              <a:rPr lang="zh-CN" altLang="en-US">
                <a:sym typeface="+mn-ea"/>
              </a:rPr>
              <a:t>函数实现，让数据</a:t>
            </a:r>
            <a:r>
              <a:rPr lang="en-US" altLang="zh-CN">
                <a:sym typeface="+mn-ea"/>
              </a:rPr>
              <a:t>"</a:t>
            </a:r>
            <a:r>
              <a:rPr lang="zh-CN" altLang="en-US">
                <a:sym typeface="+mn-ea"/>
              </a:rPr>
              <a:t>说话</a:t>
            </a:r>
            <a:r>
              <a:rPr lang="en-US" altLang="zh-CN">
                <a:sym typeface="+mn-ea"/>
              </a:rPr>
              <a:t>"</a:t>
            </a:r>
            <a:r>
              <a:rPr lang="zh-CN" altLang="en-US">
                <a:sym typeface="+mn-ea"/>
              </a:rPr>
              <a:t>，自动呈现数据的结构和模式。</a:t>
            </a:r>
            <a:endParaRPr lang="zh-CN" altLang="en-US"/>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几何对象是数据的视觉表现形式</a:t>
            </a:r>
            <a:endParaRPr lang="zh-CN" altLang="en-US" dirty="0"/>
          </a:p>
          <a:p>
            <a:r>
              <a:rPr lang="zh-CN" altLang="en-US" dirty="0"/>
              <a:t>同样的数据可以用不同的几何对象表示</a:t>
            </a:r>
            <a:endParaRPr lang="zh-CN" altLang="en-US" dirty="0"/>
          </a:p>
          <a:p>
            <a:r>
              <a:rPr lang="zh-CN" altLang="en-US" dirty="0"/>
              <a:t>每个几何对象都有特定的美学属性要求</a:t>
            </a:r>
            <a:endParaRPr lang="zh-CN" altLang="en-US" dirty="0"/>
          </a:p>
          <a:p>
            <a:r>
              <a:rPr lang="zh-CN" altLang="en-US" dirty="0"/>
              <a:t>几何对象决定了图表的类型</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统计图层让我们能够在图表中展示数据的统计摘要而不仅仅是原始数据点。</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这不仅是</a:t>
            </a:r>
            <a:r>
              <a:rPr lang="en-US" altLang="zh-CN"/>
              <a:t>ggplot2</a:t>
            </a:r>
            <a:r>
              <a:rPr lang="zh-CN" altLang="en-US"/>
              <a:t>的设计哲学，</a:t>
            </a:r>
            <a:endParaRPr lang="zh-CN" altLang="en-US"/>
          </a:p>
          <a:p>
            <a:r>
              <a:rPr lang="zh-CN" altLang="en-US"/>
              <a:t>更是解决任何复杂问题的通用思维方法！</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3.jpeg"/><Relationship Id="rId10" Type="http://schemas.openxmlformats.org/officeDocument/2006/relationships/image" Target="../media/image15.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9" Type="http://schemas.openxmlformats.org/officeDocument/2006/relationships/tags" Target="../tags/tag5.xml"/><Relationship Id="rId8" Type="http://schemas.microsoft.com/office/2007/relationships/hdphoto" Target="../media/image21.wdp"/><Relationship Id="rId7" Type="http://schemas.openxmlformats.org/officeDocument/2006/relationships/image" Target="../media/image20.png"/><Relationship Id="rId6" Type="http://schemas.openxmlformats.org/officeDocument/2006/relationships/tags" Target="../tags/tag4.xml"/><Relationship Id="rId5" Type="http://schemas.openxmlformats.org/officeDocument/2006/relationships/image" Target="../media/image19.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3.jpeg"/><Relationship Id="rId10" Type="http://schemas.openxmlformats.org/officeDocument/2006/relationships/image" Target="../media/image15.sv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1_导入">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1_导入2">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
        <p:nvSpPr>
          <p:cNvPr id="21" name="标题 20"/>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1导入_3">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20" name="组合 19"/>
          <p:cNvGrpSpPr/>
          <p:nvPr userDrawn="1"/>
        </p:nvGrpSpPr>
        <p:grpSpPr>
          <a:xfrm>
            <a:off x="228600" y="335420"/>
            <a:ext cx="499297" cy="497559"/>
            <a:chOff x="643" y="463"/>
            <a:chExt cx="1369" cy="1357"/>
          </a:xfrm>
        </p:grpSpPr>
        <p:sp>
          <p:nvSpPr>
            <p:cNvPr id="21" name="椭圆 20"/>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2" name="椭圆 21"/>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3" name="椭圆 22"/>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24" name="标题 23"/>
          <p:cNvSpPr>
            <a:spLocks noGrp="1"/>
          </p:cNvSpPr>
          <p:nvPr>
            <p:ph type="title"/>
          </p:nvPr>
        </p:nvSpPr>
        <p:spPr>
          <a:xfrm>
            <a:off x="840105" y="260350"/>
            <a:ext cx="6466205" cy="647700"/>
          </a:xfrm>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01导入_3">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20" name="组合 19"/>
          <p:cNvGrpSpPr/>
          <p:nvPr userDrawn="1"/>
        </p:nvGrpSpPr>
        <p:grpSpPr>
          <a:xfrm>
            <a:off x="228600" y="335420"/>
            <a:ext cx="499297" cy="497559"/>
            <a:chOff x="643" y="463"/>
            <a:chExt cx="1369" cy="1357"/>
          </a:xfrm>
        </p:grpSpPr>
        <p:sp>
          <p:nvSpPr>
            <p:cNvPr id="21" name="椭圆 20"/>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2" name="椭圆 21"/>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3" name="椭圆 22"/>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24" name="标题 23"/>
          <p:cNvSpPr>
            <a:spLocks noGrp="1"/>
          </p:cNvSpPr>
          <p:nvPr>
            <p:ph type="title"/>
          </p:nvPr>
        </p:nvSpPr>
        <p:spPr>
          <a:xfrm>
            <a:off x="840105" y="260350"/>
            <a:ext cx="6466205" cy="647700"/>
          </a:xfrm>
          <a:solidFill>
            <a:srgbClr val="618CAC"/>
          </a:solidFill>
        </p:spPr>
        <p:txBody>
          <a:bodyPr/>
          <a:lstStyle>
            <a:lvl1pPr>
              <a:defRPr>
                <a:solidFill>
                  <a:schemeClr val="bg1"/>
                </a:solidFill>
              </a:defRPr>
            </a:lvl1pPr>
          </a:lstStyle>
          <a:p>
            <a:r>
              <a:rPr kumimoji="1" lang="zh-CN" altLang="en-US"/>
              <a:t>单击此处编辑母版标题样式</a:t>
            </a:r>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1导入_4">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
        <p:nvSpPr>
          <p:cNvPr id="25" name="内容占位符 24"/>
          <p:cNvSpPr>
            <a:spLocks noGrp="1"/>
          </p:cNvSpPr>
          <p:nvPr>
            <p:ph sz="quarter" idx="13"/>
          </p:nvPr>
        </p:nvSpPr>
        <p:spPr>
          <a:xfrm>
            <a:off x="839788" y="1196975"/>
            <a:ext cx="13138150" cy="63261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26" name="标题 25"/>
          <p:cNvSpPr>
            <a:spLocks noGrp="1"/>
          </p:cNvSpPr>
          <p:nvPr>
            <p:ph type="title"/>
          </p:nvPr>
        </p:nvSpPr>
        <p:spPr>
          <a:xfrm>
            <a:off x="840105" y="260350"/>
            <a:ext cx="6743700" cy="647700"/>
          </a:xfrm>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2新知探究_1">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0342" y="352807"/>
            <a:ext cx="6874584" cy="332246"/>
            <a:chOff x="894496" y="3104000"/>
            <a:chExt cx="6874584" cy="332246"/>
          </a:xfrm>
        </p:grpSpPr>
        <p:grpSp>
          <p:nvGrpSpPr>
            <p:cNvPr id="7" name="组合 6"/>
            <p:cNvGrpSpPr/>
            <p:nvPr/>
          </p:nvGrpSpPr>
          <p:grpSpPr>
            <a:xfrm>
              <a:off x="894496" y="3104000"/>
              <a:ext cx="6874584" cy="307777"/>
              <a:chOff x="839788" y="1658154"/>
              <a:chExt cx="6874584" cy="307777"/>
            </a:xfrm>
          </p:grpSpPr>
          <p:sp>
            <p:nvSpPr>
              <p:cNvPr id="13" name="矩形 12"/>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94496" y="3104000"/>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绘图基础</a:t>
                </a:r>
                <a:endParaRPr kumimoji="1" lang="zh-CN" altLang="en-US" sz="1400">
                  <a:solidFill>
                    <a:schemeClr val="bg1"/>
                  </a:solidFill>
                </a:endParaRPr>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
        <p:nvSpPr>
          <p:cNvPr id="21" name="内容占位符 20"/>
          <p:cNvSpPr>
            <a:spLocks noGrp="1"/>
          </p:cNvSpPr>
          <p:nvPr>
            <p:ph sz="quarter" idx="13"/>
          </p:nvPr>
        </p:nvSpPr>
        <p:spPr>
          <a:xfrm>
            <a:off x="839788" y="1196975"/>
            <a:ext cx="12784137" cy="62944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grpSp>
        <p:nvGrpSpPr>
          <p:cNvPr id="20" name="组合 19"/>
          <p:cNvGrpSpPr/>
          <p:nvPr userDrawn="1"/>
        </p:nvGrpSpPr>
        <p:grpSpPr>
          <a:xfrm>
            <a:off x="228600" y="335420"/>
            <a:ext cx="499297" cy="497559"/>
            <a:chOff x="643" y="463"/>
            <a:chExt cx="1369" cy="1357"/>
          </a:xfrm>
        </p:grpSpPr>
        <p:sp>
          <p:nvSpPr>
            <p:cNvPr id="26" name="椭圆 2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7" name="椭圆 2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8" name="椭圆 2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2新知探究_2">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0342" y="352807"/>
            <a:ext cx="6874584" cy="332246"/>
            <a:chOff x="894496" y="3104000"/>
            <a:chExt cx="6874584" cy="332246"/>
          </a:xfrm>
        </p:grpSpPr>
        <p:grpSp>
          <p:nvGrpSpPr>
            <p:cNvPr id="7" name="组合 6"/>
            <p:cNvGrpSpPr/>
            <p:nvPr/>
          </p:nvGrpSpPr>
          <p:grpSpPr>
            <a:xfrm>
              <a:off x="894496" y="3104000"/>
              <a:ext cx="6874584" cy="307777"/>
              <a:chOff x="839788" y="1658154"/>
              <a:chExt cx="6874584" cy="307777"/>
            </a:xfrm>
          </p:grpSpPr>
          <p:sp>
            <p:nvSpPr>
              <p:cNvPr id="13" name="矩形 12"/>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94496" y="3104000"/>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绘图基础</a:t>
                </a:r>
                <a:endParaRPr kumimoji="1" lang="zh-CN" altLang="en-US" sz="1400">
                  <a:solidFill>
                    <a:schemeClr val="bg1"/>
                  </a:solidFill>
                </a:endParaRPr>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20" name="组合 19"/>
          <p:cNvGrpSpPr/>
          <p:nvPr userDrawn="1"/>
        </p:nvGrpSpPr>
        <p:grpSpPr>
          <a:xfrm>
            <a:off x="228600" y="335420"/>
            <a:ext cx="499297" cy="497559"/>
            <a:chOff x="643" y="463"/>
            <a:chExt cx="1369" cy="1357"/>
          </a:xfrm>
        </p:grpSpPr>
        <p:sp>
          <p:nvSpPr>
            <p:cNvPr id="26" name="椭圆 2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7" name="椭圆 2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8" name="椭圆 2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03应用实践_1">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
        <p:nvSpPr>
          <p:cNvPr id="21" name="内容占位符 20"/>
          <p:cNvSpPr>
            <a:spLocks noGrp="1"/>
          </p:cNvSpPr>
          <p:nvPr>
            <p:ph sz="quarter" idx="13"/>
          </p:nvPr>
        </p:nvSpPr>
        <p:spPr>
          <a:xfrm>
            <a:off x="839788" y="1196975"/>
            <a:ext cx="12784137" cy="62944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grpSp>
        <p:nvGrpSpPr>
          <p:cNvPr id="20" name="组合 19"/>
          <p:cNvGrpSpPr/>
          <p:nvPr userDrawn="1"/>
        </p:nvGrpSpPr>
        <p:grpSpPr>
          <a:xfrm>
            <a:off x="7603917" y="315640"/>
            <a:ext cx="6875890" cy="332246"/>
            <a:chOff x="903440" y="4383723"/>
            <a:chExt cx="6875890" cy="332246"/>
          </a:xfrm>
        </p:grpSpPr>
        <p:grpSp>
          <p:nvGrpSpPr>
            <p:cNvPr id="26" name="组合 25"/>
            <p:cNvGrpSpPr/>
            <p:nvPr/>
          </p:nvGrpSpPr>
          <p:grpSpPr>
            <a:xfrm>
              <a:off x="903440" y="4404614"/>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04746" y="4383723"/>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solidFill>
                      <a:schemeClr val="bg1"/>
                    </a:solidFill>
                    <a:sym typeface="+mn-ea"/>
                  </a:rPr>
                  <a:t>ggplot2</a:t>
                </a:r>
                <a:r>
                  <a:rPr kumimoji="1" lang="zh-CN" altLang="en-US" sz="1400">
                    <a:solidFill>
                      <a:schemeClr val="bg1"/>
                    </a:solidFill>
                    <a:sym typeface="+mn-ea"/>
                  </a:rPr>
                  <a:t>实战演练</a:t>
                </a:r>
                <a:endParaRPr kumimoji="1" lang="zh-CN" altLang="en-US" sz="1400">
                  <a:solidFill>
                    <a:schemeClr val="bg1"/>
                  </a:solidFill>
                  <a:sym typeface="+mn-ea"/>
                </a:endParaRPr>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3应用实践_2">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20" name="组合 19"/>
          <p:cNvGrpSpPr/>
          <p:nvPr userDrawn="1"/>
        </p:nvGrpSpPr>
        <p:grpSpPr>
          <a:xfrm>
            <a:off x="7603917" y="315640"/>
            <a:ext cx="6875890" cy="332246"/>
            <a:chOff x="903440" y="4383723"/>
            <a:chExt cx="6875890" cy="332246"/>
          </a:xfrm>
        </p:grpSpPr>
        <p:grpSp>
          <p:nvGrpSpPr>
            <p:cNvPr id="26" name="组合 25"/>
            <p:cNvGrpSpPr/>
            <p:nvPr/>
          </p:nvGrpSpPr>
          <p:grpSpPr>
            <a:xfrm>
              <a:off x="903440" y="4404614"/>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04746" y="4383723"/>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solidFill>
                      <a:schemeClr val="bg1"/>
                    </a:solidFill>
                    <a:sym typeface="+mn-ea"/>
                  </a:rPr>
                  <a:t>ggplot2</a:t>
                </a:r>
                <a:r>
                  <a:rPr kumimoji="1" lang="zh-CN" altLang="en-US" sz="1400">
                    <a:solidFill>
                      <a:schemeClr val="bg1"/>
                    </a:solidFill>
                    <a:sym typeface="+mn-ea"/>
                  </a:rPr>
                  <a:t>实战演练</a:t>
                </a:r>
                <a:endParaRPr kumimoji="1" lang="zh-CN" altLang="en-US" sz="1400">
                  <a:solidFill>
                    <a:schemeClr val="bg1"/>
                  </a:solidFill>
                </a:endParaRPr>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4总结反思_1">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
        <p:nvSpPr>
          <p:cNvPr id="21" name="内容占位符 20"/>
          <p:cNvSpPr>
            <a:spLocks noGrp="1"/>
          </p:cNvSpPr>
          <p:nvPr>
            <p:ph sz="quarter" idx="13"/>
          </p:nvPr>
        </p:nvSpPr>
        <p:spPr>
          <a:xfrm>
            <a:off x="839788" y="1196975"/>
            <a:ext cx="12784137" cy="62944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grpSp>
        <p:nvGrpSpPr>
          <p:cNvPr id="20" name="组合 19"/>
          <p:cNvGrpSpPr/>
          <p:nvPr userDrawn="1"/>
        </p:nvGrpSpPr>
        <p:grpSpPr>
          <a:xfrm>
            <a:off x="7616415" y="345123"/>
            <a:ext cx="6874584" cy="332246"/>
            <a:chOff x="981593" y="6265781"/>
            <a:chExt cx="6874584" cy="332246"/>
          </a:xfrm>
        </p:grpSpPr>
        <p:grpSp>
          <p:nvGrpSpPr>
            <p:cNvPr id="26" name="组合 25"/>
            <p:cNvGrpSpPr/>
            <p:nvPr/>
          </p:nvGrpSpPr>
          <p:grpSpPr>
            <a:xfrm>
              <a:off x="981593" y="6288121"/>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81593" y="6265781"/>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实战演练</a:t>
                </a:r>
                <a:endParaRPr kumimoji="1" lang="zh-CN" altLang="en-US" sz="1400"/>
              </a:p>
              <a:p>
                <a:pPr algn="ctr"/>
                <a:endParaRPr kumimoji="1" lang="zh-CN" altLang="en-US" sz="1400"/>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solidFill>
                      <a:schemeClr val="bg1"/>
                    </a:solidFill>
                  </a:rPr>
                  <a:t>总结与反思</a:t>
                </a:r>
                <a:endParaRPr kumimoji="1" lang="zh-CN" altLang="en-US" sz="1400">
                  <a:solidFill>
                    <a:schemeClr val="bg1"/>
                  </a:solidFill>
                </a:endParaRPr>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4总结反思_2">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20" name="组合 19"/>
          <p:cNvGrpSpPr/>
          <p:nvPr userDrawn="1"/>
        </p:nvGrpSpPr>
        <p:grpSpPr>
          <a:xfrm>
            <a:off x="7616415" y="345123"/>
            <a:ext cx="6874584" cy="332246"/>
            <a:chOff x="981593" y="6265781"/>
            <a:chExt cx="6874584" cy="332246"/>
          </a:xfrm>
        </p:grpSpPr>
        <p:grpSp>
          <p:nvGrpSpPr>
            <p:cNvPr id="26" name="组合 25"/>
            <p:cNvGrpSpPr/>
            <p:nvPr/>
          </p:nvGrpSpPr>
          <p:grpSpPr>
            <a:xfrm>
              <a:off x="981593" y="6288121"/>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81593" y="6265781"/>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实战演练</a:t>
                </a:r>
                <a:endParaRPr kumimoji="1" lang="zh-CN" altLang="en-US" sz="1400"/>
              </a:p>
              <a:p>
                <a:pPr algn="ctr"/>
                <a:endParaRPr kumimoji="1" lang="zh-CN" altLang="en-US" sz="1400"/>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solidFill>
                      <a:schemeClr val="bg1"/>
                    </a:solidFill>
                  </a:rPr>
                  <a:t>总结与反思</a:t>
                </a:r>
                <a:endParaRPr kumimoji="1" lang="zh-CN" altLang="en-US" sz="1400">
                  <a:solidFill>
                    <a:schemeClr val="bg1"/>
                  </a:solidFill>
                </a:endParaRPr>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仅标题">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11" name="矩形 10"/>
          <p:cNvSpPr/>
          <p:nvPr/>
        </p:nvSpPr>
        <p:spPr>
          <a:xfrm>
            <a:off x="0" y="1"/>
            <a:ext cx="14630400" cy="5351651"/>
          </a:xfrm>
          <a:prstGeom prst="rect">
            <a:avLst/>
          </a:prstGeom>
          <a:gradFill flip="none" rotWithShape="1">
            <a:gsLst>
              <a:gs pos="32000">
                <a:srgbClr val="C5DAEA">
                  <a:alpha val="22353"/>
                </a:srgbClr>
              </a:gs>
              <a:gs pos="100000">
                <a:srgbClr val="90B3C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标题 1"/>
          <p:cNvSpPr>
            <a:spLocks noGrp="1"/>
          </p:cNvSpPr>
          <p:nvPr>
            <p:ph type="title"/>
          </p:nvPr>
        </p:nvSpPr>
        <p:spPr>
          <a:xfrm>
            <a:off x="6151379" y="2236795"/>
            <a:ext cx="8457893" cy="3107900"/>
          </a:xfrm>
          <a:noFill/>
        </p:spPr>
        <p:txBody>
          <a:bodyPr>
            <a:normAutofit/>
          </a:bodyPr>
          <a:lstStyle>
            <a:lvl1pPr algn="ctr">
              <a:lnSpc>
                <a:spcPct val="120000"/>
              </a:lnSpc>
              <a:defRPr sz="6480" b="0">
                <a:solidFill>
                  <a:srgbClr val="27587E"/>
                </a:solidFill>
                <a:effectLst/>
              </a:defRPr>
            </a:lvl1pPr>
          </a:lstStyle>
          <a:p>
            <a:r>
              <a:rPr lang="zh-CN" altLang="en-US"/>
              <a:t>单击此处编辑母版标题样式</a:t>
            </a:r>
            <a:endParaRPr lang="zh-CN" altLang="en-US" dirty="0"/>
          </a:p>
        </p:txBody>
      </p:sp>
      <p:pic>
        <p:nvPicPr>
          <p:cNvPr id="6" name="图片 5"/>
          <p:cNvPicPr>
            <a:picLocks noChangeAspect="1"/>
          </p:cNvPicPr>
          <p:nvPr/>
        </p:nvPicPr>
        <p:blipFill>
          <a:blip r:embed="rId2"/>
          <a:stretch>
            <a:fillRect/>
          </a:stretch>
        </p:blipFill>
        <p:spPr>
          <a:xfrm>
            <a:off x="768045" y="1114921"/>
            <a:ext cx="5362206" cy="5351651"/>
          </a:xfrm>
          <a:prstGeom prst="rect">
            <a:avLst/>
          </a:prstGeom>
        </p:spPr>
      </p:pic>
      <p:sp>
        <p:nvSpPr>
          <p:cNvPr id="9" name="文本占位符 8"/>
          <p:cNvSpPr>
            <a:spLocks noGrp="1"/>
          </p:cNvSpPr>
          <p:nvPr>
            <p:ph type="body" sz="quarter" idx="13"/>
          </p:nvPr>
        </p:nvSpPr>
        <p:spPr>
          <a:xfrm>
            <a:off x="7315200" y="5629155"/>
            <a:ext cx="6321976" cy="1126475"/>
          </a:xfrm>
        </p:spPr>
        <p:txBody>
          <a:bodyPr>
            <a:normAutofit/>
          </a:bodyPr>
          <a:lstStyle>
            <a:lvl1pPr algn="ctr">
              <a:buNone/>
              <a:defRPr sz="3840">
                <a:solidFill>
                  <a:srgbClr val="27587E"/>
                </a:solidFill>
              </a:defRPr>
            </a:lvl1pPr>
          </a:lstStyle>
          <a:p>
            <a:pPr lvl="0"/>
            <a:r>
              <a:rPr kumimoji="1" lang="zh-CN" altLang="en-US"/>
              <a:t>单击此处编辑母版文本样式</a:t>
            </a:r>
            <a:endParaRPr kumimoji="1" lang="zh-CN" altLang="en-US"/>
          </a:p>
        </p:txBody>
      </p:sp>
      <p:sp>
        <p:nvSpPr>
          <p:cNvPr id="7" name="文本占位符 8"/>
          <p:cNvSpPr>
            <a:spLocks noGrp="1"/>
          </p:cNvSpPr>
          <p:nvPr>
            <p:ph type="body" sz="quarter" idx="14"/>
          </p:nvPr>
        </p:nvSpPr>
        <p:spPr>
          <a:xfrm>
            <a:off x="7302585" y="1582125"/>
            <a:ext cx="6321976" cy="647713"/>
          </a:xfrm>
        </p:spPr>
        <p:txBody>
          <a:bodyPr>
            <a:normAutofit/>
          </a:bodyPr>
          <a:lstStyle>
            <a:lvl1pPr algn="ctr">
              <a:buNone/>
              <a:defRPr sz="2880" b="1">
                <a:solidFill>
                  <a:srgbClr val="27587E"/>
                </a:solidFill>
              </a:defRPr>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自定义版式">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14813" y="0"/>
            <a:ext cx="4846320" cy="8229600"/>
          </a:xfrm>
          <a:prstGeom prst="rect">
            <a:avLst/>
          </a:prstGeom>
          <a:solidFill>
            <a:srgbClr val="90B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6" name="文本框 5"/>
          <p:cNvSpPr txBox="1"/>
          <p:nvPr/>
        </p:nvSpPr>
        <p:spPr>
          <a:xfrm>
            <a:off x="5689809" y="2089259"/>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01</a:t>
            </a:r>
            <a:endParaRPr lang="en-US" altLang="zh-CN" sz="5280" dirty="0">
              <a:solidFill>
                <a:srgbClr val="595959"/>
              </a:solidFill>
              <a:latin typeface="Marshmallow" panose="00020600040101010101" charset="0"/>
              <a:cs typeface="Marshmallow" panose="00020600040101010101" charset="0"/>
            </a:endParaRPr>
          </a:p>
        </p:txBody>
      </p:sp>
      <p:sp>
        <p:nvSpPr>
          <p:cNvPr id="25" name="文本框 24"/>
          <p:cNvSpPr txBox="1"/>
          <p:nvPr/>
        </p:nvSpPr>
        <p:spPr>
          <a:xfrm>
            <a:off x="5648661" y="3220234"/>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02</a:t>
            </a:r>
            <a:endParaRPr lang="en-US" altLang="zh-CN" sz="5280" dirty="0">
              <a:solidFill>
                <a:srgbClr val="595959"/>
              </a:solidFill>
              <a:latin typeface="Marshmallow" panose="00020600040101010101" charset="0"/>
              <a:cs typeface="Marshmallow" panose="00020600040101010101" charset="0"/>
            </a:endParaRPr>
          </a:p>
        </p:txBody>
      </p:sp>
      <p:sp>
        <p:nvSpPr>
          <p:cNvPr id="32" name="文本框 31"/>
          <p:cNvSpPr txBox="1"/>
          <p:nvPr/>
        </p:nvSpPr>
        <p:spPr>
          <a:xfrm>
            <a:off x="5648661" y="4330635"/>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03</a:t>
            </a:r>
            <a:endParaRPr lang="en-US" altLang="zh-CN" sz="5280" dirty="0">
              <a:solidFill>
                <a:srgbClr val="595959"/>
              </a:solidFill>
              <a:latin typeface="Marshmallow" panose="00020600040101010101" charset="0"/>
              <a:cs typeface="Marshmallow" panose="00020600040101010101" charset="0"/>
            </a:endParaRPr>
          </a:p>
        </p:txBody>
      </p:sp>
      <p:sp>
        <p:nvSpPr>
          <p:cNvPr id="45" name="文本框 44"/>
          <p:cNvSpPr txBox="1"/>
          <p:nvPr/>
        </p:nvSpPr>
        <p:spPr>
          <a:xfrm>
            <a:off x="5648661" y="5431892"/>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04</a:t>
            </a:r>
            <a:endParaRPr lang="en-US" altLang="zh-CN" sz="5280" dirty="0">
              <a:solidFill>
                <a:srgbClr val="595959"/>
              </a:solidFill>
              <a:latin typeface="Marshmallow" panose="00020600040101010101" charset="0"/>
              <a:cs typeface="Marshmallow" panose="00020600040101010101" charset="0"/>
            </a:endParaRPr>
          </a:p>
        </p:txBody>
      </p:sp>
      <p:sp>
        <p:nvSpPr>
          <p:cNvPr id="7" name="文本占位符 6"/>
          <p:cNvSpPr>
            <a:spLocks noGrp="1"/>
          </p:cNvSpPr>
          <p:nvPr>
            <p:ph type="body" idx="1"/>
          </p:nvPr>
        </p:nvSpPr>
        <p:spPr>
          <a:xfrm>
            <a:off x="6907204" y="1846650"/>
            <a:ext cx="6189344"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8" name="文本占位符 7"/>
          <p:cNvSpPr>
            <a:spLocks noGrp="1"/>
          </p:cNvSpPr>
          <p:nvPr>
            <p:ph type="body" idx="13"/>
          </p:nvPr>
        </p:nvSpPr>
        <p:spPr>
          <a:xfrm>
            <a:off x="6907204" y="3029655"/>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9" name="文本占位符 8"/>
          <p:cNvSpPr>
            <a:spLocks noGrp="1"/>
          </p:cNvSpPr>
          <p:nvPr>
            <p:ph type="body" idx="14"/>
          </p:nvPr>
        </p:nvSpPr>
        <p:spPr>
          <a:xfrm>
            <a:off x="6907204" y="4212279"/>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10" name="文本占位符 9"/>
          <p:cNvSpPr>
            <a:spLocks noGrp="1"/>
          </p:cNvSpPr>
          <p:nvPr>
            <p:ph type="body" idx="15"/>
          </p:nvPr>
        </p:nvSpPr>
        <p:spPr>
          <a:xfrm>
            <a:off x="6907204" y="5394903"/>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pic>
        <p:nvPicPr>
          <p:cNvPr id="13" name="图片 12"/>
          <p:cNvPicPr>
            <a:picLocks noChangeAspect="1"/>
          </p:cNvPicPr>
          <p:nvPr/>
        </p:nvPicPr>
        <p:blipFill>
          <a:blip r:embed="rId2"/>
          <a:stretch>
            <a:fillRect/>
          </a:stretch>
        </p:blipFill>
        <p:spPr>
          <a:xfrm>
            <a:off x="850379" y="2903105"/>
            <a:ext cx="2788582" cy="2788582"/>
          </a:xfrm>
          <a:prstGeom prst="rect">
            <a:avLst/>
          </a:prstGeom>
        </p:spPr>
      </p:pic>
      <p:sp>
        <p:nvSpPr>
          <p:cNvPr id="12" name="TextBox 7"/>
          <p:cNvSpPr txBox="1"/>
          <p:nvPr/>
        </p:nvSpPr>
        <p:spPr>
          <a:xfrm>
            <a:off x="1005840" y="1089660"/>
            <a:ext cx="2973084" cy="186512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5760" b="1">
                <a:solidFill>
                  <a:schemeClr val="bg1"/>
                </a:solidFill>
              </a:rPr>
              <a:t>Contents</a:t>
            </a:r>
            <a:endParaRPr lang="en-US" sz="5760" b="1">
              <a:solidFill>
                <a:schemeClr val="bg1"/>
              </a:solidFill>
            </a:endParaRPr>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5_自定义版式">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14813" y="0"/>
            <a:ext cx="4846320" cy="8229600"/>
          </a:xfrm>
          <a:prstGeom prst="rect">
            <a:avLst/>
          </a:prstGeom>
          <a:solidFill>
            <a:srgbClr val="90B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pic>
        <p:nvPicPr>
          <p:cNvPr id="13" name="图片 12"/>
          <p:cNvPicPr>
            <a:picLocks noChangeAspect="1"/>
          </p:cNvPicPr>
          <p:nvPr/>
        </p:nvPicPr>
        <p:blipFill>
          <a:blip r:embed="rId2"/>
          <a:stretch>
            <a:fillRect/>
          </a:stretch>
        </p:blipFill>
        <p:spPr>
          <a:xfrm>
            <a:off x="850379" y="2903105"/>
            <a:ext cx="2788582" cy="2788582"/>
          </a:xfrm>
          <a:prstGeom prst="rect">
            <a:avLst/>
          </a:prstGeom>
        </p:spPr>
      </p:pic>
      <p:sp>
        <p:nvSpPr>
          <p:cNvPr id="7" name="Text Placeholder 6"/>
          <p:cNvSpPr>
            <a:spLocks noGrp="1"/>
          </p:cNvSpPr>
          <p:nvPr>
            <p:ph type="body" sz="quarter" idx="13"/>
          </p:nvPr>
        </p:nvSpPr>
        <p:spPr>
          <a:xfrm>
            <a:off x="5741671" y="1089660"/>
            <a:ext cx="7247063" cy="630936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8" name="TextBox 7"/>
          <p:cNvSpPr txBox="1"/>
          <p:nvPr/>
        </p:nvSpPr>
        <p:spPr>
          <a:xfrm>
            <a:off x="1007746" y="1089660"/>
            <a:ext cx="2973084" cy="1865126"/>
          </a:xfrm>
          <a:prstGeom prst="rect">
            <a:avLst/>
          </a:prstGeom>
          <a:noFill/>
        </p:spPr>
        <p:txBody>
          <a:bodyPr wrap="square" rtlCol="0">
            <a:spAutoFit/>
          </a:bodyPr>
          <a:lstStyle/>
          <a:p>
            <a:r>
              <a:rPr lang="en-US" sz="5760" b="1">
                <a:solidFill>
                  <a:schemeClr val="bg1"/>
                </a:solidFill>
              </a:rPr>
              <a:t>Contents</a:t>
            </a:r>
            <a:endParaRPr lang="en-US" sz="5760" b="1">
              <a:solidFill>
                <a:schemeClr val="bg1"/>
              </a:solidFill>
            </a:endParaRPr>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10" name="文本占位符 2"/>
          <p:cNvSpPr>
            <a:spLocks noGrp="1"/>
          </p:cNvSpPr>
          <p:nvPr>
            <p:ph idx="1"/>
          </p:nvPr>
        </p:nvSpPr>
        <p:spPr>
          <a:xfrm>
            <a:off x="1005840" y="1436371"/>
            <a:ext cx="12618720" cy="596265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dirty="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grpSp>
        <p:nvGrpSpPr>
          <p:cNvPr id="4" name="组合 3"/>
          <p:cNvGrpSpPr/>
          <p:nvPr userDrawn="1"/>
        </p:nvGrpSpPr>
        <p:grpSpPr>
          <a:xfrm>
            <a:off x="1230557" y="2008358"/>
            <a:ext cx="6874584" cy="332246"/>
            <a:chOff x="839788" y="1645971"/>
            <a:chExt cx="6874584" cy="332246"/>
          </a:xfrm>
        </p:grpSpPr>
        <p:grpSp>
          <p:nvGrpSpPr>
            <p:cNvPr id="5" name="组合 4"/>
            <p:cNvGrpSpPr/>
            <p:nvPr/>
          </p:nvGrpSpPr>
          <p:grpSpPr>
            <a:xfrm>
              <a:off x="839788" y="1658154"/>
              <a:ext cx="6874584" cy="307777"/>
              <a:chOff x="839788" y="1658154"/>
              <a:chExt cx="6874584" cy="307777"/>
            </a:xfrm>
          </p:grpSpPr>
          <p:sp>
            <p:nvSpPr>
              <p:cNvPr id="11" name="矩形 10"/>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连接符 15"/>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839788" y="1645971"/>
              <a:ext cx="6874584" cy="332246"/>
              <a:chOff x="839788" y="2013295"/>
              <a:chExt cx="6874584" cy="332246"/>
            </a:xfrm>
          </p:grpSpPr>
          <p:sp>
            <p:nvSpPr>
              <p:cNvPr id="7" name="文本框 6"/>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8" name="文本框 7"/>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9" name="文本框 8"/>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10" name="文本框 9"/>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18" name="组合 17"/>
          <p:cNvGrpSpPr/>
          <p:nvPr userDrawn="1"/>
        </p:nvGrpSpPr>
        <p:grpSpPr>
          <a:xfrm>
            <a:off x="747132" y="129599"/>
            <a:ext cx="6874584" cy="307777"/>
            <a:chOff x="839788" y="1658154"/>
            <a:chExt cx="6874584" cy="307777"/>
          </a:xfrm>
        </p:grpSpPr>
        <p:sp>
          <p:nvSpPr>
            <p:cNvPr id="19" name="矩形 18"/>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0" name="直线连接符 19"/>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4" name="直线连接符 23"/>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符 24"/>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userDrawn="1"/>
        </p:nvGrpSpPr>
        <p:grpSpPr>
          <a:xfrm>
            <a:off x="894496" y="3104000"/>
            <a:ext cx="6874584" cy="332246"/>
            <a:chOff x="894496" y="3104000"/>
            <a:chExt cx="6874584" cy="332246"/>
          </a:xfrm>
        </p:grpSpPr>
        <p:grpSp>
          <p:nvGrpSpPr>
            <p:cNvPr id="27" name="组合 26"/>
            <p:cNvGrpSpPr/>
            <p:nvPr/>
          </p:nvGrpSpPr>
          <p:grpSpPr>
            <a:xfrm>
              <a:off x="894496" y="3104000"/>
              <a:ext cx="6874584" cy="307777"/>
              <a:chOff x="839788" y="1658154"/>
              <a:chExt cx="6874584" cy="307777"/>
            </a:xfrm>
          </p:grpSpPr>
          <p:sp>
            <p:nvSpPr>
              <p:cNvPr id="33" name="矩形 32"/>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4" name="直线连接符 3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632116"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8" name="直线连接符 3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符 3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894496" y="3104000"/>
              <a:ext cx="6874584" cy="332246"/>
              <a:chOff x="839788" y="2013295"/>
              <a:chExt cx="6874584" cy="332246"/>
            </a:xfrm>
          </p:grpSpPr>
          <p:sp>
            <p:nvSpPr>
              <p:cNvPr id="29" name="文本框 28"/>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30" name="文本框 29"/>
              <p:cNvSpPr txBox="1"/>
              <p:nvPr/>
            </p:nvSpPr>
            <p:spPr>
              <a:xfrm>
                <a:off x="2631521" y="2013295"/>
                <a:ext cx="1498494" cy="332246"/>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绘图基础</a:t>
                </a:r>
                <a:endParaRPr kumimoji="1" lang="zh-CN" altLang="en-US" sz="1400">
                  <a:solidFill>
                    <a:schemeClr val="bg1"/>
                  </a:solidFill>
                </a:endParaRPr>
              </a:p>
            </p:txBody>
          </p:sp>
          <p:sp>
            <p:nvSpPr>
              <p:cNvPr id="31" name="文本框 30"/>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32" name="文本框 3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40" name="组合 39"/>
          <p:cNvGrpSpPr/>
          <p:nvPr userDrawn="1"/>
        </p:nvGrpSpPr>
        <p:grpSpPr>
          <a:xfrm>
            <a:off x="747132" y="484740"/>
            <a:ext cx="6874584" cy="332246"/>
            <a:chOff x="839788" y="2013295"/>
            <a:chExt cx="6874584" cy="332246"/>
          </a:xfrm>
        </p:grpSpPr>
        <p:sp>
          <p:nvSpPr>
            <p:cNvPr id="41" name="文本框 40"/>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42" name="文本框 41"/>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43" name="文本框 42"/>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44" name="文本框 43"/>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nvGrpSpPr>
          <p:cNvPr id="45" name="组合 44"/>
          <p:cNvGrpSpPr/>
          <p:nvPr userDrawn="1"/>
        </p:nvGrpSpPr>
        <p:grpSpPr>
          <a:xfrm>
            <a:off x="903440" y="4383723"/>
            <a:ext cx="6875890" cy="332246"/>
            <a:chOff x="903440" y="4383723"/>
            <a:chExt cx="6875890" cy="332246"/>
          </a:xfrm>
        </p:grpSpPr>
        <p:grpSp>
          <p:nvGrpSpPr>
            <p:cNvPr id="46" name="组合 45"/>
            <p:cNvGrpSpPr/>
            <p:nvPr/>
          </p:nvGrpSpPr>
          <p:grpSpPr>
            <a:xfrm>
              <a:off x="903440" y="4404614"/>
              <a:ext cx="6874584" cy="307777"/>
              <a:chOff x="839788" y="1658154"/>
              <a:chExt cx="6874584" cy="307777"/>
            </a:xfrm>
          </p:grpSpPr>
          <p:sp>
            <p:nvSpPr>
              <p:cNvPr id="52" name="矩形 5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3" name="直线连接符 5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p:cNvSpPr/>
              <p:nvPr/>
            </p:nvSpPr>
            <p:spPr>
              <a:xfrm>
                <a:off x="4424444"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7" name="直线连接符 5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符 5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904746" y="4383723"/>
              <a:ext cx="6874584" cy="332246"/>
              <a:chOff x="839788" y="2013295"/>
              <a:chExt cx="6874584" cy="332246"/>
            </a:xfrm>
          </p:grpSpPr>
          <p:sp>
            <p:nvSpPr>
              <p:cNvPr id="48" name="文本框 4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49" name="文本框 4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50" name="文本框 49"/>
              <p:cNvSpPr txBox="1"/>
              <p:nvPr/>
            </p:nvSpPr>
            <p:spPr>
              <a:xfrm>
                <a:off x="4424148" y="2037764"/>
                <a:ext cx="1498490" cy="307777"/>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实战案例</a:t>
                </a:r>
                <a:endParaRPr kumimoji="1" lang="zh-CN" altLang="en-US" sz="1400">
                  <a:solidFill>
                    <a:schemeClr val="bg1"/>
                  </a:solidFill>
                </a:endParaRPr>
              </a:p>
            </p:txBody>
          </p:sp>
          <p:sp>
            <p:nvSpPr>
              <p:cNvPr id="51" name="文本框 50"/>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59" name="组合 58"/>
          <p:cNvGrpSpPr/>
          <p:nvPr userDrawn="1"/>
        </p:nvGrpSpPr>
        <p:grpSpPr>
          <a:xfrm>
            <a:off x="981593" y="6265781"/>
            <a:ext cx="6874584" cy="332246"/>
            <a:chOff x="981593" y="6265781"/>
            <a:chExt cx="6874584" cy="332246"/>
          </a:xfrm>
        </p:grpSpPr>
        <p:grpSp>
          <p:nvGrpSpPr>
            <p:cNvPr id="60" name="组合 59"/>
            <p:cNvGrpSpPr/>
            <p:nvPr/>
          </p:nvGrpSpPr>
          <p:grpSpPr>
            <a:xfrm>
              <a:off x="981593" y="6288121"/>
              <a:ext cx="6874584" cy="307777"/>
              <a:chOff x="839788" y="1658154"/>
              <a:chExt cx="6874584" cy="307777"/>
            </a:xfrm>
          </p:grpSpPr>
          <p:sp>
            <p:nvSpPr>
              <p:cNvPr id="66" name="矩形 65"/>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7" name="直线连接符 66"/>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矩形 68"/>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p:cNvSpPr/>
              <p:nvPr/>
            </p:nvSpPr>
            <p:spPr>
              <a:xfrm>
                <a:off x="6216772"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1" name="直线连接符 70"/>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直线连接符 71"/>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981593" y="6265781"/>
              <a:ext cx="6874584" cy="332246"/>
              <a:chOff x="839788" y="2013295"/>
              <a:chExt cx="6874584" cy="332246"/>
            </a:xfrm>
          </p:grpSpPr>
          <p:sp>
            <p:nvSpPr>
              <p:cNvPr id="62" name="文本框 61"/>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63" name="文本框 62"/>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64" name="文本框 63"/>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65" name="文本框 64"/>
              <p:cNvSpPr txBox="1"/>
              <p:nvPr/>
            </p:nvSpPr>
            <p:spPr>
              <a:xfrm>
                <a:off x="6216772" y="2037764"/>
                <a:ext cx="1497600" cy="307777"/>
              </a:xfrm>
              <a:prstGeom prst="rect">
                <a:avLst/>
              </a:prstGeom>
              <a:noFill/>
            </p:spPr>
            <p:txBody>
              <a:bodyPr wrap="square" rtlCol="0">
                <a:noAutofit/>
              </a:bodyPr>
              <a:lstStyle/>
              <a:p>
                <a:pPr algn="ctr"/>
                <a:r>
                  <a:rPr kumimoji="1" lang="zh-CN" altLang="en-US" sz="1400">
                    <a:solidFill>
                      <a:schemeClr val="bg1"/>
                    </a:solidFill>
                  </a:rPr>
                  <a:t>总结与反思</a:t>
                </a:r>
                <a:endParaRPr kumimoji="1" lang="zh-CN" altLang="en-US" sz="1400">
                  <a:solidFill>
                    <a:schemeClr val="bg1"/>
                  </a:solidFil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9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cxnSp>
        <p:nvCxnSpPr>
          <p:cNvPr id="11" name="直线连接符 10"/>
          <p:cNvCxnSpPr/>
          <p:nvPr/>
        </p:nvCxnSpPr>
        <p:spPr>
          <a:xfrm>
            <a:off x="7315200" y="1684618"/>
            <a:ext cx="0" cy="5714402"/>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8"/>
          </p:nvPr>
        </p:nvSpPr>
        <p:spPr>
          <a:xfrm>
            <a:off x="1007746" y="2239004"/>
            <a:ext cx="6187440" cy="313256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3" name="Text Placeholder 11"/>
          <p:cNvSpPr>
            <a:spLocks noGrp="1"/>
          </p:cNvSpPr>
          <p:nvPr>
            <p:ph type="body" sz="quarter" idx="19"/>
          </p:nvPr>
        </p:nvSpPr>
        <p:spPr>
          <a:xfrm>
            <a:off x="7435214" y="2245172"/>
            <a:ext cx="6187440" cy="312639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4" name="Text Placeholder 12"/>
          <p:cNvSpPr>
            <a:spLocks noGrp="1"/>
          </p:cNvSpPr>
          <p:nvPr>
            <p:ph type="body" sz="quarter" idx="14"/>
          </p:nvPr>
        </p:nvSpPr>
        <p:spPr>
          <a:xfrm>
            <a:off x="1005840" y="1594486"/>
            <a:ext cx="6187438" cy="644519"/>
          </a:xfrm>
        </p:spPr>
        <p:txBody>
          <a:bodyPr/>
          <a:lstStyle>
            <a:lvl1pPr marL="0" indent="0">
              <a:buNone/>
              <a:defRPr b="1">
                <a:solidFill>
                  <a:srgbClr val="618CAC"/>
                </a:solidFill>
              </a:defRPr>
            </a:lvl1pPr>
            <a:lvl2pPr marL="431800" indent="0">
              <a:buNone/>
              <a:defRPr/>
            </a:lvl2pPr>
          </a:lstStyle>
          <a:p>
            <a:pPr lvl="0"/>
            <a:r>
              <a:rPr lang="zh-CN" altLang="en-US"/>
              <a:t>单击此处编辑母版文本样式</a:t>
            </a:r>
            <a:endParaRPr lang="zh-CN" altLang="en-US"/>
          </a:p>
        </p:txBody>
      </p:sp>
      <p:sp>
        <p:nvSpPr>
          <p:cNvPr id="15" name="Text Placeholder 12"/>
          <p:cNvSpPr>
            <a:spLocks noGrp="1"/>
          </p:cNvSpPr>
          <p:nvPr>
            <p:ph type="body" sz="quarter" idx="20"/>
          </p:nvPr>
        </p:nvSpPr>
        <p:spPr>
          <a:xfrm>
            <a:off x="7413950" y="1563644"/>
            <a:ext cx="6187438" cy="644519"/>
          </a:xfrm>
        </p:spPr>
        <p:txBody>
          <a:bodyPr/>
          <a:lstStyle>
            <a:lvl1pPr marL="0" indent="0">
              <a:buNone/>
              <a:defRPr b="1">
                <a:solidFill>
                  <a:srgbClr val="618CAC"/>
                </a:solidFill>
              </a:defRPr>
            </a:lvl1pPr>
            <a:lvl2pPr marL="431800" indent="0">
              <a:buNone/>
              <a:defRPr/>
            </a:lvl2pPr>
          </a:lstStyle>
          <a:p>
            <a:pPr lvl="0"/>
            <a:r>
              <a:rPr lang="zh-CN" altLang="en-US"/>
              <a:t>单击此处编辑母版文本样式</a:t>
            </a:r>
            <a:endParaRPr lang="zh-CN" altLang="en-US"/>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8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2346960"/>
            <a:ext cx="6099810" cy="486156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3" name="Text Placeholder 12"/>
          <p:cNvSpPr>
            <a:spLocks noGrp="1"/>
          </p:cNvSpPr>
          <p:nvPr>
            <p:ph type="body" sz="quarter" idx="14"/>
          </p:nvPr>
        </p:nvSpPr>
        <p:spPr>
          <a:xfrm>
            <a:off x="1005840" y="1594486"/>
            <a:ext cx="6101716" cy="650749"/>
          </a:xfrm>
        </p:spPr>
        <p:txBody>
          <a:bodyPr/>
          <a:lstStyle>
            <a:lvl1pPr marL="0" indent="0">
              <a:buNone/>
              <a:defRPr b="1">
                <a:solidFill>
                  <a:srgbClr val="618CAC"/>
                </a:solidFill>
              </a:defRPr>
            </a:lvl1pPr>
            <a:lvl2pPr marL="431800" indent="0">
              <a:buNone/>
              <a:defRPr/>
            </a:lvl2pPr>
          </a:lstStyle>
          <a:p>
            <a:pPr lvl="0"/>
            <a:r>
              <a:rPr lang="zh-CN" altLang="en-US"/>
              <a:t>单击此处编辑母版文本样式</a:t>
            </a:r>
            <a:endParaRPr lang="zh-CN" altLang="en-US"/>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6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1604772"/>
            <a:ext cx="6099810" cy="2510028"/>
          </a:xfrm>
        </p:spPr>
        <p:txBody>
          <a:bodyPr>
            <a:normAutofit/>
          </a:bodyPr>
          <a:lstStyle>
            <a:lvl1pPr marL="0" indent="0">
              <a:buFontTx/>
              <a:buNone/>
              <a:defRPr sz="2400"/>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8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1604773"/>
            <a:ext cx="12616814" cy="972560"/>
          </a:xfrm>
        </p:spPr>
        <p:txBody>
          <a:bodyPr>
            <a:normAutofit/>
          </a:bodyPr>
          <a:lstStyle>
            <a:lvl1pPr marL="0" indent="0">
              <a:buFontTx/>
              <a:buNone/>
              <a:defRPr sz="2400"/>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7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1604772"/>
            <a:ext cx="6099810" cy="681228"/>
          </a:xfrm>
        </p:spPr>
        <p:txBody>
          <a:bodyPr>
            <a:normAutofit/>
          </a:bodyPr>
          <a:lstStyle>
            <a:lvl1pPr marL="0" indent="0">
              <a:buFontTx/>
              <a:buNone/>
              <a:defRPr sz="2400" b="1">
                <a:solidFill>
                  <a:schemeClr val="accent1"/>
                </a:solidFill>
              </a:defRPr>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en-US"/>
              <a:t>Click to edit Master text styles</a:t>
            </a:r>
            <a:endParaRPr lang="en-US"/>
          </a:p>
        </p:txBody>
      </p:sp>
      <p:sp>
        <p:nvSpPr>
          <p:cNvPr id="5" name="Text Placeholder 10"/>
          <p:cNvSpPr>
            <a:spLocks noGrp="1"/>
          </p:cNvSpPr>
          <p:nvPr>
            <p:ph type="body" sz="quarter" idx="14"/>
          </p:nvPr>
        </p:nvSpPr>
        <p:spPr>
          <a:xfrm>
            <a:off x="1007746" y="2286000"/>
            <a:ext cx="6099810" cy="2510028"/>
          </a:xfrm>
        </p:spPr>
        <p:txBody>
          <a:bodyPr>
            <a:normAutofit/>
          </a:bodyPr>
          <a:lstStyle>
            <a:lvl1pPr marL="0" indent="0">
              <a:buFontTx/>
              <a:buNone/>
              <a:defRPr sz="2400"/>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0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7" name="文本占位符 16"/>
          <p:cNvSpPr>
            <a:spLocks noGrp="1"/>
          </p:cNvSpPr>
          <p:nvPr>
            <p:ph type="body" sz="quarter" idx="13" hasCustomPrompt="1"/>
          </p:nvPr>
        </p:nvSpPr>
        <p:spPr>
          <a:xfrm>
            <a:off x="99822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8" name="文本占位符 22"/>
          <p:cNvSpPr>
            <a:spLocks noGrp="1"/>
          </p:cNvSpPr>
          <p:nvPr>
            <p:ph type="body" sz="quarter" idx="16" hasCustomPrompt="1"/>
          </p:nvPr>
        </p:nvSpPr>
        <p:spPr>
          <a:xfrm>
            <a:off x="1005840" y="2272409"/>
            <a:ext cx="6094147" cy="1842391"/>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5" name="文本占位符 16"/>
          <p:cNvSpPr>
            <a:spLocks noGrp="1"/>
          </p:cNvSpPr>
          <p:nvPr>
            <p:ph type="body" sz="quarter" idx="17" hasCustomPrompt="1"/>
          </p:nvPr>
        </p:nvSpPr>
        <p:spPr>
          <a:xfrm>
            <a:off x="752094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文本占位符 22"/>
          <p:cNvSpPr>
            <a:spLocks noGrp="1"/>
          </p:cNvSpPr>
          <p:nvPr>
            <p:ph type="body" sz="quarter" idx="18" hasCustomPrompt="1"/>
          </p:nvPr>
        </p:nvSpPr>
        <p:spPr>
          <a:xfrm>
            <a:off x="7528560" y="2272409"/>
            <a:ext cx="6094147" cy="1842391"/>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1007746" y="4114800"/>
            <a:ext cx="6092190" cy="3042286"/>
          </a:xfrm>
          <a:ln w="12700">
            <a:solidFill>
              <a:schemeClr val="bg1">
                <a:lumMod val="75000"/>
              </a:schemeClr>
            </a:solidFill>
          </a:ln>
        </p:spPr>
        <p:txBody>
          <a:bodyPr/>
          <a:lstStyle/>
          <a:p>
            <a:r>
              <a:rPr kumimoji="1" lang="zh-CN" altLang="en-US"/>
              <a:t>单击图标添加图片</a:t>
            </a:r>
            <a:endParaRPr kumimoji="1" lang="zh-CN" altLang="en-US"/>
          </a:p>
        </p:txBody>
      </p:sp>
      <p:sp>
        <p:nvSpPr>
          <p:cNvPr id="12" name="图片占位符 10"/>
          <p:cNvSpPr>
            <a:spLocks noGrp="1"/>
          </p:cNvSpPr>
          <p:nvPr>
            <p:ph type="pic" sz="quarter" idx="20"/>
          </p:nvPr>
        </p:nvSpPr>
        <p:spPr>
          <a:xfrm>
            <a:off x="7525917" y="4114800"/>
            <a:ext cx="6092190" cy="3042286"/>
          </a:xfrm>
          <a:ln w="12700">
            <a:solidFill>
              <a:schemeClr val="bg1">
                <a:lumMod val="75000"/>
              </a:schemeClr>
            </a:solidFill>
          </a:ln>
        </p:spPr>
        <p:txBody>
          <a:bodyPr/>
          <a:lstStyle/>
          <a:p>
            <a:r>
              <a:rPr kumimoji="1" lang="zh-CN" altLang="en-US"/>
              <a:t>单击图标添加图片</a:t>
            </a:r>
            <a:endParaRPr kumimoji="1" lang="zh-CN" altLang="en-US"/>
          </a:p>
        </p:txBody>
      </p:sp>
    </p:spTree>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8" name="文本占位符 22"/>
          <p:cNvSpPr>
            <a:spLocks noGrp="1"/>
          </p:cNvSpPr>
          <p:nvPr>
            <p:ph type="body" sz="quarter" idx="16" hasCustomPrompt="1"/>
          </p:nvPr>
        </p:nvSpPr>
        <p:spPr>
          <a:xfrm>
            <a:off x="1011936" y="2256854"/>
            <a:ext cx="5864352" cy="257117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315200" y="1138985"/>
            <a:ext cx="6303264" cy="6260035"/>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5870448"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3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8" name="文本占位符 22"/>
          <p:cNvSpPr>
            <a:spLocks noGrp="1"/>
          </p:cNvSpPr>
          <p:nvPr>
            <p:ph type="body" sz="quarter" idx="16" hasCustomPrompt="1"/>
          </p:nvPr>
        </p:nvSpPr>
        <p:spPr>
          <a:xfrm>
            <a:off x="1011936" y="2256854"/>
            <a:ext cx="6059424" cy="135197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315200" y="1138985"/>
            <a:ext cx="6303264" cy="6260035"/>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图片占位符 6"/>
          <p:cNvSpPr>
            <a:spLocks noGrp="1"/>
          </p:cNvSpPr>
          <p:nvPr>
            <p:ph type="pic" sz="quarter" idx="20"/>
          </p:nvPr>
        </p:nvSpPr>
        <p:spPr>
          <a:xfrm>
            <a:off x="1007746" y="3728174"/>
            <a:ext cx="6063614" cy="3670846"/>
          </a:xfrm>
        </p:spPr>
        <p:txBody>
          <a:bodyPr/>
          <a:lstStyle/>
          <a:p>
            <a:r>
              <a:rPr kumimoji="1" lang="zh-CN" altLang="en-US"/>
              <a:t>单击图标添加图片</a:t>
            </a:r>
            <a:endParaRPr kumimoji="1" lang="zh-CN" altLang="en-US"/>
          </a:p>
        </p:txBody>
      </p:sp>
    </p:spTree>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5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8" name="文本占位符 22"/>
          <p:cNvSpPr>
            <a:spLocks noGrp="1"/>
          </p:cNvSpPr>
          <p:nvPr>
            <p:ph type="body" sz="quarter" idx="16" hasCustomPrompt="1"/>
          </p:nvPr>
        </p:nvSpPr>
        <p:spPr>
          <a:xfrm>
            <a:off x="1011936" y="2256854"/>
            <a:ext cx="6059424" cy="1857947"/>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315200" y="4114800"/>
            <a:ext cx="6303264" cy="3284220"/>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图片占位符 6"/>
          <p:cNvSpPr>
            <a:spLocks noGrp="1"/>
          </p:cNvSpPr>
          <p:nvPr>
            <p:ph type="pic" sz="quarter" idx="20"/>
          </p:nvPr>
        </p:nvSpPr>
        <p:spPr>
          <a:xfrm>
            <a:off x="1007746" y="4114800"/>
            <a:ext cx="6063614" cy="3284220"/>
          </a:xfrm>
        </p:spPr>
        <p:txBody>
          <a:bodyPr/>
          <a:lstStyle/>
          <a:p>
            <a:r>
              <a:rPr kumimoji="1" lang="zh-CN" altLang="en-US"/>
              <a:t>单击图标添加图片</a:t>
            </a:r>
            <a:endParaRPr kumimoji="1" lang="zh-CN" altLang="en-US"/>
          </a:p>
        </p:txBody>
      </p:sp>
      <p:sp>
        <p:nvSpPr>
          <p:cNvPr id="5" name="文本占位符 22"/>
          <p:cNvSpPr>
            <a:spLocks noGrp="1"/>
          </p:cNvSpPr>
          <p:nvPr>
            <p:ph type="body" sz="quarter" idx="21" hasCustomPrompt="1"/>
          </p:nvPr>
        </p:nvSpPr>
        <p:spPr>
          <a:xfrm>
            <a:off x="7412736" y="2256854"/>
            <a:ext cx="6059424" cy="1857947"/>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2" name="文本占位符 16"/>
          <p:cNvSpPr>
            <a:spLocks noGrp="1"/>
          </p:cNvSpPr>
          <p:nvPr>
            <p:ph type="body" sz="quarter" idx="22" hasCustomPrompt="1"/>
          </p:nvPr>
        </p:nvSpPr>
        <p:spPr>
          <a:xfrm>
            <a:off x="74066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4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741921" y="2078316"/>
            <a:ext cx="5357449" cy="5320705"/>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图片占位符 6"/>
          <p:cNvSpPr>
            <a:spLocks noGrp="1"/>
          </p:cNvSpPr>
          <p:nvPr>
            <p:ph type="pic" sz="quarter" idx="20"/>
          </p:nvPr>
        </p:nvSpPr>
        <p:spPr>
          <a:xfrm>
            <a:off x="1007746" y="4620769"/>
            <a:ext cx="6063614" cy="2778251"/>
          </a:xfrm>
        </p:spPr>
        <p:txBody>
          <a:bodyPr/>
          <a:lstStyle/>
          <a:p>
            <a:r>
              <a:rPr kumimoji="1" lang="zh-CN" altLang="en-US"/>
              <a:t>单击图标添加图片</a:t>
            </a:r>
            <a:endParaRPr kumimoji="1" lang="zh-CN" altLang="en-US"/>
          </a:p>
        </p:txBody>
      </p:sp>
      <p:sp>
        <p:nvSpPr>
          <p:cNvPr id="12" name="图片占位符 11"/>
          <p:cNvSpPr>
            <a:spLocks noGrp="1"/>
          </p:cNvSpPr>
          <p:nvPr>
            <p:ph type="pic" sz="quarter" idx="21"/>
          </p:nvPr>
        </p:nvSpPr>
        <p:spPr>
          <a:xfrm>
            <a:off x="1007747" y="2151887"/>
            <a:ext cx="6057517" cy="1949478"/>
          </a:xfrm>
        </p:spPr>
        <p:txBody>
          <a:bodyPr/>
          <a:lstStyle/>
          <a:p>
            <a:r>
              <a:rPr kumimoji="1" lang="zh-CN" altLang="en-US"/>
              <a:t>单击图标添加图片</a:t>
            </a:r>
            <a:endParaRPr kumimoji="1" lang="zh-CN" altLang="en-US"/>
          </a:p>
        </p:txBody>
      </p:sp>
      <p:sp>
        <p:nvSpPr>
          <p:cNvPr id="13" name="文本占位符 16"/>
          <p:cNvSpPr>
            <a:spLocks noGrp="1"/>
          </p:cNvSpPr>
          <p:nvPr>
            <p:ph type="body" sz="quarter" idx="22" hasCustomPrompt="1"/>
          </p:nvPr>
        </p:nvSpPr>
        <p:spPr>
          <a:xfrm>
            <a:off x="1005840" y="401899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4" name="文本占位符 16"/>
          <p:cNvSpPr>
            <a:spLocks noGrp="1"/>
          </p:cNvSpPr>
          <p:nvPr>
            <p:ph type="body" sz="quarter" idx="23" hasCustomPrompt="1"/>
          </p:nvPr>
        </p:nvSpPr>
        <p:spPr>
          <a:xfrm>
            <a:off x="7568418"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7" name="文本占位符 16"/>
          <p:cNvSpPr>
            <a:spLocks noGrp="1"/>
          </p:cNvSpPr>
          <p:nvPr>
            <p:ph type="body" sz="quarter" idx="13" hasCustomPrompt="1"/>
          </p:nvPr>
        </p:nvSpPr>
        <p:spPr>
          <a:xfrm>
            <a:off x="99822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8" name="文本占位符 22"/>
          <p:cNvSpPr>
            <a:spLocks noGrp="1"/>
          </p:cNvSpPr>
          <p:nvPr>
            <p:ph type="body" sz="quarter" idx="16" hasCustomPrompt="1"/>
          </p:nvPr>
        </p:nvSpPr>
        <p:spPr>
          <a:xfrm>
            <a:off x="1005840" y="2272409"/>
            <a:ext cx="6094147" cy="4884677"/>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2" name="图片占位符 10"/>
          <p:cNvSpPr>
            <a:spLocks noGrp="1"/>
          </p:cNvSpPr>
          <p:nvPr>
            <p:ph type="pic" sz="quarter" idx="20"/>
          </p:nvPr>
        </p:nvSpPr>
        <p:spPr>
          <a:xfrm>
            <a:off x="7525917" y="2272409"/>
            <a:ext cx="6092190" cy="4884677"/>
          </a:xfrm>
          <a:ln w="12700">
            <a:solidFill>
              <a:schemeClr val="bg1">
                <a:lumMod val="75000"/>
              </a:schemeClr>
            </a:solidFill>
          </a:ln>
        </p:spPr>
        <p:txBody>
          <a:bodyPr/>
          <a:lstStyle/>
          <a:p>
            <a:r>
              <a:rPr kumimoji="1" lang="zh-CN" altLang="en-US"/>
              <a:t>单击图标添加图片</a:t>
            </a:r>
            <a:endParaRPr kumimoji="1" lang="zh-CN" altLang="en-US"/>
          </a:p>
        </p:txBody>
      </p:sp>
    </p:spTree>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3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7" name="图片占位符 6"/>
          <p:cNvSpPr>
            <a:spLocks noGrp="1"/>
          </p:cNvSpPr>
          <p:nvPr>
            <p:ph type="pic" sz="quarter" idx="13"/>
          </p:nvPr>
        </p:nvSpPr>
        <p:spPr>
          <a:xfrm>
            <a:off x="1005841" y="2726055"/>
            <a:ext cx="10848703" cy="1280944"/>
          </a:xfrm>
        </p:spPr>
        <p:txBody>
          <a:bodyPr/>
          <a:lstStyle/>
          <a:p>
            <a:r>
              <a:rPr kumimoji="1" lang="zh-CN" altLang="en-US"/>
              <a:t>单击图标添加图片</a:t>
            </a:r>
            <a:endParaRPr kumimoji="1" lang="zh-CN" altLang="en-US"/>
          </a:p>
        </p:txBody>
      </p:sp>
      <p:sp>
        <p:nvSpPr>
          <p:cNvPr id="10" name="图片占位符 6"/>
          <p:cNvSpPr>
            <a:spLocks noGrp="1"/>
          </p:cNvSpPr>
          <p:nvPr>
            <p:ph type="pic" sz="quarter" idx="14"/>
          </p:nvPr>
        </p:nvSpPr>
        <p:spPr>
          <a:xfrm>
            <a:off x="1005841" y="5273312"/>
            <a:ext cx="10848703" cy="1280944"/>
          </a:xfrm>
        </p:spPr>
        <p:txBody>
          <a:bodyPr/>
          <a:lstStyle/>
          <a:p>
            <a:r>
              <a:rPr kumimoji="1" lang="zh-CN" altLang="en-US"/>
              <a:t>单击图标添加图片</a:t>
            </a:r>
            <a:endParaRPr kumimoji="1" lang="zh-CN" altLang="en-US"/>
          </a:p>
        </p:txBody>
      </p:sp>
      <p:sp>
        <p:nvSpPr>
          <p:cNvPr id="11" name="文本占位符 16"/>
          <p:cNvSpPr>
            <a:spLocks noGrp="1"/>
          </p:cNvSpPr>
          <p:nvPr>
            <p:ph type="body" sz="quarter" idx="15" hasCustomPrompt="1"/>
          </p:nvPr>
        </p:nvSpPr>
        <p:spPr>
          <a:xfrm>
            <a:off x="99822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2" name="文本占位符 16"/>
          <p:cNvSpPr>
            <a:spLocks noGrp="1"/>
          </p:cNvSpPr>
          <p:nvPr>
            <p:ph type="body" sz="quarter" idx="16" hasCustomPrompt="1"/>
          </p:nvPr>
        </p:nvSpPr>
        <p:spPr>
          <a:xfrm>
            <a:off x="1007746" y="4450840"/>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占位符 1"/>
          <p:cNvSpPr>
            <a:spLocks noGrp="1"/>
          </p:cNvSpPr>
          <p:nvPr>
            <p:ph type="title"/>
          </p:nvPr>
        </p:nvSpPr>
        <p:spPr>
          <a:xfrm>
            <a:off x="1735836" y="352807"/>
            <a:ext cx="11888724" cy="1058418"/>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7" name="文本占位符 16"/>
          <p:cNvSpPr>
            <a:spLocks noGrp="1"/>
          </p:cNvSpPr>
          <p:nvPr>
            <p:ph type="body" sz="quarter" idx="13" hasCustomPrompt="1"/>
          </p:nvPr>
        </p:nvSpPr>
        <p:spPr>
          <a:xfrm>
            <a:off x="1007746" y="1784696"/>
            <a:ext cx="4015740" cy="538544"/>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8" name="文本占位符 22"/>
          <p:cNvSpPr>
            <a:spLocks noGrp="1"/>
          </p:cNvSpPr>
          <p:nvPr>
            <p:ph type="body" sz="quarter" idx="16" hasCustomPrompt="1"/>
          </p:nvPr>
        </p:nvSpPr>
        <p:spPr>
          <a:xfrm>
            <a:off x="1005841" y="2352581"/>
            <a:ext cx="11650218" cy="176221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文本占位符 16"/>
          <p:cNvSpPr>
            <a:spLocks noGrp="1"/>
          </p:cNvSpPr>
          <p:nvPr>
            <p:ph type="body" sz="quarter" idx="17" hasCustomPrompt="1"/>
          </p:nvPr>
        </p:nvSpPr>
        <p:spPr>
          <a:xfrm>
            <a:off x="1007746" y="4436456"/>
            <a:ext cx="4015740" cy="538544"/>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1" name="文本占位符 22"/>
          <p:cNvSpPr>
            <a:spLocks noGrp="1"/>
          </p:cNvSpPr>
          <p:nvPr>
            <p:ph type="body" sz="quarter" idx="18" hasCustomPrompt="1"/>
          </p:nvPr>
        </p:nvSpPr>
        <p:spPr>
          <a:xfrm>
            <a:off x="1005841" y="5004341"/>
            <a:ext cx="11650218" cy="208225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Tree>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9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矩形 9"/>
          <p:cNvSpPr/>
          <p:nvPr/>
        </p:nvSpPr>
        <p:spPr>
          <a:xfrm>
            <a:off x="1005840" y="1693920"/>
            <a:ext cx="12616816" cy="2420880"/>
          </a:xfrm>
          <a:prstGeom prst="rect">
            <a:avLst/>
          </a:prstGeom>
          <a:gradFill flip="none" rotWithShape="1">
            <a:gsLst>
              <a:gs pos="99000">
                <a:schemeClr val="accent1">
                  <a:lumMod val="5000"/>
                  <a:lumOff val="95000"/>
                </a:schemeClr>
              </a:gs>
              <a:gs pos="100000">
                <a:srgbClr val="90B3C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pic>
        <p:nvPicPr>
          <p:cNvPr id="15" name="图形 14" descr="数据库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27280" y="2517074"/>
            <a:ext cx="1097280" cy="1097280"/>
          </a:xfrm>
          <a:prstGeom prst="rect">
            <a:avLst/>
          </a:prstGeom>
        </p:spPr>
      </p:pic>
      <p:sp>
        <p:nvSpPr>
          <p:cNvPr id="19" name="矩形 18"/>
          <p:cNvSpPr/>
          <p:nvPr/>
        </p:nvSpPr>
        <p:spPr>
          <a:xfrm>
            <a:off x="1007745" y="4695058"/>
            <a:ext cx="12553187" cy="2419199"/>
          </a:xfrm>
          <a:prstGeom prst="rect">
            <a:avLst/>
          </a:prstGeom>
          <a:gradFill flip="none" rotWithShape="1">
            <a:gsLst>
              <a:gs pos="99000">
                <a:schemeClr val="accent1">
                  <a:lumMod val="5000"/>
                  <a:lumOff val="95000"/>
                </a:schemeClr>
              </a:gs>
              <a:gs pos="100000">
                <a:srgbClr val="90B3C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1" name="文本占位符 16"/>
          <p:cNvSpPr>
            <a:spLocks noGrp="1"/>
          </p:cNvSpPr>
          <p:nvPr>
            <p:ph type="body" sz="quarter" idx="17" hasCustomPrompt="1"/>
          </p:nvPr>
        </p:nvSpPr>
        <p:spPr>
          <a:xfrm>
            <a:off x="1171194" y="1728861"/>
            <a:ext cx="4015740" cy="538544"/>
          </a:xfrm>
        </p:spPr>
        <p:txBody>
          <a:bodyPr/>
          <a:lstStyle>
            <a:lvl1pPr>
              <a:buNone/>
              <a:defRPr b="1">
                <a:solidFill>
                  <a:srgbClr val="618BAC"/>
                </a:solidFill>
              </a:defRPr>
            </a:lvl1pPr>
          </a:lstStyle>
          <a:p>
            <a:pPr lvl="0"/>
            <a:r>
              <a:rPr kumimoji="1" lang="zh-CN" altLang="en-US" dirty="0"/>
              <a:t>文本</a:t>
            </a:r>
            <a:endParaRPr kumimoji="1" lang="zh-CN" altLang="en-US" dirty="0"/>
          </a:p>
        </p:txBody>
      </p:sp>
      <p:sp>
        <p:nvSpPr>
          <p:cNvPr id="22" name="文本占位符 22"/>
          <p:cNvSpPr>
            <a:spLocks noGrp="1"/>
          </p:cNvSpPr>
          <p:nvPr>
            <p:ph type="body" sz="quarter" idx="18" hasCustomPrompt="1"/>
          </p:nvPr>
        </p:nvSpPr>
        <p:spPr>
          <a:xfrm>
            <a:off x="1171194" y="2296745"/>
            <a:ext cx="11462767" cy="1818054"/>
          </a:xfrm>
        </p:spPr>
        <p:txBody>
          <a:bodyPr>
            <a:normAutofit/>
          </a:bodyPr>
          <a:lstStyle>
            <a:lvl1pPr>
              <a:lnSpc>
                <a:spcPct val="110000"/>
              </a:lnSpc>
              <a:buNone/>
              <a:defRPr sz="2400"/>
            </a:lvl1pPr>
          </a:lstStyle>
          <a:p>
            <a:pPr lvl="0"/>
            <a:r>
              <a:rPr kumimoji="1" lang="zh-CN" altLang="en-US" dirty="0"/>
              <a:t>文本</a:t>
            </a:r>
            <a:endParaRPr kumimoji="1" lang="en-US" altLang="zh-CN" dirty="0"/>
          </a:p>
        </p:txBody>
      </p:sp>
      <p:pic>
        <p:nvPicPr>
          <p:cNvPr id="24" name="图形 23" descr="条形图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480797" y="5916551"/>
            <a:ext cx="1097280" cy="1097280"/>
          </a:xfrm>
          <a:prstGeom prst="rect">
            <a:avLst/>
          </a:prstGeom>
        </p:spPr>
      </p:pic>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7" name="文本占位符 16"/>
          <p:cNvSpPr>
            <a:spLocks noGrp="1"/>
          </p:cNvSpPr>
          <p:nvPr>
            <p:ph type="body" sz="quarter" idx="19" hasCustomPrompt="1"/>
          </p:nvPr>
        </p:nvSpPr>
        <p:spPr>
          <a:xfrm>
            <a:off x="1171194" y="4728369"/>
            <a:ext cx="4015740" cy="538544"/>
          </a:xfrm>
        </p:spPr>
        <p:txBody>
          <a:bodyPr/>
          <a:lstStyle>
            <a:lvl1pPr>
              <a:buNone/>
              <a:defRPr b="1">
                <a:solidFill>
                  <a:srgbClr val="618BAC"/>
                </a:solidFill>
              </a:defRPr>
            </a:lvl1pPr>
          </a:lstStyle>
          <a:p>
            <a:pPr lvl="0"/>
            <a:r>
              <a:rPr kumimoji="1" lang="zh-CN" altLang="en-US" dirty="0"/>
              <a:t>文本</a:t>
            </a:r>
            <a:endParaRPr kumimoji="1" lang="zh-CN" altLang="en-US" dirty="0"/>
          </a:p>
        </p:txBody>
      </p:sp>
      <p:sp>
        <p:nvSpPr>
          <p:cNvPr id="11" name="文本占位符 22"/>
          <p:cNvSpPr>
            <a:spLocks noGrp="1"/>
          </p:cNvSpPr>
          <p:nvPr>
            <p:ph type="body" sz="quarter" idx="20" hasCustomPrompt="1"/>
          </p:nvPr>
        </p:nvSpPr>
        <p:spPr>
          <a:xfrm>
            <a:off x="1171194" y="5296253"/>
            <a:ext cx="11462767" cy="1818054"/>
          </a:xfrm>
        </p:spPr>
        <p:txBody>
          <a:bodyPr>
            <a:normAutofit/>
          </a:bodyPr>
          <a:lstStyle>
            <a:lvl1pPr>
              <a:lnSpc>
                <a:spcPct val="110000"/>
              </a:lnSpc>
              <a:buNone/>
              <a:defRPr sz="2400"/>
            </a:lvl1pPr>
          </a:lstStyle>
          <a:p>
            <a:pPr lvl="0"/>
            <a:r>
              <a:rPr kumimoji="1" lang="zh-CN" altLang="en-US" dirty="0"/>
              <a:t>文本</a:t>
            </a:r>
            <a:endParaRPr kumimoji="1" lang="en-US" altLang="zh-CN" dirty="0"/>
          </a:p>
        </p:txBody>
      </p:sp>
    </p:spTree>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8_空白">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776733" y="1915669"/>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占位符 1"/>
          <p:cNvSpPr>
            <a:spLocks noGrp="1"/>
          </p:cNvSpPr>
          <p:nvPr>
            <p:ph type="title"/>
          </p:nvPr>
        </p:nvSpPr>
        <p:spPr>
          <a:xfrm>
            <a:off x="1735836" y="352807"/>
            <a:ext cx="11888724" cy="1058418"/>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7" name="文本占位符 10"/>
          <p:cNvSpPr>
            <a:spLocks noGrp="1"/>
          </p:cNvSpPr>
          <p:nvPr>
            <p:ph type="body" sz="quarter" idx="13" hasCustomPrompt="1"/>
          </p:nvPr>
        </p:nvSpPr>
        <p:spPr>
          <a:xfrm>
            <a:off x="851916" y="2027678"/>
            <a:ext cx="6057010"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10" name="文本占位符 12"/>
          <p:cNvSpPr>
            <a:spLocks noGrp="1"/>
          </p:cNvSpPr>
          <p:nvPr>
            <p:ph type="body" sz="quarter" idx="14"/>
          </p:nvPr>
        </p:nvSpPr>
        <p:spPr>
          <a:xfrm>
            <a:off x="851916" y="2563541"/>
            <a:ext cx="6057010" cy="17710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15" name="矩形 14"/>
          <p:cNvSpPr/>
          <p:nvPr/>
        </p:nvSpPr>
        <p:spPr>
          <a:xfrm>
            <a:off x="7703567" y="1915669"/>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矩形 15"/>
          <p:cNvSpPr/>
          <p:nvPr/>
        </p:nvSpPr>
        <p:spPr>
          <a:xfrm>
            <a:off x="776732" y="4771645"/>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7" name="矩形 16"/>
          <p:cNvSpPr/>
          <p:nvPr/>
        </p:nvSpPr>
        <p:spPr>
          <a:xfrm>
            <a:off x="7680199" y="4771644"/>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8" name="文本占位符 10"/>
          <p:cNvSpPr>
            <a:spLocks noGrp="1"/>
          </p:cNvSpPr>
          <p:nvPr>
            <p:ph type="body" sz="quarter" idx="15" hasCustomPrompt="1"/>
          </p:nvPr>
        </p:nvSpPr>
        <p:spPr>
          <a:xfrm>
            <a:off x="7721477" y="2044822"/>
            <a:ext cx="6114029"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19" name="文本占位符 12"/>
          <p:cNvSpPr>
            <a:spLocks noGrp="1"/>
          </p:cNvSpPr>
          <p:nvPr>
            <p:ph type="body" sz="quarter" idx="16"/>
          </p:nvPr>
        </p:nvSpPr>
        <p:spPr>
          <a:xfrm>
            <a:off x="7721477" y="2580686"/>
            <a:ext cx="6114029" cy="17710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20" name="文本占位符 10"/>
          <p:cNvSpPr>
            <a:spLocks noGrp="1"/>
          </p:cNvSpPr>
          <p:nvPr>
            <p:ph type="body" sz="quarter" idx="17" hasCustomPrompt="1"/>
          </p:nvPr>
        </p:nvSpPr>
        <p:spPr>
          <a:xfrm>
            <a:off x="758824" y="4908037"/>
            <a:ext cx="6150102"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1" name="文本占位符 12"/>
          <p:cNvSpPr>
            <a:spLocks noGrp="1"/>
          </p:cNvSpPr>
          <p:nvPr>
            <p:ph type="body" sz="quarter" idx="18"/>
          </p:nvPr>
        </p:nvSpPr>
        <p:spPr>
          <a:xfrm>
            <a:off x="758824" y="5443900"/>
            <a:ext cx="6150102" cy="17710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22" name="文本占位符 10"/>
          <p:cNvSpPr>
            <a:spLocks noGrp="1"/>
          </p:cNvSpPr>
          <p:nvPr>
            <p:ph type="body" sz="quarter" idx="19" hasCustomPrompt="1"/>
          </p:nvPr>
        </p:nvSpPr>
        <p:spPr>
          <a:xfrm>
            <a:off x="7680198" y="4908037"/>
            <a:ext cx="6155308"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3" name="文本占位符 12"/>
          <p:cNvSpPr>
            <a:spLocks noGrp="1"/>
          </p:cNvSpPr>
          <p:nvPr>
            <p:ph type="body" sz="quarter" idx="20"/>
          </p:nvPr>
        </p:nvSpPr>
        <p:spPr>
          <a:xfrm>
            <a:off x="7680198" y="5443900"/>
            <a:ext cx="6155308" cy="1771096"/>
          </a:xfrm>
        </p:spPr>
        <p:txBody>
          <a:bodyPr>
            <a:normAutofit/>
          </a:bodyPr>
          <a:lstStyle>
            <a:lvl1pPr>
              <a:buNone/>
              <a:defRPr sz="2400"/>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7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1042805" y="2060411"/>
            <a:ext cx="2165195" cy="2146216"/>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grpSp>
        <p:nvGrpSpPr>
          <p:cNvPr id="5" name="Group 10"/>
          <p:cNvGrpSpPr/>
          <p:nvPr/>
        </p:nvGrpSpPr>
        <p:grpSpPr>
          <a:xfrm>
            <a:off x="4270993" y="1499276"/>
            <a:ext cx="9217523" cy="1417883"/>
            <a:chOff x="3492253" y="1182489"/>
            <a:chExt cx="7681269" cy="1181569"/>
          </a:xfrm>
        </p:grpSpPr>
        <p:sp>
          <p:nvSpPr>
            <p:cNvPr id="7" name="Rectangle 4"/>
            <p:cNvSpPr/>
            <p:nvPr/>
          </p:nvSpPr>
          <p:spPr>
            <a:xfrm>
              <a:off x="3492253" y="1182489"/>
              <a:ext cx="7681269" cy="1181569"/>
            </a:xfrm>
            <a:prstGeom prst="rect">
              <a:avLst/>
            </a:prstGeom>
            <a:solidFill>
              <a:schemeClr val="bg1"/>
            </a:solidFill>
            <a:ln>
              <a:noFill/>
            </a:ln>
            <a:effectLst>
              <a:outerShdw blurRad="381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defRPr/>
              </a:pPr>
              <a:endParaRPr kumimoji="0" lang="en-US" sz="216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0" name="Straight Connector 5"/>
            <p:cNvCxnSpPr/>
            <p:nvPr/>
          </p:nvCxnSpPr>
          <p:spPr>
            <a:xfrm>
              <a:off x="4845524" y="1214905"/>
              <a:ext cx="6327998" cy="0"/>
            </a:xfrm>
            <a:prstGeom prst="line">
              <a:avLst/>
            </a:prstGeom>
            <a:ln w="63500">
              <a:solidFill>
                <a:srgbClr val="618CAC"/>
              </a:solidFill>
            </a:ln>
          </p:spPr>
          <p:style>
            <a:lnRef idx="1">
              <a:schemeClr val="accent1"/>
            </a:lnRef>
            <a:fillRef idx="0">
              <a:schemeClr val="accent1"/>
            </a:fillRef>
            <a:effectRef idx="0">
              <a:schemeClr val="accent1"/>
            </a:effectRef>
            <a:fontRef idx="minor">
              <a:schemeClr val="tx1"/>
            </a:fontRef>
          </p:style>
        </p:cxnSp>
        <p:sp>
          <p:nvSpPr>
            <p:cNvPr id="12" name="Title 3"/>
            <p:cNvSpPr txBox="1"/>
            <p:nvPr/>
          </p:nvSpPr>
          <p:spPr>
            <a:xfrm>
              <a:off x="3679043" y="1384559"/>
              <a:ext cx="1166481" cy="847547"/>
            </a:xfrm>
            <a:prstGeom prst="rect">
              <a:avLst/>
            </a:prstGeom>
          </p:spPr>
          <p:txBody>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1097280" rtl="0" eaLnBrk="1" fontAlgn="auto" latinLnBrk="0" hangingPunct="1">
                <a:lnSpc>
                  <a:spcPct val="80000"/>
                </a:lnSpc>
                <a:spcBef>
                  <a:spcPct val="0"/>
                </a:spcBef>
                <a:spcAft>
                  <a:spcPts val="0"/>
                </a:spcAft>
                <a:buClrTx/>
                <a:buSzTx/>
                <a:buFontTx/>
                <a:buNone/>
                <a:defRPr/>
              </a:pPr>
              <a:r>
                <a:rPr kumimoji="0" lang="en-US" sz="7920" b="1" i="0" u="none" strike="noStrike" kern="1200" cap="none" spc="0" normalizeH="0" baseline="0" noProof="0" dirty="0">
                  <a:ln>
                    <a:noFill/>
                  </a:ln>
                  <a:solidFill>
                    <a:srgbClr val="222222">
                      <a:alpha val="30000"/>
                    </a:srgbClr>
                  </a:solidFill>
                  <a:effectLst/>
                  <a:uLnTx/>
                  <a:uFillTx/>
                  <a:latin typeface="Bebas Neue" charset="0"/>
                </a:rPr>
                <a:t>01</a:t>
              </a:r>
              <a:endParaRPr kumimoji="0" lang="en-US" sz="7920" b="1" i="0" u="none" strike="noStrike" kern="1200" cap="none" spc="0" normalizeH="0" baseline="0" noProof="0" dirty="0">
                <a:ln>
                  <a:noFill/>
                </a:ln>
                <a:solidFill>
                  <a:srgbClr val="222222">
                    <a:alpha val="30000"/>
                  </a:srgbClr>
                </a:solidFill>
                <a:effectLst/>
                <a:uLnTx/>
                <a:uFillTx/>
                <a:latin typeface="Bebas Neue" charset="0"/>
              </a:endParaRPr>
            </a:p>
          </p:txBody>
        </p:sp>
      </p:grpSp>
      <p:grpSp>
        <p:nvGrpSpPr>
          <p:cNvPr id="13" name="Group 22"/>
          <p:cNvGrpSpPr/>
          <p:nvPr/>
        </p:nvGrpSpPr>
        <p:grpSpPr>
          <a:xfrm>
            <a:off x="4270993" y="3479680"/>
            <a:ext cx="9217523" cy="1417883"/>
            <a:chOff x="3492253" y="1182489"/>
            <a:chExt cx="7681269" cy="1181569"/>
          </a:xfrm>
        </p:grpSpPr>
        <p:sp>
          <p:nvSpPr>
            <p:cNvPr id="14" name="Rectangle 23"/>
            <p:cNvSpPr/>
            <p:nvPr/>
          </p:nvSpPr>
          <p:spPr>
            <a:xfrm>
              <a:off x="3492253" y="1182489"/>
              <a:ext cx="7681269" cy="1181569"/>
            </a:xfrm>
            <a:prstGeom prst="rect">
              <a:avLst/>
            </a:prstGeom>
            <a:solidFill>
              <a:schemeClr val="bg1"/>
            </a:solidFill>
            <a:ln>
              <a:noFill/>
            </a:ln>
            <a:effectLst>
              <a:outerShdw blurRad="381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defRPr/>
              </a:pPr>
              <a:endParaRPr kumimoji="0" lang="en-US" sz="216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5" name="Straight Connector 24"/>
            <p:cNvCxnSpPr/>
            <p:nvPr/>
          </p:nvCxnSpPr>
          <p:spPr>
            <a:xfrm>
              <a:off x="4845524" y="1214905"/>
              <a:ext cx="6327998" cy="0"/>
            </a:xfrm>
            <a:prstGeom prst="line">
              <a:avLst/>
            </a:prstGeom>
            <a:ln w="63500">
              <a:solidFill>
                <a:srgbClr val="618CAC"/>
              </a:solidFill>
            </a:ln>
          </p:spPr>
          <p:style>
            <a:lnRef idx="1">
              <a:schemeClr val="accent1"/>
            </a:lnRef>
            <a:fillRef idx="0">
              <a:schemeClr val="accent1"/>
            </a:fillRef>
            <a:effectRef idx="0">
              <a:schemeClr val="accent1"/>
            </a:effectRef>
            <a:fontRef idx="minor">
              <a:schemeClr val="tx1"/>
            </a:fontRef>
          </p:style>
        </p:cxnSp>
        <p:sp>
          <p:nvSpPr>
            <p:cNvPr id="17" name="Title 3"/>
            <p:cNvSpPr txBox="1"/>
            <p:nvPr/>
          </p:nvSpPr>
          <p:spPr>
            <a:xfrm>
              <a:off x="3679043" y="1384559"/>
              <a:ext cx="1166481" cy="847547"/>
            </a:xfrm>
            <a:prstGeom prst="rect">
              <a:avLst/>
            </a:prstGeom>
          </p:spPr>
          <p:txBody>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1097280" rtl="0" eaLnBrk="1" fontAlgn="auto" latinLnBrk="0" hangingPunct="1">
                <a:lnSpc>
                  <a:spcPct val="80000"/>
                </a:lnSpc>
                <a:spcBef>
                  <a:spcPct val="0"/>
                </a:spcBef>
                <a:spcAft>
                  <a:spcPts val="0"/>
                </a:spcAft>
                <a:buClrTx/>
                <a:buSzTx/>
                <a:buFontTx/>
                <a:buNone/>
                <a:defRPr/>
              </a:pPr>
              <a:r>
                <a:rPr kumimoji="0" lang="en-US" sz="7920" b="1" i="0" u="none" strike="noStrike" kern="1200" cap="none" spc="0" normalizeH="0" baseline="0" noProof="0" dirty="0">
                  <a:ln>
                    <a:noFill/>
                  </a:ln>
                  <a:solidFill>
                    <a:srgbClr val="222222">
                      <a:alpha val="30000"/>
                    </a:srgbClr>
                  </a:solidFill>
                  <a:effectLst/>
                  <a:uLnTx/>
                  <a:uFillTx/>
                  <a:latin typeface="Bebas Neue" charset="0"/>
                </a:rPr>
                <a:t>02</a:t>
              </a:r>
              <a:endParaRPr kumimoji="0" lang="en-US" sz="7920" b="1" i="0" u="none" strike="noStrike" kern="1200" cap="none" spc="0" normalizeH="0" baseline="0" noProof="0" dirty="0">
                <a:ln>
                  <a:noFill/>
                </a:ln>
                <a:solidFill>
                  <a:srgbClr val="222222">
                    <a:alpha val="30000"/>
                  </a:srgbClr>
                </a:solidFill>
                <a:effectLst/>
                <a:uLnTx/>
                <a:uFillTx/>
                <a:latin typeface="Bebas Neue" charset="0"/>
              </a:endParaRPr>
            </a:p>
          </p:txBody>
        </p:sp>
      </p:grpSp>
      <p:grpSp>
        <p:nvGrpSpPr>
          <p:cNvPr id="18" name="Group 27"/>
          <p:cNvGrpSpPr/>
          <p:nvPr/>
        </p:nvGrpSpPr>
        <p:grpSpPr>
          <a:xfrm>
            <a:off x="4270993" y="5279421"/>
            <a:ext cx="9217523" cy="1417883"/>
            <a:chOff x="3492253" y="1182489"/>
            <a:chExt cx="7681269" cy="1181569"/>
          </a:xfrm>
        </p:grpSpPr>
        <p:sp>
          <p:nvSpPr>
            <p:cNvPr id="19" name="Rectangle 28"/>
            <p:cNvSpPr/>
            <p:nvPr/>
          </p:nvSpPr>
          <p:spPr>
            <a:xfrm>
              <a:off x="3492253" y="1182489"/>
              <a:ext cx="7681269" cy="1181569"/>
            </a:xfrm>
            <a:prstGeom prst="rect">
              <a:avLst/>
            </a:prstGeom>
            <a:solidFill>
              <a:schemeClr val="bg1"/>
            </a:solidFill>
            <a:ln>
              <a:noFill/>
            </a:ln>
            <a:effectLst>
              <a:outerShdw blurRad="381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defRPr/>
              </a:pPr>
              <a:endParaRPr kumimoji="0" lang="en-US" sz="216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20" name="Straight Connector 29"/>
            <p:cNvCxnSpPr/>
            <p:nvPr/>
          </p:nvCxnSpPr>
          <p:spPr>
            <a:xfrm>
              <a:off x="4845524" y="1214905"/>
              <a:ext cx="6327998" cy="0"/>
            </a:xfrm>
            <a:prstGeom prst="line">
              <a:avLst/>
            </a:prstGeom>
            <a:ln w="63500">
              <a:solidFill>
                <a:srgbClr val="618CAC"/>
              </a:solidFill>
            </a:ln>
          </p:spPr>
          <p:style>
            <a:lnRef idx="1">
              <a:schemeClr val="accent1"/>
            </a:lnRef>
            <a:fillRef idx="0">
              <a:schemeClr val="accent1"/>
            </a:fillRef>
            <a:effectRef idx="0">
              <a:schemeClr val="accent1"/>
            </a:effectRef>
            <a:fontRef idx="minor">
              <a:schemeClr val="tx1"/>
            </a:fontRef>
          </p:style>
        </p:cxnSp>
        <p:sp>
          <p:nvSpPr>
            <p:cNvPr id="22" name="Title 3"/>
            <p:cNvSpPr txBox="1"/>
            <p:nvPr/>
          </p:nvSpPr>
          <p:spPr>
            <a:xfrm>
              <a:off x="3679043" y="1384559"/>
              <a:ext cx="1166481" cy="847547"/>
            </a:xfrm>
            <a:prstGeom prst="rect">
              <a:avLst/>
            </a:prstGeom>
          </p:spPr>
          <p:txBody>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1097280" rtl="0" eaLnBrk="1" fontAlgn="auto" latinLnBrk="0" hangingPunct="1">
                <a:lnSpc>
                  <a:spcPct val="80000"/>
                </a:lnSpc>
                <a:spcBef>
                  <a:spcPct val="0"/>
                </a:spcBef>
                <a:spcAft>
                  <a:spcPts val="0"/>
                </a:spcAft>
                <a:buClrTx/>
                <a:buSzTx/>
                <a:buFontTx/>
                <a:buNone/>
                <a:defRPr/>
              </a:pPr>
              <a:r>
                <a:rPr kumimoji="0" lang="en-US" sz="7920" b="1" i="0" u="none" strike="noStrike" kern="1200" cap="none" spc="0" normalizeH="0" baseline="0" noProof="0" dirty="0">
                  <a:ln>
                    <a:noFill/>
                  </a:ln>
                  <a:solidFill>
                    <a:srgbClr val="222222">
                      <a:alpha val="30000"/>
                    </a:srgbClr>
                  </a:solidFill>
                  <a:effectLst/>
                  <a:uLnTx/>
                  <a:uFillTx/>
                  <a:latin typeface="Bebas Neue" charset="0"/>
                </a:rPr>
                <a:t>03</a:t>
              </a:r>
              <a:endParaRPr kumimoji="0" lang="en-US" sz="7920" b="1" i="0" u="none" strike="noStrike" kern="1200" cap="none" spc="0" normalizeH="0" baseline="0" noProof="0" dirty="0">
                <a:ln>
                  <a:noFill/>
                </a:ln>
                <a:solidFill>
                  <a:srgbClr val="222222">
                    <a:alpha val="30000"/>
                  </a:srgbClr>
                </a:solidFill>
                <a:effectLst/>
                <a:uLnTx/>
                <a:uFillTx/>
                <a:latin typeface="Bebas Neue" charset="0"/>
              </a:endParaRPr>
            </a:p>
          </p:txBody>
        </p:sp>
      </p:grpSp>
      <p:sp>
        <p:nvSpPr>
          <p:cNvPr id="23" name="标题占位符 1"/>
          <p:cNvSpPr>
            <a:spLocks noGrp="1"/>
          </p:cNvSpPr>
          <p:nvPr>
            <p:ph type="title"/>
          </p:nvPr>
        </p:nvSpPr>
        <p:spPr>
          <a:xfrm>
            <a:off x="5894917" y="1716024"/>
            <a:ext cx="7593598" cy="950136"/>
          </a:xfrm>
          <a:prstGeom prst="rect">
            <a:avLst/>
          </a:prstGeom>
        </p:spPr>
        <p:txBody>
          <a:bodyPr vert="horz" lIns="91440" tIns="45720" rIns="91440" bIns="45720" rtlCol="0" anchor="ctr">
            <a:normAutofit/>
          </a:bodyPr>
          <a:lstStyle>
            <a:lvl1pPr>
              <a:defRPr lang="zh-CN" altLang="en-US" dirty="0"/>
            </a:lvl1pPr>
          </a:lstStyle>
          <a:p>
            <a:pPr lvl="0"/>
            <a:r>
              <a:rPr lang="zh-CN" altLang="en-US"/>
              <a:t>单击此处编辑母版标题样式</a:t>
            </a:r>
            <a:endParaRPr lang="zh-CN" altLang="en-US" dirty="0"/>
          </a:p>
        </p:txBody>
      </p:sp>
      <p:sp>
        <p:nvSpPr>
          <p:cNvPr id="43" name="文本占位符 42"/>
          <p:cNvSpPr>
            <a:spLocks noGrp="1"/>
          </p:cNvSpPr>
          <p:nvPr>
            <p:ph type="body" sz="quarter" idx="13"/>
          </p:nvPr>
        </p:nvSpPr>
        <p:spPr>
          <a:xfrm>
            <a:off x="5894917" y="3750184"/>
            <a:ext cx="7593598" cy="808398"/>
          </a:xfrm>
        </p:spPr>
        <p:txBody>
          <a:bodyPr>
            <a:normAutofit/>
          </a:bodyPr>
          <a:lstStyle>
            <a:lvl1pPr marL="0">
              <a:buNone/>
              <a:defRPr sz="3360" b="1"/>
            </a:lvl1pPr>
          </a:lstStyle>
          <a:p>
            <a:pPr lvl="0"/>
            <a:r>
              <a:rPr kumimoji="1" lang="zh-CN" altLang="en-US"/>
              <a:t>单击此处编辑母版文本样式</a:t>
            </a:r>
            <a:endParaRPr kumimoji="1" lang="zh-CN" altLang="en-US"/>
          </a:p>
        </p:txBody>
      </p:sp>
      <p:sp>
        <p:nvSpPr>
          <p:cNvPr id="44" name="文本占位符 42"/>
          <p:cNvSpPr>
            <a:spLocks noGrp="1"/>
          </p:cNvSpPr>
          <p:nvPr>
            <p:ph type="body" sz="quarter" idx="14"/>
          </p:nvPr>
        </p:nvSpPr>
        <p:spPr>
          <a:xfrm>
            <a:off x="5914868" y="5505832"/>
            <a:ext cx="7593598" cy="808398"/>
          </a:xfrm>
        </p:spPr>
        <p:txBody>
          <a:bodyPr>
            <a:normAutofit/>
          </a:bodyPr>
          <a:lstStyle>
            <a:lvl1pPr marL="0">
              <a:buNone/>
              <a:defRPr sz="3360" b="1"/>
            </a:lvl1pPr>
          </a:lstStyle>
          <a:p>
            <a:pPr lvl="0"/>
            <a:r>
              <a:rPr kumimoji="1" lang="zh-CN" altLang="en-US"/>
              <a:t>单击此处编辑母版文本样式</a:t>
            </a:r>
            <a:endParaRPr kumimoji="1" lang="zh-CN" altLang="en-US"/>
          </a:p>
        </p:txBody>
      </p:sp>
      <p:sp>
        <p:nvSpPr>
          <p:cNvPr id="45" name="文本占位符 42"/>
          <p:cNvSpPr>
            <a:spLocks noGrp="1"/>
          </p:cNvSpPr>
          <p:nvPr>
            <p:ph type="body" sz="quarter" idx="15"/>
          </p:nvPr>
        </p:nvSpPr>
        <p:spPr>
          <a:xfrm>
            <a:off x="448420" y="4687859"/>
            <a:ext cx="3291840" cy="1540468"/>
          </a:xfrm>
        </p:spPr>
        <p:txBody>
          <a:bodyPr>
            <a:normAutofit/>
          </a:bodyPr>
          <a:lstStyle>
            <a:lvl1pPr marL="0" algn="ctr">
              <a:buNone/>
              <a:defRPr sz="3840" b="1"/>
            </a:lvl1pPr>
          </a:lstStyle>
          <a:p>
            <a:pPr lvl="0"/>
            <a:r>
              <a:rPr kumimoji="1" lang="zh-CN" altLang="en-US"/>
              <a:t>单击此处编辑母版文本样式</a:t>
            </a: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5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1+#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50000" fill="hold" nodeType="withEffect">
                                  <p:stCondLst>
                                    <p:cond delay="3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500" fill="hold"/>
                                        <p:tgtEl>
                                          <p:spTgt spid="13"/>
                                        </p:tgtEl>
                                        <p:attrNameLst>
                                          <p:attrName>ppt_x</p:attrName>
                                        </p:attrNameLst>
                                      </p:cBhvr>
                                      <p:tavLst>
                                        <p:tav tm="0">
                                          <p:val>
                                            <p:strVal val="1+#ppt_w/2"/>
                                          </p:val>
                                        </p:tav>
                                        <p:tav tm="100000">
                                          <p:val>
                                            <p:strVal val="#ppt_x"/>
                                          </p:val>
                                        </p:tav>
                                      </p:tavLst>
                                    </p:anim>
                                    <p:anim calcmode="lin" valueType="num">
                                      <p:cBhvr additive="base">
                                        <p:cTn id="12" dur="1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50000" fill="hold" nodeType="withEffect">
                                  <p:stCondLst>
                                    <p:cond delay="60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1500" fill="hold"/>
                                        <p:tgtEl>
                                          <p:spTgt spid="18"/>
                                        </p:tgtEl>
                                        <p:attrNameLst>
                                          <p:attrName>ppt_x</p:attrName>
                                        </p:attrNameLst>
                                      </p:cBhvr>
                                      <p:tavLst>
                                        <p:tav tm="0">
                                          <p:val>
                                            <p:strVal val="1+#ppt_w/2"/>
                                          </p:val>
                                        </p:tav>
                                        <p:tav tm="100000">
                                          <p:val>
                                            <p:strVal val="#ppt_x"/>
                                          </p:val>
                                        </p:tav>
                                      </p:tavLst>
                                    </p:anim>
                                    <p:anim calcmode="lin" valueType="num">
                                      <p:cBhvr additive="base">
                                        <p:cTn id="16" dur="1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0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任意形状 9"/>
          <p:cNvSpPr/>
          <p:nvPr/>
        </p:nvSpPr>
        <p:spPr>
          <a:xfrm>
            <a:off x="154304" y="1405891"/>
            <a:ext cx="14333220" cy="5640706"/>
          </a:xfrm>
          <a:custGeom>
            <a:avLst/>
            <a:gdLst>
              <a:gd name="connsiteX0" fmla="*/ 0 w 12615862"/>
              <a:gd name="connsiteY0" fmla="*/ 4783223 h 4783223"/>
              <a:gd name="connsiteX1" fmla="*/ 2371725 w 12615862"/>
              <a:gd name="connsiteY1" fmla="*/ 2668673 h 4783223"/>
              <a:gd name="connsiteX2" fmla="*/ 6415087 w 12615862"/>
              <a:gd name="connsiteY2" fmla="*/ 2682960 h 4783223"/>
              <a:gd name="connsiteX3" fmla="*/ 9144000 w 12615862"/>
              <a:gd name="connsiteY3" fmla="*/ 1197060 h 4783223"/>
              <a:gd name="connsiteX4" fmla="*/ 11944350 w 12615862"/>
              <a:gd name="connsiteY4" fmla="*/ 82635 h 4783223"/>
              <a:gd name="connsiteX5" fmla="*/ 12615862 w 12615862"/>
              <a:gd name="connsiteY5" fmla="*/ 168360 h 4783223"/>
              <a:gd name="connsiteX0-1" fmla="*/ 0 w 12615862"/>
              <a:gd name="connsiteY0-2" fmla="*/ 4783223 h 4783223"/>
              <a:gd name="connsiteX1-3" fmla="*/ 2671762 w 12615862"/>
              <a:gd name="connsiteY1-4" fmla="*/ 3025860 h 4783223"/>
              <a:gd name="connsiteX2-5" fmla="*/ 6415087 w 12615862"/>
              <a:gd name="connsiteY2-6" fmla="*/ 2682960 h 4783223"/>
              <a:gd name="connsiteX3-7" fmla="*/ 9144000 w 12615862"/>
              <a:gd name="connsiteY3-8" fmla="*/ 1197060 h 4783223"/>
              <a:gd name="connsiteX4-9" fmla="*/ 11944350 w 12615862"/>
              <a:gd name="connsiteY4-10" fmla="*/ 82635 h 4783223"/>
              <a:gd name="connsiteX5-11" fmla="*/ 12615862 w 12615862"/>
              <a:gd name="connsiteY5-12" fmla="*/ 168360 h 4783223"/>
              <a:gd name="connsiteX0-13" fmla="*/ 0 w 12615862"/>
              <a:gd name="connsiteY0-14" fmla="*/ 4783223 h 4783223"/>
              <a:gd name="connsiteX1-15" fmla="*/ 2671762 w 12615862"/>
              <a:gd name="connsiteY1-16" fmla="*/ 3025860 h 4783223"/>
              <a:gd name="connsiteX2-17" fmla="*/ 6415087 w 12615862"/>
              <a:gd name="connsiteY2-18" fmla="*/ 2682960 h 4783223"/>
              <a:gd name="connsiteX3-19" fmla="*/ 8972550 w 12615862"/>
              <a:gd name="connsiteY3-20" fmla="*/ 1725697 h 4783223"/>
              <a:gd name="connsiteX4-21" fmla="*/ 11944350 w 12615862"/>
              <a:gd name="connsiteY4-22" fmla="*/ 82635 h 4783223"/>
              <a:gd name="connsiteX5-23" fmla="*/ 12615862 w 12615862"/>
              <a:gd name="connsiteY5-24" fmla="*/ 168360 h 4783223"/>
              <a:gd name="connsiteX0-25" fmla="*/ 0 w 12615862"/>
              <a:gd name="connsiteY0-26" fmla="*/ 4783223 h 4783223"/>
              <a:gd name="connsiteX1-27" fmla="*/ 2671762 w 12615862"/>
              <a:gd name="connsiteY1-28" fmla="*/ 3025860 h 4783223"/>
              <a:gd name="connsiteX2-29" fmla="*/ 6515100 w 12615862"/>
              <a:gd name="connsiteY2-30" fmla="*/ 3168735 h 4783223"/>
              <a:gd name="connsiteX3-31" fmla="*/ 8972550 w 12615862"/>
              <a:gd name="connsiteY3-32" fmla="*/ 1725697 h 4783223"/>
              <a:gd name="connsiteX4-33" fmla="*/ 11944350 w 12615862"/>
              <a:gd name="connsiteY4-34" fmla="*/ 82635 h 4783223"/>
              <a:gd name="connsiteX5-35" fmla="*/ 12615862 w 12615862"/>
              <a:gd name="connsiteY5-36" fmla="*/ 168360 h 4783223"/>
              <a:gd name="connsiteX0-37" fmla="*/ 0 w 12615862"/>
              <a:gd name="connsiteY0-38" fmla="*/ 4783223 h 4783223"/>
              <a:gd name="connsiteX1-39" fmla="*/ 2843212 w 12615862"/>
              <a:gd name="connsiteY1-40" fmla="*/ 3483060 h 4783223"/>
              <a:gd name="connsiteX2-41" fmla="*/ 6515100 w 12615862"/>
              <a:gd name="connsiteY2-42" fmla="*/ 3168735 h 4783223"/>
              <a:gd name="connsiteX3-43" fmla="*/ 8972550 w 12615862"/>
              <a:gd name="connsiteY3-44" fmla="*/ 1725697 h 4783223"/>
              <a:gd name="connsiteX4-45" fmla="*/ 11944350 w 12615862"/>
              <a:gd name="connsiteY4-46" fmla="*/ 82635 h 4783223"/>
              <a:gd name="connsiteX5-47" fmla="*/ 12615862 w 12615862"/>
              <a:gd name="connsiteY5-48" fmla="*/ 168360 h 4783223"/>
              <a:gd name="connsiteX0-49" fmla="*/ 0 w 12615862"/>
              <a:gd name="connsiteY0-50" fmla="*/ 4783223 h 4783223"/>
              <a:gd name="connsiteX1-51" fmla="*/ 2843212 w 12615862"/>
              <a:gd name="connsiteY1-52" fmla="*/ 3483060 h 4783223"/>
              <a:gd name="connsiteX2-53" fmla="*/ 6643687 w 12615862"/>
              <a:gd name="connsiteY2-54" fmla="*/ 2911560 h 4783223"/>
              <a:gd name="connsiteX3-55" fmla="*/ 8972550 w 12615862"/>
              <a:gd name="connsiteY3-56" fmla="*/ 1725697 h 4783223"/>
              <a:gd name="connsiteX4-57" fmla="*/ 11944350 w 12615862"/>
              <a:gd name="connsiteY4-58" fmla="*/ 82635 h 4783223"/>
              <a:gd name="connsiteX5-59" fmla="*/ 12615862 w 12615862"/>
              <a:gd name="connsiteY5-60" fmla="*/ 168360 h 4783223"/>
              <a:gd name="connsiteX0-61" fmla="*/ 0 w 12558712"/>
              <a:gd name="connsiteY0-62" fmla="*/ 4996987 h 4996987"/>
              <a:gd name="connsiteX1-63" fmla="*/ 2843212 w 12558712"/>
              <a:gd name="connsiteY1-64" fmla="*/ 3696824 h 4996987"/>
              <a:gd name="connsiteX2-65" fmla="*/ 6643687 w 12558712"/>
              <a:gd name="connsiteY2-66" fmla="*/ 3125324 h 4996987"/>
              <a:gd name="connsiteX3-67" fmla="*/ 8972550 w 12558712"/>
              <a:gd name="connsiteY3-68" fmla="*/ 1939461 h 4996987"/>
              <a:gd name="connsiteX4-69" fmla="*/ 11944350 w 12558712"/>
              <a:gd name="connsiteY4-70" fmla="*/ 296399 h 4996987"/>
              <a:gd name="connsiteX5-71" fmla="*/ 12558712 w 12558712"/>
              <a:gd name="connsiteY5-72" fmla="*/ 39224 h 4996987"/>
              <a:gd name="connsiteX0-73" fmla="*/ 0 w 12294055"/>
              <a:gd name="connsiteY0-74" fmla="*/ 4749052 h 4749052"/>
              <a:gd name="connsiteX1-75" fmla="*/ 2843212 w 12294055"/>
              <a:gd name="connsiteY1-76" fmla="*/ 3448889 h 4749052"/>
              <a:gd name="connsiteX2-77" fmla="*/ 6643687 w 12294055"/>
              <a:gd name="connsiteY2-78" fmla="*/ 2877389 h 4749052"/>
              <a:gd name="connsiteX3-79" fmla="*/ 8972550 w 12294055"/>
              <a:gd name="connsiteY3-80" fmla="*/ 1691526 h 4749052"/>
              <a:gd name="connsiteX4-81" fmla="*/ 11944350 w 12294055"/>
              <a:gd name="connsiteY4-82" fmla="*/ 48464 h 4749052"/>
              <a:gd name="connsiteX5-83" fmla="*/ 12244387 w 12294055"/>
              <a:gd name="connsiteY5-84" fmla="*/ 334214 h 4749052"/>
              <a:gd name="connsiteX0-85" fmla="*/ 0 w 12268476"/>
              <a:gd name="connsiteY0-86" fmla="*/ 4796600 h 4796600"/>
              <a:gd name="connsiteX1-87" fmla="*/ 2843212 w 12268476"/>
              <a:gd name="connsiteY1-88" fmla="*/ 3496437 h 4796600"/>
              <a:gd name="connsiteX2-89" fmla="*/ 6643687 w 12268476"/>
              <a:gd name="connsiteY2-90" fmla="*/ 2924937 h 4796600"/>
              <a:gd name="connsiteX3-91" fmla="*/ 8972550 w 12268476"/>
              <a:gd name="connsiteY3-92" fmla="*/ 1739074 h 4796600"/>
              <a:gd name="connsiteX4-93" fmla="*/ 11944350 w 12268476"/>
              <a:gd name="connsiteY4-94" fmla="*/ 96012 h 4796600"/>
              <a:gd name="connsiteX5-95" fmla="*/ 12187237 w 12268476"/>
              <a:gd name="connsiteY5-96" fmla="*/ 138874 h 4796600"/>
              <a:gd name="connsiteX0-97" fmla="*/ 0 w 12644437"/>
              <a:gd name="connsiteY0-98" fmla="*/ 4959796 h 4959796"/>
              <a:gd name="connsiteX1-99" fmla="*/ 2843212 w 12644437"/>
              <a:gd name="connsiteY1-100" fmla="*/ 3659633 h 4959796"/>
              <a:gd name="connsiteX2-101" fmla="*/ 6643687 w 12644437"/>
              <a:gd name="connsiteY2-102" fmla="*/ 3088133 h 4959796"/>
              <a:gd name="connsiteX3-103" fmla="*/ 8972550 w 12644437"/>
              <a:gd name="connsiteY3-104" fmla="*/ 1902270 h 4959796"/>
              <a:gd name="connsiteX4-105" fmla="*/ 11944350 w 12644437"/>
              <a:gd name="connsiteY4-106" fmla="*/ 259208 h 4959796"/>
              <a:gd name="connsiteX5-107" fmla="*/ 12644437 w 12644437"/>
              <a:gd name="connsiteY5-108" fmla="*/ 44895 h 4959796"/>
              <a:gd name="connsiteX0-109" fmla="*/ 0 w 13258799"/>
              <a:gd name="connsiteY0-110" fmla="*/ 4713321 h 4713321"/>
              <a:gd name="connsiteX1-111" fmla="*/ 2843212 w 13258799"/>
              <a:gd name="connsiteY1-112" fmla="*/ 3413158 h 4713321"/>
              <a:gd name="connsiteX2-113" fmla="*/ 6643687 w 13258799"/>
              <a:gd name="connsiteY2-114" fmla="*/ 2841658 h 4713321"/>
              <a:gd name="connsiteX3-115" fmla="*/ 8972550 w 13258799"/>
              <a:gd name="connsiteY3-116" fmla="*/ 1655795 h 4713321"/>
              <a:gd name="connsiteX4-117" fmla="*/ 11944350 w 13258799"/>
              <a:gd name="connsiteY4-118" fmla="*/ 12733 h 4713321"/>
              <a:gd name="connsiteX5-119" fmla="*/ 13258799 w 13258799"/>
              <a:gd name="connsiteY5-120" fmla="*/ 1584357 h 4713321"/>
              <a:gd name="connsiteX0-121" fmla="*/ 0 w 13264535"/>
              <a:gd name="connsiteY0-122" fmla="*/ 4904709 h 4904709"/>
              <a:gd name="connsiteX1-123" fmla="*/ 2843212 w 13264535"/>
              <a:gd name="connsiteY1-124" fmla="*/ 3604546 h 4904709"/>
              <a:gd name="connsiteX2-125" fmla="*/ 6643687 w 13264535"/>
              <a:gd name="connsiteY2-126" fmla="*/ 3033046 h 4904709"/>
              <a:gd name="connsiteX3-127" fmla="*/ 8972550 w 13264535"/>
              <a:gd name="connsiteY3-128" fmla="*/ 1847183 h 4904709"/>
              <a:gd name="connsiteX4-129" fmla="*/ 11944350 w 13264535"/>
              <a:gd name="connsiteY4-130" fmla="*/ 204121 h 4904709"/>
              <a:gd name="connsiteX5-131" fmla="*/ 13258799 w 13264535"/>
              <a:gd name="connsiteY5-132" fmla="*/ 1775745 h 4904709"/>
              <a:gd name="connsiteX0-133" fmla="*/ 0 w 12827149"/>
              <a:gd name="connsiteY0-134" fmla="*/ 5459774 h 5459774"/>
              <a:gd name="connsiteX1-135" fmla="*/ 2843212 w 12827149"/>
              <a:gd name="connsiteY1-136" fmla="*/ 4159611 h 5459774"/>
              <a:gd name="connsiteX2-137" fmla="*/ 6643687 w 12827149"/>
              <a:gd name="connsiteY2-138" fmla="*/ 3588111 h 5459774"/>
              <a:gd name="connsiteX3-139" fmla="*/ 8972550 w 12827149"/>
              <a:gd name="connsiteY3-140" fmla="*/ 2402248 h 5459774"/>
              <a:gd name="connsiteX4-141" fmla="*/ 11944350 w 12827149"/>
              <a:gd name="connsiteY4-142" fmla="*/ 759186 h 5459774"/>
              <a:gd name="connsiteX5-143" fmla="*/ 12815887 w 12827149"/>
              <a:gd name="connsiteY5-144" fmla="*/ 1244960 h 5459774"/>
              <a:gd name="connsiteX0-145" fmla="*/ 0 w 11944350"/>
              <a:gd name="connsiteY0-146" fmla="*/ 4700588 h 4700588"/>
              <a:gd name="connsiteX1-147" fmla="*/ 2843212 w 11944350"/>
              <a:gd name="connsiteY1-148" fmla="*/ 3400425 h 4700588"/>
              <a:gd name="connsiteX2-149" fmla="*/ 6643687 w 11944350"/>
              <a:gd name="connsiteY2-150" fmla="*/ 2828925 h 4700588"/>
              <a:gd name="connsiteX3-151" fmla="*/ 8972550 w 11944350"/>
              <a:gd name="connsiteY3-152" fmla="*/ 1643062 h 4700588"/>
              <a:gd name="connsiteX4-153" fmla="*/ 11944350 w 11944350"/>
              <a:gd name="connsiteY4-154" fmla="*/ 0 h 47005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944350" h="4700588">
                <a:moveTo>
                  <a:pt x="0" y="4700588"/>
                </a:moveTo>
                <a:cubicBezTo>
                  <a:pt x="651272" y="3818335"/>
                  <a:pt x="1735931" y="3712369"/>
                  <a:pt x="2843212" y="3400425"/>
                </a:cubicBezTo>
                <a:cubicBezTo>
                  <a:pt x="3950493" y="3088481"/>
                  <a:pt x="5622131" y="3121819"/>
                  <a:pt x="6643687" y="2828925"/>
                </a:cubicBezTo>
                <a:cubicBezTo>
                  <a:pt x="7665243" y="2536031"/>
                  <a:pt x="8089106" y="2114549"/>
                  <a:pt x="8972550" y="1643062"/>
                </a:cubicBezTo>
                <a:cubicBezTo>
                  <a:pt x="9855994" y="1171575"/>
                  <a:pt x="11365706" y="171450"/>
                  <a:pt x="11944350" y="0"/>
                </a:cubicBezTo>
              </a:path>
            </a:pathLst>
          </a:custGeom>
          <a:no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椭圆 15"/>
          <p:cNvSpPr/>
          <p:nvPr/>
        </p:nvSpPr>
        <p:spPr>
          <a:xfrm>
            <a:off x="1192531" y="6053710"/>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7" name="椭圆 16"/>
          <p:cNvSpPr/>
          <p:nvPr/>
        </p:nvSpPr>
        <p:spPr>
          <a:xfrm>
            <a:off x="3714748" y="5263515"/>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8" name="椭圆 17"/>
          <p:cNvSpPr/>
          <p:nvPr/>
        </p:nvSpPr>
        <p:spPr>
          <a:xfrm>
            <a:off x="8783860" y="4269098"/>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9" name="椭圆 18"/>
          <p:cNvSpPr/>
          <p:nvPr/>
        </p:nvSpPr>
        <p:spPr>
          <a:xfrm>
            <a:off x="5480686" y="5023485"/>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0" name="椭圆 19"/>
          <p:cNvSpPr/>
          <p:nvPr/>
        </p:nvSpPr>
        <p:spPr>
          <a:xfrm>
            <a:off x="11725657" y="2708912"/>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3" name="文本占位符 22"/>
          <p:cNvSpPr>
            <a:spLocks noGrp="1"/>
          </p:cNvSpPr>
          <p:nvPr>
            <p:ph type="body" sz="quarter" idx="13" hasCustomPrompt="1"/>
          </p:nvPr>
        </p:nvSpPr>
        <p:spPr>
          <a:xfrm>
            <a:off x="1533143" y="2846073"/>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24" name="文本占位符 22"/>
          <p:cNvSpPr>
            <a:spLocks noGrp="1"/>
          </p:cNvSpPr>
          <p:nvPr>
            <p:ph type="body" sz="quarter" idx="14" hasCustomPrompt="1"/>
          </p:nvPr>
        </p:nvSpPr>
        <p:spPr>
          <a:xfrm>
            <a:off x="1533143" y="3481582"/>
            <a:ext cx="2238756" cy="1456180"/>
          </a:xfrm>
        </p:spPr>
        <p:txBody>
          <a:bodyPr>
            <a:normAutofit/>
          </a:bodyPr>
          <a:lstStyle>
            <a:lvl1pPr>
              <a:buNone/>
              <a:defRPr sz="2160"/>
            </a:lvl1pPr>
          </a:lstStyle>
          <a:p>
            <a:pPr lvl="0"/>
            <a:r>
              <a:rPr kumimoji="1" lang="zh-CN" altLang="en-US" dirty="0"/>
              <a:t>文本</a:t>
            </a:r>
            <a:endParaRPr kumimoji="1" lang="en-US" altLang="zh-CN" dirty="0"/>
          </a:p>
        </p:txBody>
      </p:sp>
      <p:cxnSp>
        <p:nvCxnSpPr>
          <p:cNvPr id="26" name="直线连接符 25"/>
          <p:cNvCxnSpPr/>
          <p:nvPr/>
        </p:nvCxnSpPr>
        <p:spPr>
          <a:xfrm>
            <a:off x="1278636" y="2846073"/>
            <a:ext cx="0" cy="2931793"/>
          </a:xfrm>
          <a:prstGeom prst="line">
            <a:avLst/>
          </a:prstGeom>
          <a:ln w="38100">
            <a:gradFill flip="none" rotWithShape="1">
              <a:gsLst>
                <a:gs pos="0">
                  <a:schemeClr val="accent1">
                    <a:lumMod val="5000"/>
                    <a:lumOff val="95000"/>
                  </a:schemeClr>
                </a:gs>
                <a:gs pos="100000">
                  <a:srgbClr val="618BAC"/>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28" name="文本占位符 22"/>
          <p:cNvSpPr>
            <a:spLocks noGrp="1"/>
          </p:cNvSpPr>
          <p:nvPr>
            <p:ph type="body" sz="quarter" idx="15" hasCustomPrompt="1"/>
          </p:nvPr>
        </p:nvSpPr>
        <p:spPr>
          <a:xfrm>
            <a:off x="4227766" y="5592130"/>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29" name="文本占位符 22"/>
          <p:cNvSpPr>
            <a:spLocks noGrp="1"/>
          </p:cNvSpPr>
          <p:nvPr>
            <p:ph type="body" sz="quarter" idx="16" hasCustomPrompt="1"/>
          </p:nvPr>
        </p:nvSpPr>
        <p:spPr>
          <a:xfrm>
            <a:off x="4227766" y="6227639"/>
            <a:ext cx="2238756" cy="1456180"/>
          </a:xfrm>
        </p:spPr>
        <p:txBody>
          <a:bodyPr>
            <a:normAutofit/>
          </a:bodyPr>
          <a:lstStyle>
            <a:lvl1pPr>
              <a:buNone/>
              <a:defRPr sz="2160"/>
            </a:lvl1pPr>
          </a:lstStyle>
          <a:p>
            <a:pPr lvl="0"/>
            <a:r>
              <a:rPr kumimoji="1" lang="zh-CN" altLang="en-US" dirty="0"/>
              <a:t>文本</a:t>
            </a:r>
            <a:endParaRPr kumimoji="1" lang="en-US" altLang="zh-CN" dirty="0"/>
          </a:p>
        </p:txBody>
      </p:sp>
      <p:cxnSp>
        <p:nvCxnSpPr>
          <p:cNvPr id="31" name="直线连接符 30"/>
          <p:cNvCxnSpPr/>
          <p:nvPr/>
        </p:nvCxnSpPr>
        <p:spPr>
          <a:xfrm>
            <a:off x="4017643" y="5684712"/>
            <a:ext cx="0" cy="1681736"/>
          </a:xfrm>
          <a:prstGeom prst="line">
            <a:avLst/>
          </a:prstGeom>
          <a:ln w="38100">
            <a:gradFill>
              <a:gsLst>
                <a:gs pos="0">
                  <a:schemeClr val="accent1">
                    <a:lumMod val="5000"/>
                    <a:lumOff val="95000"/>
                  </a:schemeClr>
                </a:gs>
                <a:gs pos="100000">
                  <a:srgbClr val="618BAC"/>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2"/>
          <p:cNvSpPr>
            <a:spLocks noGrp="1"/>
          </p:cNvSpPr>
          <p:nvPr>
            <p:ph type="body" sz="quarter" idx="17" hasCustomPrompt="1"/>
          </p:nvPr>
        </p:nvSpPr>
        <p:spPr>
          <a:xfrm>
            <a:off x="5715194" y="2803596"/>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35" name="文本占位符 22"/>
          <p:cNvSpPr>
            <a:spLocks noGrp="1"/>
          </p:cNvSpPr>
          <p:nvPr>
            <p:ph type="body" sz="quarter" idx="18" hasCustomPrompt="1"/>
          </p:nvPr>
        </p:nvSpPr>
        <p:spPr>
          <a:xfrm>
            <a:off x="5715193" y="3439104"/>
            <a:ext cx="2238756" cy="1456180"/>
          </a:xfrm>
        </p:spPr>
        <p:txBody>
          <a:bodyPr>
            <a:normAutofit/>
          </a:bodyPr>
          <a:lstStyle>
            <a:lvl1pPr>
              <a:buNone/>
              <a:defRPr sz="2160"/>
            </a:lvl1pPr>
          </a:lstStyle>
          <a:p>
            <a:pPr lvl="0"/>
            <a:r>
              <a:rPr kumimoji="1" lang="zh-CN" altLang="en-US" dirty="0"/>
              <a:t>文本</a:t>
            </a:r>
            <a:endParaRPr kumimoji="1" lang="en-US" altLang="zh-CN" dirty="0"/>
          </a:p>
        </p:txBody>
      </p:sp>
      <p:sp>
        <p:nvSpPr>
          <p:cNvPr id="36" name="文本占位符 22"/>
          <p:cNvSpPr>
            <a:spLocks noGrp="1"/>
          </p:cNvSpPr>
          <p:nvPr>
            <p:ph type="body" sz="quarter" idx="19" hasCustomPrompt="1"/>
          </p:nvPr>
        </p:nvSpPr>
        <p:spPr>
          <a:xfrm>
            <a:off x="8986267" y="4680584"/>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37" name="文本占位符 22"/>
          <p:cNvSpPr>
            <a:spLocks noGrp="1"/>
          </p:cNvSpPr>
          <p:nvPr>
            <p:ph type="body" sz="quarter" idx="20" hasCustomPrompt="1"/>
          </p:nvPr>
        </p:nvSpPr>
        <p:spPr>
          <a:xfrm>
            <a:off x="8986266" y="5316093"/>
            <a:ext cx="2238756" cy="1456180"/>
          </a:xfrm>
        </p:spPr>
        <p:txBody>
          <a:bodyPr>
            <a:normAutofit/>
          </a:bodyPr>
          <a:lstStyle>
            <a:lvl1pPr>
              <a:buNone/>
              <a:defRPr sz="2160"/>
            </a:lvl1pPr>
          </a:lstStyle>
          <a:p>
            <a:pPr lvl="0"/>
            <a:r>
              <a:rPr kumimoji="1" lang="zh-CN" altLang="en-US" dirty="0"/>
              <a:t>文本</a:t>
            </a:r>
            <a:endParaRPr kumimoji="1" lang="en-US" altLang="zh-CN" dirty="0"/>
          </a:p>
        </p:txBody>
      </p:sp>
      <p:sp>
        <p:nvSpPr>
          <p:cNvPr id="38" name="文本占位符 22"/>
          <p:cNvSpPr>
            <a:spLocks noGrp="1"/>
          </p:cNvSpPr>
          <p:nvPr>
            <p:ph type="body" sz="quarter" idx="21" hasCustomPrompt="1"/>
          </p:nvPr>
        </p:nvSpPr>
        <p:spPr>
          <a:xfrm>
            <a:off x="11967974" y="3190116"/>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39" name="文本占位符 22"/>
          <p:cNvSpPr>
            <a:spLocks noGrp="1"/>
          </p:cNvSpPr>
          <p:nvPr>
            <p:ph type="body" sz="quarter" idx="22" hasCustomPrompt="1"/>
          </p:nvPr>
        </p:nvSpPr>
        <p:spPr>
          <a:xfrm>
            <a:off x="11967973" y="3825624"/>
            <a:ext cx="2238756" cy="1456180"/>
          </a:xfrm>
        </p:spPr>
        <p:txBody>
          <a:bodyPr>
            <a:normAutofit/>
          </a:bodyPr>
          <a:lstStyle>
            <a:lvl1pPr>
              <a:buNone/>
              <a:defRPr sz="2160"/>
            </a:lvl1pPr>
          </a:lstStyle>
          <a:p>
            <a:pPr lvl="0"/>
            <a:r>
              <a:rPr kumimoji="1" lang="zh-CN" altLang="en-US" dirty="0"/>
              <a:t>文本</a:t>
            </a:r>
            <a:endParaRPr kumimoji="1" lang="en-US" altLang="zh-CN" dirty="0"/>
          </a:p>
        </p:txBody>
      </p:sp>
      <p:sp>
        <p:nvSpPr>
          <p:cNvPr id="42" name="文本占位符 22"/>
          <p:cNvSpPr>
            <a:spLocks noGrp="1"/>
          </p:cNvSpPr>
          <p:nvPr>
            <p:ph type="body" sz="quarter" idx="23" hasCustomPrompt="1"/>
          </p:nvPr>
        </p:nvSpPr>
        <p:spPr>
          <a:xfrm>
            <a:off x="1859281" y="1229204"/>
            <a:ext cx="10108693" cy="1382368"/>
          </a:xfrm>
        </p:spPr>
        <p:txBody>
          <a:bodyPr>
            <a:normAutofit/>
          </a:bodyPr>
          <a:lstStyle>
            <a:lvl1pPr>
              <a:buNone/>
              <a:defRPr sz="2160"/>
            </a:lvl1pPr>
          </a:lstStyle>
          <a:p>
            <a:pPr lvl="0"/>
            <a:r>
              <a:rPr kumimoji="1" lang="zh-CN" altLang="en-US" dirty="0"/>
              <a:t>文本</a:t>
            </a:r>
            <a:endParaRPr kumimoji="1" lang="en-US" altLang="zh-CN" dirty="0"/>
          </a:p>
        </p:txBody>
      </p:sp>
      <p:cxnSp>
        <p:nvCxnSpPr>
          <p:cNvPr id="43" name="直线连接符 42"/>
          <p:cNvCxnSpPr/>
          <p:nvPr/>
        </p:nvCxnSpPr>
        <p:spPr>
          <a:xfrm>
            <a:off x="8875394" y="4869942"/>
            <a:ext cx="0" cy="1895476"/>
          </a:xfrm>
          <a:prstGeom prst="line">
            <a:avLst/>
          </a:prstGeom>
          <a:ln w="38100">
            <a:gradFill>
              <a:gsLst>
                <a:gs pos="0">
                  <a:schemeClr val="accent1">
                    <a:lumMod val="5000"/>
                    <a:lumOff val="95000"/>
                  </a:schemeClr>
                </a:gs>
                <a:gs pos="100000">
                  <a:srgbClr val="618BAC"/>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4" name="直线连接符 43"/>
          <p:cNvCxnSpPr/>
          <p:nvPr/>
        </p:nvCxnSpPr>
        <p:spPr>
          <a:xfrm>
            <a:off x="11858624" y="3138298"/>
            <a:ext cx="0" cy="2108070"/>
          </a:xfrm>
          <a:prstGeom prst="line">
            <a:avLst/>
          </a:prstGeom>
          <a:ln w="38100">
            <a:gradFill>
              <a:gsLst>
                <a:gs pos="0">
                  <a:schemeClr val="accent1">
                    <a:lumMod val="5000"/>
                    <a:lumOff val="95000"/>
                  </a:schemeClr>
                </a:gs>
                <a:gs pos="100000">
                  <a:srgbClr val="618BAC"/>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8" name="直线连接符 47"/>
          <p:cNvCxnSpPr/>
          <p:nvPr/>
        </p:nvCxnSpPr>
        <p:spPr>
          <a:xfrm>
            <a:off x="5628413" y="2737964"/>
            <a:ext cx="0" cy="2131978"/>
          </a:xfrm>
          <a:prstGeom prst="line">
            <a:avLst/>
          </a:prstGeom>
          <a:ln w="38100">
            <a:gradFill flip="none" rotWithShape="1">
              <a:gsLst>
                <a:gs pos="0">
                  <a:schemeClr val="accent1">
                    <a:lumMod val="5000"/>
                    <a:lumOff val="95000"/>
                  </a:schemeClr>
                </a:gs>
                <a:gs pos="100000">
                  <a:srgbClr val="618BAC"/>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1_空白">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776733" y="1915669"/>
            <a:ext cx="6150102" cy="2418968"/>
          </a:xfrm>
          <a:prstGeom prst="rect">
            <a:avLst/>
          </a:prstGeom>
          <a:solidFill>
            <a:srgbClr val="618BAC"/>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7" name="文本占位符 10"/>
          <p:cNvSpPr>
            <a:spLocks noGrp="1"/>
          </p:cNvSpPr>
          <p:nvPr>
            <p:ph type="body" sz="quarter" idx="13" hasCustomPrompt="1"/>
          </p:nvPr>
        </p:nvSpPr>
        <p:spPr>
          <a:xfrm>
            <a:off x="758570" y="2027678"/>
            <a:ext cx="6150356" cy="526729"/>
          </a:xfrm>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10" name="文本占位符 12"/>
          <p:cNvSpPr>
            <a:spLocks noGrp="1"/>
          </p:cNvSpPr>
          <p:nvPr>
            <p:ph type="body" sz="quarter" idx="14"/>
          </p:nvPr>
        </p:nvSpPr>
        <p:spPr>
          <a:xfrm>
            <a:off x="758570" y="2563541"/>
            <a:ext cx="6150356"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15" name="矩形 14"/>
          <p:cNvSpPr/>
          <p:nvPr/>
        </p:nvSpPr>
        <p:spPr>
          <a:xfrm>
            <a:off x="7703567" y="1915669"/>
            <a:ext cx="6150102" cy="2418968"/>
          </a:xfrm>
          <a:prstGeom prst="rect">
            <a:avLst/>
          </a:prstGeom>
          <a:solidFill>
            <a:srgbClr val="F6C678"/>
          </a:solidFill>
          <a:ln>
            <a:noFill/>
          </a:ln>
          <a:effectLst>
            <a:glow rad="63500">
              <a:srgbClr val="F6C678">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矩形 15"/>
          <p:cNvSpPr/>
          <p:nvPr/>
        </p:nvSpPr>
        <p:spPr>
          <a:xfrm>
            <a:off x="776732" y="4771645"/>
            <a:ext cx="6150102" cy="2418968"/>
          </a:xfrm>
          <a:prstGeom prst="rect">
            <a:avLst/>
          </a:prstGeom>
          <a:solidFill>
            <a:srgbClr val="F6C678"/>
          </a:solidFill>
          <a:ln>
            <a:noFill/>
          </a:ln>
          <a:effectLst>
            <a:glow rad="63500">
              <a:srgbClr val="F6C678">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7" name="矩形 16"/>
          <p:cNvSpPr/>
          <p:nvPr/>
        </p:nvSpPr>
        <p:spPr>
          <a:xfrm>
            <a:off x="7680199" y="4771644"/>
            <a:ext cx="6150102" cy="2418968"/>
          </a:xfrm>
          <a:prstGeom prst="rect">
            <a:avLst/>
          </a:prstGeom>
          <a:solidFill>
            <a:srgbClr val="618BAC"/>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8" name="文本占位符 10"/>
          <p:cNvSpPr>
            <a:spLocks noGrp="1"/>
          </p:cNvSpPr>
          <p:nvPr>
            <p:ph type="body" sz="quarter" idx="15" hasCustomPrompt="1"/>
          </p:nvPr>
        </p:nvSpPr>
        <p:spPr>
          <a:xfrm>
            <a:off x="7703567" y="2044822"/>
            <a:ext cx="6131939" cy="526729"/>
          </a:xfrm>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19" name="文本占位符 12"/>
          <p:cNvSpPr>
            <a:spLocks noGrp="1"/>
          </p:cNvSpPr>
          <p:nvPr>
            <p:ph type="body" sz="quarter" idx="16"/>
          </p:nvPr>
        </p:nvSpPr>
        <p:spPr>
          <a:xfrm>
            <a:off x="7703567" y="2580686"/>
            <a:ext cx="6131939"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20" name="文本占位符 10"/>
          <p:cNvSpPr>
            <a:spLocks noGrp="1"/>
          </p:cNvSpPr>
          <p:nvPr>
            <p:ph type="body" sz="quarter" idx="17" hasCustomPrompt="1"/>
          </p:nvPr>
        </p:nvSpPr>
        <p:spPr>
          <a:xfrm>
            <a:off x="758570" y="4908037"/>
            <a:ext cx="6150356" cy="526729"/>
          </a:xfrm>
          <a:effectLst/>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21" name="文本占位符 12"/>
          <p:cNvSpPr>
            <a:spLocks noGrp="1"/>
          </p:cNvSpPr>
          <p:nvPr>
            <p:ph type="body" sz="quarter" idx="18"/>
          </p:nvPr>
        </p:nvSpPr>
        <p:spPr>
          <a:xfrm>
            <a:off x="758570" y="5443900"/>
            <a:ext cx="6150356"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22" name="文本占位符 10"/>
          <p:cNvSpPr>
            <a:spLocks noGrp="1"/>
          </p:cNvSpPr>
          <p:nvPr>
            <p:ph type="body" sz="quarter" idx="19" hasCustomPrompt="1"/>
          </p:nvPr>
        </p:nvSpPr>
        <p:spPr>
          <a:xfrm>
            <a:off x="7680198" y="4908037"/>
            <a:ext cx="6155308" cy="526729"/>
          </a:xfrm>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23" name="文本占位符 12"/>
          <p:cNvSpPr>
            <a:spLocks noGrp="1"/>
          </p:cNvSpPr>
          <p:nvPr>
            <p:ph type="body" sz="quarter" idx="20"/>
          </p:nvPr>
        </p:nvSpPr>
        <p:spPr>
          <a:xfrm>
            <a:off x="7680198" y="5443900"/>
            <a:ext cx="6155308"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9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grpSp>
        <p:nvGrpSpPr>
          <p:cNvPr id="36" name="组合 35"/>
          <p:cNvGrpSpPr/>
          <p:nvPr/>
        </p:nvGrpSpPr>
        <p:grpSpPr>
          <a:xfrm>
            <a:off x="558642" y="2345435"/>
            <a:ext cx="3081910" cy="4929379"/>
            <a:chOff x="646430" y="1954529"/>
            <a:chExt cx="2568258" cy="4107816"/>
          </a:xfrm>
        </p:grpSpPr>
        <p:sp>
          <p:nvSpPr>
            <p:cNvPr id="7" name="圆角矩形 6"/>
            <p:cNvSpPr/>
            <p:nvPr/>
          </p:nvSpPr>
          <p:spPr>
            <a:xfrm>
              <a:off x="646430" y="1954529"/>
              <a:ext cx="2568258" cy="4107816"/>
            </a:xfrm>
            <a:prstGeom prst="roundRect">
              <a:avLst>
                <a:gd name="adj" fmla="val 7766"/>
              </a:avLst>
            </a:prstGeom>
            <a:solidFill>
              <a:srgbClr val="F2E1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11" name="直线连接符 10"/>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15" name="图形 14" descr="上升趋势条形图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25734" y="2029280"/>
              <a:ext cx="914400" cy="914400"/>
            </a:xfrm>
            <a:prstGeom prst="rect">
              <a:avLst/>
            </a:prstGeom>
          </p:spPr>
        </p:pic>
      </p:grpSp>
      <p:grpSp>
        <p:nvGrpSpPr>
          <p:cNvPr id="37" name="组合 36"/>
          <p:cNvGrpSpPr/>
          <p:nvPr/>
        </p:nvGrpSpPr>
        <p:grpSpPr>
          <a:xfrm>
            <a:off x="4003015" y="2345435"/>
            <a:ext cx="3081910" cy="4929379"/>
            <a:chOff x="646430" y="1954529"/>
            <a:chExt cx="2568258" cy="4107816"/>
          </a:xfrm>
        </p:grpSpPr>
        <p:sp>
          <p:nvSpPr>
            <p:cNvPr id="38" name="圆角矩形 37"/>
            <p:cNvSpPr/>
            <p:nvPr/>
          </p:nvSpPr>
          <p:spPr>
            <a:xfrm>
              <a:off x="646430" y="1954529"/>
              <a:ext cx="2568258" cy="4107816"/>
            </a:xfrm>
            <a:prstGeom prst="roundRect">
              <a:avLst>
                <a:gd name="adj" fmla="val 7766"/>
              </a:avLst>
            </a:prstGeom>
            <a:solidFill>
              <a:srgbClr val="F2E1C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39" name="直线连接符 38"/>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40" name="图形 39" descr="合上的书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425734" y="2029280"/>
              <a:ext cx="914400" cy="914400"/>
            </a:xfrm>
            <a:prstGeom prst="rect">
              <a:avLst/>
            </a:prstGeom>
          </p:spPr>
        </p:pic>
      </p:grpSp>
      <p:grpSp>
        <p:nvGrpSpPr>
          <p:cNvPr id="41" name="组合 40"/>
          <p:cNvGrpSpPr/>
          <p:nvPr/>
        </p:nvGrpSpPr>
        <p:grpSpPr>
          <a:xfrm>
            <a:off x="7447388" y="2345435"/>
            <a:ext cx="3081910" cy="4929379"/>
            <a:chOff x="646430" y="1954529"/>
            <a:chExt cx="2568258" cy="4107816"/>
          </a:xfrm>
        </p:grpSpPr>
        <p:sp>
          <p:nvSpPr>
            <p:cNvPr id="42" name="圆角矩形 41"/>
            <p:cNvSpPr/>
            <p:nvPr/>
          </p:nvSpPr>
          <p:spPr>
            <a:xfrm>
              <a:off x="646430" y="1954529"/>
              <a:ext cx="2568258" cy="4107816"/>
            </a:xfrm>
            <a:prstGeom prst="roundRect">
              <a:avLst>
                <a:gd name="adj" fmla="val 7766"/>
              </a:avLst>
            </a:prstGeom>
            <a:solidFill>
              <a:srgbClr val="F2E1C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43" name="直线连接符 42"/>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44" name="图形 43" descr="书架上的书籍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1425734" y="2029280"/>
              <a:ext cx="914400" cy="914400"/>
            </a:xfrm>
            <a:prstGeom prst="rect">
              <a:avLst/>
            </a:prstGeom>
          </p:spPr>
        </p:pic>
      </p:grpSp>
      <p:grpSp>
        <p:nvGrpSpPr>
          <p:cNvPr id="45" name="组合 44"/>
          <p:cNvGrpSpPr/>
          <p:nvPr/>
        </p:nvGrpSpPr>
        <p:grpSpPr>
          <a:xfrm>
            <a:off x="10891761" y="2345435"/>
            <a:ext cx="3081910" cy="4929379"/>
            <a:chOff x="646430" y="1954529"/>
            <a:chExt cx="2568258" cy="4107816"/>
          </a:xfrm>
        </p:grpSpPr>
        <p:sp>
          <p:nvSpPr>
            <p:cNvPr id="46" name="圆角矩形 45"/>
            <p:cNvSpPr/>
            <p:nvPr/>
          </p:nvSpPr>
          <p:spPr>
            <a:xfrm>
              <a:off x="646430" y="1954529"/>
              <a:ext cx="2568258" cy="4107816"/>
            </a:xfrm>
            <a:prstGeom prst="roundRect">
              <a:avLst>
                <a:gd name="adj" fmla="val 7766"/>
              </a:avLst>
            </a:prstGeom>
            <a:solidFill>
              <a:srgbClr val="F2E1CD">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47" name="直线连接符 46"/>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48" name="图形 47" descr="地球仪 纯色填充"/>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1425734" y="2029280"/>
              <a:ext cx="914400" cy="914400"/>
            </a:xfrm>
            <a:prstGeom prst="rect">
              <a:avLst/>
            </a:prstGeom>
          </p:spPr>
        </p:pic>
      </p:grpSp>
      <p:sp>
        <p:nvSpPr>
          <p:cNvPr id="12" name="文本占位符 10"/>
          <p:cNvSpPr>
            <a:spLocks noGrp="1"/>
          </p:cNvSpPr>
          <p:nvPr>
            <p:ph type="body" sz="quarter" idx="13" hasCustomPrompt="1"/>
          </p:nvPr>
        </p:nvSpPr>
        <p:spPr>
          <a:xfrm>
            <a:off x="560802" y="3545157"/>
            <a:ext cx="3108992"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13" name="文本占位符 12"/>
          <p:cNvSpPr>
            <a:spLocks noGrp="1"/>
          </p:cNvSpPr>
          <p:nvPr>
            <p:ph type="body" sz="quarter" idx="14"/>
          </p:nvPr>
        </p:nvSpPr>
        <p:spPr>
          <a:xfrm>
            <a:off x="558642" y="4183377"/>
            <a:ext cx="3081910"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49" name="文本占位符 10"/>
          <p:cNvSpPr>
            <a:spLocks noGrp="1"/>
          </p:cNvSpPr>
          <p:nvPr>
            <p:ph type="body" sz="quarter" idx="15" hasCustomPrompt="1"/>
          </p:nvPr>
        </p:nvSpPr>
        <p:spPr>
          <a:xfrm>
            <a:off x="4005460" y="3579447"/>
            <a:ext cx="3087047"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50" name="文本占位符 12"/>
          <p:cNvSpPr>
            <a:spLocks noGrp="1"/>
          </p:cNvSpPr>
          <p:nvPr>
            <p:ph type="body" sz="quarter" idx="16"/>
          </p:nvPr>
        </p:nvSpPr>
        <p:spPr>
          <a:xfrm>
            <a:off x="4003015" y="4217667"/>
            <a:ext cx="3060155"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51" name="文本占位符 10"/>
          <p:cNvSpPr>
            <a:spLocks noGrp="1"/>
          </p:cNvSpPr>
          <p:nvPr>
            <p:ph type="body" sz="quarter" idx="17" hasCustomPrompt="1"/>
          </p:nvPr>
        </p:nvSpPr>
        <p:spPr>
          <a:xfrm>
            <a:off x="7442471" y="3545157"/>
            <a:ext cx="3061890"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52" name="文本占位符 12"/>
          <p:cNvSpPr>
            <a:spLocks noGrp="1"/>
          </p:cNvSpPr>
          <p:nvPr>
            <p:ph type="body" sz="quarter" idx="18"/>
          </p:nvPr>
        </p:nvSpPr>
        <p:spPr>
          <a:xfrm>
            <a:off x="7439807" y="4183377"/>
            <a:ext cx="3035218"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57" name="文本占位符 10"/>
          <p:cNvSpPr>
            <a:spLocks noGrp="1"/>
          </p:cNvSpPr>
          <p:nvPr>
            <p:ph type="body" sz="quarter" idx="19" hasCustomPrompt="1"/>
          </p:nvPr>
        </p:nvSpPr>
        <p:spPr>
          <a:xfrm>
            <a:off x="10858659" y="3528013"/>
            <a:ext cx="3108992"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58" name="文本占位符 12"/>
          <p:cNvSpPr>
            <a:spLocks noGrp="1"/>
          </p:cNvSpPr>
          <p:nvPr>
            <p:ph type="body" sz="quarter" idx="20"/>
          </p:nvPr>
        </p:nvSpPr>
        <p:spPr>
          <a:xfrm>
            <a:off x="10856405" y="4166232"/>
            <a:ext cx="3081910"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14" name="文本占位符 13"/>
          <p:cNvSpPr>
            <a:spLocks noGrp="1"/>
          </p:cNvSpPr>
          <p:nvPr>
            <p:ph type="body" sz="quarter" idx="21"/>
          </p:nvPr>
        </p:nvSpPr>
        <p:spPr>
          <a:xfrm>
            <a:off x="1005841" y="1436370"/>
            <a:ext cx="12618720" cy="836078"/>
          </a:xfrm>
        </p:spPr>
        <p:txBody>
          <a:bodyPr>
            <a:normAutofit/>
          </a:bodyPr>
          <a:lstStyle>
            <a:lvl1pPr marL="0" indent="0">
              <a:buNone/>
              <a:defRPr sz="2400"/>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5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1" name="圆角矩形 10"/>
          <p:cNvSpPr/>
          <p:nvPr/>
        </p:nvSpPr>
        <p:spPr>
          <a:xfrm>
            <a:off x="1735836" y="2310759"/>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文本占位符 10"/>
          <p:cNvSpPr>
            <a:spLocks noGrp="1"/>
          </p:cNvSpPr>
          <p:nvPr>
            <p:ph type="body" sz="quarter" idx="13" hasCustomPrompt="1"/>
          </p:nvPr>
        </p:nvSpPr>
        <p:spPr>
          <a:xfrm>
            <a:off x="1735837" y="1694589"/>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18" name="文本占位符 10"/>
          <p:cNvSpPr>
            <a:spLocks noGrp="1"/>
          </p:cNvSpPr>
          <p:nvPr>
            <p:ph type="body" sz="quarter" idx="14" hasCustomPrompt="1"/>
          </p:nvPr>
        </p:nvSpPr>
        <p:spPr>
          <a:xfrm>
            <a:off x="1680210" y="4587418"/>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19" name="圆角矩形 18"/>
          <p:cNvSpPr/>
          <p:nvPr/>
        </p:nvSpPr>
        <p:spPr>
          <a:xfrm>
            <a:off x="1715885" y="5203589"/>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20" name="圆角矩形 19"/>
          <p:cNvSpPr/>
          <p:nvPr/>
        </p:nvSpPr>
        <p:spPr>
          <a:xfrm>
            <a:off x="4668566" y="2310759"/>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1" name="文本占位符 10"/>
          <p:cNvSpPr>
            <a:spLocks noGrp="1"/>
          </p:cNvSpPr>
          <p:nvPr>
            <p:ph type="body" sz="quarter" idx="15" hasCustomPrompt="1"/>
          </p:nvPr>
        </p:nvSpPr>
        <p:spPr>
          <a:xfrm>
            <a:off x="4668568" y="1694589"/>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22" name="文本占位符 10"/>
          <p:cNvSpPr>
            <a:spLocks noGrp="1"/>
          </p:cNvSpPr>
          <p:nvPr>
            <p:ph type="body" sz="quarter" idx="16" hasCustomPrompt="1"/>
          </p:nvPr>
        </p:nvSpPr>
        <p:spPr>
          <a:xfrm>
            <a:off x="4612941" y="4587418"/>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23" name="圆角矩形 22"/>
          <p:cNvSpPr/>
          <p:nvPr/>
        </p:nvSpPr>
        <p:spPr>
          <a:xfrm>
            <a:off x="4648615" y="5203589"/>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24" name="圆角矩形 23"/>
          <p:cNvSpPr/>
          <p:nvPr/>
        </p:nvSpPr>
        <p:spPr>
          <a:xfrm>
            <a:off x="7421742" y="2290808"/>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5" name="文本占位符 10"/>
          <p:cNvSpPr>
            <a:spLocks noGrp="1"/>
          </p:cNvSpPr>
          <p:nvPr>
            <p:ph type="body" sz="quarter" idx="17" hasCustomPrompt="1"/>
          </p:nvPr>
        </p:nvSpPr>
        <p:spPr>
          <a:xfrm>
            <a:off x="7421743" y="1674638"/>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26" name="文本占位符 10"/>
          <p:cNvSpPr>
            <a:spLocks noGrp="1"/>
          </p:cNvSpPr>
          <p:nvPr>
            <p:ph type="body" sz="quarter" idx="18" hasCustomPrompt="1"/>
          </p:nvPr>
        </p:nvSpPr>
        <p:spPr>
          <a:xfrm>
            <a:off x="7366116" y="4567467"/>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27" name="圆角矩形 26"/>
          <p:cNvSpPr/>
          <p:nvPr/>
        </p:nvSpPr>
        <p:spPr>
          <a:xfrm>
            <a:off x="7401791" y="5183637"/>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28" name="圆角矩形 27"/>
          <p:cNvSpPr/>
          <p:nvPr/>
        </p:nvSpPr>
        <p:spPr>
          <a:xfrm>
            <a:off x="10135016" y="2270857"/>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9" name="文本占位符 10"/>
          <p:cNvSpPr>
            <a:spLocks noGrp="1"/>
          </p:cNvSpPr>
          <p:nvPr>
            <p:ph type="body" sz="quarter" idx="19" hasCustomPrompt="1"/>
          </p:nvPr>
        </p:nvSpPr>
        <p:spPr>
          <a:xfrm>
            <a:off x="10135018" y="1654687"/>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30" name="文本占位符 10"/>
          <p:cNvSpPr>
            <a:spLocks noGrp="1"/>
          </p:cNvSpPr>
          <p:nvPr>
            <p:ph type="body" sz="quarter" idx="20" hasCustomPrompt="1"/>
          </p:nvPr>
        </p:nvSpPr>
        <p:spPr>
          <a:xfrm>
            <a:off x="10079391" y="4547516"/>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31" name="圆角矩形 30"/>
          <p:cNvSpPr/>
          <p:nvPr/>
        </p:nvSpPr>
        <p:spPr>
          <a:xfrm>
            <a:off x="10115065" y="5163686"/>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20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占位符 1"/>
          <p:cNvSpPr>
            <a:spLocks noGrp="1"/>
          </p:cNvSpPr>
          <p:nvPr>
            <p:ph type="title"/>
          </p:nvPr>
        </p:nvSpPr>
        <p:spPr>
          <a:xfrm>
            <a:off x="1735836" y="352807"/>
            <a:ext cx="11888724" cy="1058418"/>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3" name="文本占位符 12"/>
          <p:cNvSpPr>
            <a:spLocks noGrp="1"/>
          </p:cNvSpPr>
          <p:nvPr>
            <p:ph type="body" sz="quarter" idx="14"/>
          </p:nvPr>
        </p:nvSpPr>
        <p:spPr>
          <a:xfrm>
            <a:off x="1005841" y="2205992"/>
            <a:ext cx="6155815" cy="1843271"/>
          </a:xfrm>
        </p:spPr>
        <p:txBody>
          <a:bodyPr>
            <a:normAutofit/>
          </a:bodyPr>
          <a:lstStyle>
            <a:lvl1pPr>
              <a:buNone/>
              <a:defRPr sz="2400"/>
            </a:lvl1pPr>
          </a:lstStyle>
          <a:p>
            <a:pPr lvl="0"/>
            <a:r>
              <a:rPr kumimoji="1" lang="zh-CN" altLang="en-US"/>
              <a:t>单击此处编辑母版文本样式</a:t>
            </a:r>
            <a:endParaRPr kumimoji="1" lang="zh-CN" altLang="en-US"/>
          </a:p>
        </p:txBody>
      </p:sp>
      <p:cxnSp>
        <p:nvCxnSpPr>
          <p:cNvPr id="17" name="直线连接符 16"/>
          <p:cNvCxnSpPr/>
          <p:nvPr/>
        </p:nvCxnSpPr>
        <p:spPr>
          <a:xfrm>
            <a:off x="7315200" y="1882898"/>
            <a:ext cx="0" cy="5249422"/>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a:off x="4167566" y="4426096"/>
            <a:ext cx="0" cy="264033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20"/>
          <p:cNvCxnSpPr/>
          <p:nvPr/>
        </p:nvCxnSpPr>
        <p:spPr>
          <a:xfrm>
            <a:off x="10668000" y="4419425"/>
            <a:ext cx="0" cy="264033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线连接符 22"/>
          <p:cNvCxnSpPr/>
          <p:nvPr/>
        </p:nvCxnSpPr>
        <p:spPr>
          <a:xfrm>
            <a:off x="536448" y="4114800"/>
            <a:ext cx="6407278" cy="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线连接符 23"/>
          <p:cNvCxnSpPr/>
          <p:nvPr/>
        </p:nvCxnSpPr>
        <p:spPr>
          <a:xfrm>
            <a:off x="7680198" y="4114800"/>
            <a:ext cx="6407278" cy="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sp>
        <p:nvSpPr>
          <p:cNvPr id="25" name="文本占位符 10"/>
          <p:cNvSpPr>
            <a:spLocks noGrp="1"/>
          </p:cNvSpPr>
          <p:nvPr>
            <p:ph type="body" sz="quarter" idx="13" hasCustomPrompt="1"/>
          </p:nvPr>
        </p:nvSpPr>
        <p:spPr>
          <a:xfrm>
            <a:off x="1005841" y="1643157"/>
            <a:ext cx="6155818" cy="570091"/>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26" name="文本占位符 12"/>
          <p:cNvSpPr>
            <a:spLocks noGrp="1"/>
          </p:cNvSpPr>
          <p:nvPr>
            <p:ph type="body" sz="quarter" idx="15"/>
          </p:nvPr>
        </p:nvSpPr>
        <p:spPr>
          <a:xfrm>
            <a:off x="7468740" y="2188846"/>
            <a:ext cx="6153916" cy="1843271"/>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27" name="文本占位符 10"/>
          <p:cNvSpPr>
            <a:spLocks noGrp="1"/>
          </p:cNvSpPr>
          <p:nvPr>
            <p:ph type="body" sz="quarter" idx="16" hasCustomPrompt="1"/>
          </p:nvPr>
        </p:nvSpPr>
        <p:spPr>
          <a:xfrm>
            <a:off x="7468741" y="1626011"/>
            <a:ext cx="6153918" cy="570091"/>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34" name="文本占位符 12"/>
          <p:cNvSpPr>
            <a:spLocks noGrp="1"/>
          </p:cNvSpPr>
          <p:nvPr>
            <p:ph type="body" sz="quarter" idx="21"/>
          </p:nvPr>
        </p:nvSpPr>
        <p:spPr>
          <a:xfrm>
            <a:off x="1021652" y="4982356"/>
            <a:ext cx="2992360"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35" name="文本占位符 10"/>
          <p:cNvSpPr>
            <a:spLocks noGrp="1"/>
          </p:cNvSpPr>
          <p:nvPr>
            <p:ph type="body" sz="quarter" idx="22" hasCustomPrompt="1"/>
          </p:nvPr>
        </p:nvSpPr>
        <p:spPr>
          <a:xfrm>
            <a:off x="1007746" y="4339853"/>
            <a:ext cx="2992361"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5" name="文本占位符 12"/>
          <p:cNvSpPr>
            <a:spLocks noGrp="1"/>
          </p:cNvSpPr>
          <p:nvPr>
            <p:ph type="body" sz="quarter" idx="23"/>
          </p:nvPr>
        </p:nvSpPr>
        <p:spPr>
          <a:xfrm>
            <a:off x="4267772" y="4967116"/>
            <a:ext cx="2992360"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7" name="文本占位符 10"/>
          <p:cNvSpPr>
            <a:spLocks noGrp="1"/>
          </p:cNvSpPr>
          <p:nvPr>
            <p:ph type="body" sz="quarter" idx="24" hasCustomPrompt="1"/>
          </p:nvPr>
        </p:nvSpPr>
        <p:spPr>
          <a:xfrm>
            <a:off x="4253866" y="4324613"/>
            <a:ext cx="2992361"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10" name="文本占位符 12"/>
          <p:cNvSpPr>
            <a:spLocks noGrp="1"/>
          </p:cNvSpPr>
          <p:nvPr>
            <p:ph type="body" sz="quarter" idx="25"/>
          </p:nvPr>
        </p:nvSpPr>
        <p:spPr>
          <a:xfrm>
            <a:off x="7483412" y="4967116"/>
            <a:ext cx="2992360"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11" name="文本占位符 10"/>
          <p:cNvSpPr>
            <a:spLocks noGrp="1"/>
          </p:cNvSpPr>
          <p:nvPr>
            <p:ph type="body" sz="quarter" idx="26" hasCustomPrompt="1"/>
          </p:nvPr>
        </p:nvSpPr>
        <p:spPr>
          <a:xfrm>
            <a:off x="7469506" y="4324613"/>
            <a:ext cx="2992361"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12" name="文本占位符 12"/>
          <p:cNvSpPr>
            <a:spLocks noGrp="1"/>
          </p:cNvSpPr>
          <p:nvPr>
            <p:ph type="body" sz="quarter" idx="27"/>
          </p:nvPr>
        </p:nvSpPr>
        <p:spPr>
          <a:xfrm>
            <a:off x="10790492" y="4967116"/>
            <a:ext cx="2832164"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14" name="文本占位符 10"/>
          <p:cNvSpPr>
            <a:spLocks noGrp="1"/>
          </p:cNvSpPr>
          <p:nvPr>
            <p:ph type="body" sz="quarter" idx="28" hasCustomPrompt="1"/>
          </p:nvPr>
        </p:nvSpPr>
        <p:spPr>
          <a:xfrm>
            <a:off x="10776585" y="4324613"/>
            <a:ext cx="2832166"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Tree>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3" name="矩形 12"/>
          <p:cNvSpPr/>
          <p:nvPr/>
        </p:nvSpPr>
        <p:spPr>
          <a:xfrm>
            <a:off x="9566911" y="0"/>
            <a:ext cx="5063490" cy="8229600"/>
          </a:xfrm>
          <a:prstGeom prst="rect">
            <a:avLst/>
          </a:prstGeom>
          <a:solidFill>
            <a:srgbClr val="D0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文本占位符 12"/>
          <p:cNvSpPr>
            <a:spLocks noGrp="1"/>
          </p:cNvSpPr>
          <p:nvPr>
            <p:ph type="body" sz="quarter" idx="15"/>
          </p:nvPr>
        </p:nvSpPr>
        <p:spPr>
          <a:xfrm>
            <a:off x="9575482" y="2602324"/>
            <a:ext cx="4806316" cy="2664568"/>
          </a:xfrm>
        </p:spPr>
        <p:txBody>
          <a:bodyPr>
            <a:normAutofit/>
          </a:bodyPr>
          <a:lstStyle>
            <a:lvl1pPr>
              <a:buNone/>
              <a:defRPr sz="2880">
                <a:solidFill>
                  <a:srgbClr val="618CAC"/>
                </a:solidFill>
              </a:defRPr>
            </a:lvl1pPr>
          </a:lstStyle>
          <a:p>
            <a:pPr lvl="0"/>
            <a:r>
              <a:rPr kumimoji="1" lang="zh-CN" altLang="en-US"/>
              <a:t>单击此处编辑母版文本样式</a:t>
            </a:r>
            <a:endParaRPr kumimoji="1" lang="zh-CN" altLang="en-US"/>
          </a:p>
        </p:txBody>
      </p:sp>
      <p:sp>
        <p:nvSpPr>
          <p:cNvPr id="17" name="文本占位符 10"/>
          <p:cNvSpPr>
            <a:spLocks noGrp="1"/>
          </p:cNvSpPr>
          <p:nvPr>
            <p:ph type="body" sz="quarter" idx="16" hasCustomPrompt="1"/>
          </p:nvPr>
        </p:nvSpPr>
        <p:spPr>
          <a:xfrm>
            <a:off x="9566911" y="1950568"/>
            <a:ext cx="5063490" cy="570091"/>
          </a:xfrm>
        </p:spPr>
        <p:txBody>
          <a:bodyPr>
            <a:noAutofit/>
          </a:bodyPr>
          <a:lstStyle>
            <a:lvl1pPr>
              <a:buNone/>
              <a:defRPr sz="3360" b="1">
                <a:solidFill>
                  <a:srgbClr val="436178"/>
                </a:solidFill>
              </a:defRPr>
            </a:lvl1pPr>
          </a:lstStyle>
          <a:p>
            <a:pPr lvl="0"/>
            <a:r>
              <a:rPr kumimoji="1" lang="en-US" altLang="zh-CN" dirty="0"/>
              <a:t>1924</a:t>
            </a:r>
            <a:r>
              <a:rPr kumimoji="1" lang="zh-CN" altLang="en-US" dirty="0"/>
              <a:t>年</a:t>
            </a:r>
            <a:endParaRPr kumimoji="1" lang="zh-CN" altLang="en-US" dirty="0"/>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12" name="组合 11"/>
          <p:cNvGrpSpPr/>
          <p:nvPr/>
        </p:nvGrpSpPr>
        <p:grpSpPr>
          <a:xfrm>
            <a:off x="7643375" y="200538"/>
            <a:ext cx="7338346" cy="288403"/>
            <a:chOff x="6369479" y="167115"/>
            <a:chExt cx="6115288" cy="240336"/>
          </a:xfrm>
        </p:grpSpPr>
        <p:sp>
          <p:nvSpPr>
            <p:cNvPr id="5" name="矩形 4"/>
            <p:cNvSpPr/>
            <p:nvPr/>
          </p:nvSpPr>
          <p:spPr>
            <a:xfrm>
              <a:off x="6369479" y="167115"/>
              <a:ext cx="666849" cy="230832"/>
            </a:xfrm>
            <a:prstGeom prst="rect">
              <a:avLst/>
            </a:prstGeom>
          </p:spPr>
          <p:txBody>
            <a:bodyPr wrap="none">
              <a:spAutoFit/>
            </a:bodyPr>
            <a:lstStyle/>
            <a:p>
              <a:r>
                <a:rPr lang="zh-CN" altLang="en-US" sz="1200" dirty="0">
                  <a:solidFill>
                    <a:schemeClr val="tx1"/>
                  </a:solidFill>
                  <a:latin typeface="+mn-ea"/>
                  <a:ea typeface="+mn-ea"/>
                </a:rPr>
                <a:t>课程导入</a:t>
              </a:r>
              <a:endParaRPr lang="zh-CN" altLang="en-US" sz="1200" dirty="0">
                <a:solidFill>
                  <a:schemeClr val="tx1"/>
                </a:solidFill>
                <a:latin typeface="+mn-ea"/>
                <a:ea typeface="+mn-ea"/>
              </a:endParaRPr>
            </a:p>
          </p:txBody>
        </p:sp>
        <p:sp>
          <p:nvSpPr>
            <p:cNvPr id="6" name="矩形 5"/>
            <p:cNvSpPr/>
            <p:nvPr/>
          </p:nvSpPr>
          <p:spPr>
            <a:xfrm>
              <a:off x="7806356"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绘图基础</a:t>
              </a:r>
              <a:endParaRPr lang="zh-CN" altLang="en-US" sz="1200" dirty="0">
                <a:solidFill>
                  <a:schemeClr val="tx1"/>
                </a:solidFill>
                <a:latin typeface="+mn-ea"/>
                <a:ea typeface="+mn-ea"/>
                <a:sym typeface="微软雅黑" panose="020B0503020204020204" pitchFamily="34" charset="-122"/>
              </a:endParaRPr>
            </a:p>
          </p:txBody>
        </p:sp>
        <p:sp>
          <p:nvSpPr>
            <p:cNvPr id="7" name="矩形 6"/>
            <p:cNvSpPr/>
            <p:nvPr/>
          </p:nvSpPr>
          <p:spPr>
            <a:xfrm>
              <a:off x="9408289"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案例实践</a:t>
              </a:r>
              <a:endParaRPr lang="zh-CN" altLang="en-US" sz="1200" dirty="0">
                <a:solidFill>
                  <a:schemeClr val="tx1"/>
                </a:solidFill>
                <a:latin typeface="+mn-ea"/>
                <a:ea typeface="+mn-ea"/>
                <a:sym typeface="微软雅黑" panose="020B0503020204020204" pitchFamily="34" charset="-122"/>
              </a:endParaRPr>
            </a:p>
          </p:txBody>
        </p:sp>
        <p:cxnSp>
          <p:nvCxnSpPr>
            <p:cNvPr id="8" name="直接连接符 161"/>
            <p:cNvCxnSpPr/>
            <p:nvPr/>
          </p:nvCxnSpPr>
          <p:spPr>
            <a:xfrm>
              <a:off x="7538297" y="224265"/>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2"/>
            <p:cNvCxnSpPr/>
            <p:nvPr/>
          </p:nvCxnSpPr>
          <p:spPr>
            <a:xfrm>
              <a:off x="9154575"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0393685" y="170177"/>
              <a:ext cx="2091082" cy="230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panose="020B060402020209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11480" rtl="0" eaLnBrk="1" fontAlgn="auto" latinLnBrk="0" hangingPunct="1">
                <a:lnSpc>
                  <a:spcPct val="100000"/>
                </a:lnSpc>
                <a:spcBef>
                  <a:spcPct val="0"/>
                </a:spcBef>
                <a:spcAft>
                  <a:spcPts val="0"/>
                </a:spcAft>
                <a:buClrTx/>
                <a:buSzTx/>
                <a:buFont typeface="Arial" panose="020B0604020202090204" pitchFamily="34" charset="0"/>
                <a:buNone/>
                <a:defRPr/>
              </a:pPr>
              <a:r>
                <a:rPr lang="zh-CN" altLang="en-US" sz="1200" kern="1200" noProof="0" dirty="0">
                  <a:solidFill>
                    <a:schemeClr val="tx1"/>
                  </a:solidFill>
                  <a:latin typeface="+mn-ea"/>
                  <a:ea typeface="+mn-ea"/>
                  <a:cs typeface="+mn-cs"/>
                  <a:sym typeface="微软雅黑" panose="020B0503020204020204" pitchFamily="34" charset="-122"/>
                </a:rPr>
                <a:t>总结与反思</a:t>
              </a:r>
              <a:endParaRPr lang="zh-CN" altLang="en-US" sz="1200" kern="1200" noProof="0" dirty="0">
                <a:solidFill>
                  <a:schemeClr val="tx1"/>
                </a:solidFill>
                <a:latin typeface="+mn-ea"/>
                <a:ea typeface="+mn-ea"/>
                <a:cs typeface="+mn-cs"/>
                <a:sym typeface="微软雅黑" panose="020B0503020204020204" pitchFamily="34" charset="-122"/>
              </a:endParaRPr>
            </a:p>
          </p:txBody>
        </p:sp>
        <p:cxnSp>
          <p:nvCxnSpPr>
            <p:cNvPr id="11" name="直接连接符 169"/>
            <p:cNvCxnSpPr/>
            <p:nvPr/>
          </p:nvCxnSpPr>
          <p:spPr>
            <a:xfrm>
              <a:off x="10801280"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489967" y="311659"/>
            <a:ext cx="1043178" cy="1034034"/>
            <a:chOff x="643" y="463"/>
            <a:chExt cx="1369" cy="1357"/>
          </a:xfrm>
        </p:grpSpPr>
        <p:sp>
          <p:nvSpPr>
            <p:cNvPr id="14" name="椭圆 13"/>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15" name="椭圆 14"/>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16" name="椭圆 15"/>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grpSp>
        <p:nvGrpSpPr>
          <p:cNvPr id="27" name="组合 26"/>
          <p:cNvGrpSpPr/>
          <p:nvPr/>
        </p:nvGrpSpPr>
        <p:grpSpPr>
          <a:xfrm>
            <a:off x="7620673" y="314970"/>
            <a:ext cx="7338346" cy="288403"/>
            <a:chOff x="6369479" y="167115"/>
            <a:chExt cx="6115288" cy="240336"/>
          </a:xfrm>
        </p:grpSpPr>
        <p:sp>
          <p:nvSpPr>
            <p:cNvPr id="28" name="矩形 27"/>
            <p:cNvSpPr/>
            <p:nvPr/>
          </p:nvSpPr>
          <p:spPr>
            <a:xfrm>
              <a:off x="6369479" y="167115"/>
              <a:ext cx="666849" cy="230832"/>
            </a:xfrm>
            <a:prstGeom prst="rect">
              <a:avLst/>
            </a:prstGeom>
          </p:spPr>
          <p:txBody>
            <a:bodyPr wrap="none">
              <a:spAutoFit/>
            </a:bodyPr>
            <a:lstStyle/>
            <a:p>
              <a:r>
                <a:rPr lang="zh-CN" altLang="en-US" sz="1200" dirty="0">
                  <a:solidFill>
                    <a:schemeClr val="tx1"/>
                  </a:solidFill>
                  <a:latin typeface="+mn-ea"/>
                  <a:ea typeface="+mn-ea"/>
                </a:rPr>
                <a:t>课程导入</a:t>
              </a:r>
              <a:endParaRPr lang="zh-CN" altLang="en-US" sz="1200" dirty="0">
                <a:solidFill>
                  <a:schemeClr val="tx1"/>
                </a:solidFill>
                <a:latin typeface="+mn-ea"/>
                <a:ea typeface="+mn-ea"/>
              </a:endParaRPr>
            </a:p>
          </p:txBody>
        </p:sp>
        <p:sp>
          <p:nvSpPr>
            <p:cNvPr id="29" name="矩形 28"/>
            <p:cNvSpPr/>
            <p:nvPr/>
          </p:nvSpPr>
          <p:spPr>
            <a:xfrm>
              <a:off x="7806356"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绘图基础</a:t>
              </a:r>
              <a:endParaRPr lang="zh-CN" altLang="en-US" sz="1200" dirty="0">
                <a:solidFill>
                  <a:schemeClr val="tx1"/>
                </a:solidFill>
                <a:latin typeface="+mn-ea"/>
                <a:ea typeface="+mn-ea"/>
                <a:sym typeface="微软雅黑" panose="020B0503020204020204" pitchFamily="34" charset="-122"/>
              </a:endParaRPr>
            </a:p>
          </p:txBody>
        </p:sp>
        <p:sp>
          <p:nvSpPr>
            <p:cNvPr id="30" name="矩形 29"/>
            <p:cNvSpPr/>
            <p:nvPr/>
          </p:nvSpPr>
          <p:spPr>
            <a:xfrm>
              <a:off x="9408289"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案例实践</a:t>
              </a:r>
              <a:endParaRPr lang="zh-CN" altLang="en-US" sz="1200" dirty="0">
                <a:solidFill>
                  <a:schemeClr val="tx1"/>
                </a:solidFill>
                <a:latin typeface="+mn-ea"/>
                <a:ea typeface="+mn-ea"/>
                <a:sym typeface="微软雅黑" panose="020B0503020204020204" pitchFamily="34" charset="-122"/>
              </a:endParaRPr>
            </a:p>
          </p:txBody>
        </p:sp>
        <p:cxnSp>
          <p:nvCxnSpPr>
            <p:cNvPr id="31" name="直接连接符 161"/>
            <p:cNvCxnSpPr/>
            <p:nvPr/>
          </p:nvCxnSpPr>
          <p:spPr>
            <a:xfrm>
              <a:off x="7538297" y="224265"/>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162"/>
            <p:cNvCxnSpPr/>
            <p:nvPr/>
          </p:nvCxnSpPr>
          <p:spPr>
            <a:xfrm>
              <a:off x="9154575"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a:spLocks noChangeArrowheads="1"/>
            </p:cNvSpPr>
            <p:nvPr/>
          </p:nvSpPr>
          <p:spPr bwMode="auto">
            <a:xfrm>
              <a:off x="10393685" y="170177"/>
              <a:ext cx="2091082" cy="230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panose="020B060402020209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11480" rtl="0" eaLnBrk="1" fontAlgn="auto" latinLnBrk="0" hangingPunct="1">
                <a:lnSpc>
                  <a:spcPct val="100000"/>
                </a:lnSpc>
                <a:spcBef>
                  <a:spcPct val="0"/>
                </a:spcBef>
                <a:spcAft>
                  <a:spcPts val="0"/>
                </a:spcAft>
                <a:buClrTx/>
                <a:buSzTx/>
                <a:buFont typeface="Arial" panose="020B0604020202090204" pitchFamily="34" charset="0"/>
                <a:buNone/>
                <a:defRPr/>
              </a:pPr>
              <a:r>
                <a:rPr lang="zh-CN" altLang="en-US" sz="1200" kern="1200" noProof="0" dirty="0">
                  <a:solidFill>
                    <a:schemeClr val="tx1"/>
                  </a:solidFill>
                  <a:latin typeface="+mn-ea"/>
                  <a:ea typeface="+mn-ea"/>
                  <a:cs typeface="+mn-cs"/>
                  <a:sym typeface="微软雅黑" panose="020B0503020204020204" pitchFamily="34" charset="-122"/>
                </a:rPr>
                <a:t>总结与反思</a:t>
              </a:r>
              <a:endParaRPr lang="zh-CN" altLang="en-US" sz="1200" kern="1200" noProof="0" dirty="0">
                <a:solidFill>
                  <a:schemeClr val="tx1"/>
                </a:solidFill>
                <a:latin typeface="+mn-ea"/>
                <a:ea typeface="+mn-ea"/>
                <a:cs typeface="+mn-cs"/>
                <a:sym typeface="微软雅黑" panose="020B0503020204020204" pitchFamily="34" charset="-122"/>
              </a:endParaRPr>
            </a:p>
          </p:txBody>
        </p:sp>
        <p:cxnSp>
          <p:nvCxnSpPr>
            <p:cNvPr id="34" name="直接连接符 169"/>
            <p:cNvCxnSpPr/>
            <p:nvPr/>
          </p:nvCxnSpPr>
          <p:spPr>
            <a:xfrm>
              <a:off x="10801280"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1089895" y="383550"/>
            <a:ext cx="626390" cy="620899"/>
            <a:chOff x="643" y="463"/>
            <a:chExt cx="1369" cy="1357"/>
          </a:xfrm>
        </p:grpSpPr>
        <p:sp>
          <p:nvSpPr>
            <p:cNvPr id="36" name="椭圆 3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7" name="椭圆 3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38" name="椭圆 3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40" name="内容占位符 39"/>
          <p:cNvSpPr>
            <a:spLocks noGrp="1"/>
          </p:cNvSpPr>
          <p:nvPr>
            <p:ph sz="quarter" idx="13"/>
          </p:nvPr>
        </p:nvSpPr>
        <p:spPr>
          <a:xfrm>
            <a:off x="1007746" y="1436371"/>
            <a:ext cx="12616814" cy="5962650"/>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Tree>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grpSp>
        <p:nvGrpSpPr>
          <p:cNvPr id="27" name="组合 26"/>
          <p:cNvGrpSpPr/>
          <p:nvPr/>
        </p:nvGrpSpPr>
        <p:grpSpPr>
          <a:xfrm>
            <a:off x="7620673" y="314970"/>
            <a:ext cx="7338346" cy="288403"/>
            <a:chOff x="6369479" y="167115"/>
            <a:chExt cx="6115288" cy="240336"/>
          </a:xfrm>
        </p:grpSpPr>
        <p:sp>
          <p:nvSpPr>
            <p:cNvPr id="28" name="矩形 27"/>
            <p:cNvSpPr/>
            <p:nvPr/>
          </p:nvSpPr>
          <p:spPr>
            <a:xfrm>
              <a:off x="6369479" y="167115"/>
              <a:ext cx="666849" cy="230832"/>
            </a:xfrm>
            <a:prstGeom prst="rect">
              <a:avLst/>
            </a:prstGeom>
          </p:spPr>
          <p:txBody>
            <a:bodyPr wrap="none">
              <a:spAutoFit/>
            </a:bodyPr>
            <a:lstStyle/>
            <a:p>
              <a:r>
                <a:rPr lang="zh-CN" altLang="en-US" sz="1200" dirty="0">
                  <a:solidFill>
                    <a:schemeClr val="accent4">
                      <a:lumMod val="75000"/>
                    </a:schemeClr>
                  </a:solidFill>
                  <a:latin typeface="+mn-ea"/>
                  <a:ea typeface="+mn-ea"/>
                </a:rPr>
                <a:t>课程导入</a:t>
              </a:r>
              <a:endParaRPr lang="zh-CN" altLang="en-US" sz="1200" dirty="0">
                <a:solidFill>
                  <a:schemeClr val="accent4">
                    <a:lumMod val="75000"/>
                  </a:schemeClr>
                </a:solidFill>
                <a:latin typeface="+mn-ea"/>
                <a:ea typeface="+mn-ea"/>
              </a:endParaRPr>
            </a:p>
          </p:txBody>
        </p:sp>
        <p:sp>
          <p:nvSpPr>
            <p:cNvPr id="29" name="矩形 28"/>
            <p:cNvSpPr/>
            <p:nvPr/>
          </p:nvSpPr>
          <p:spPr>
            <a:xfrm>
              <a:off x="7806356"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绘图基础</a:t>
              </a:r>
              <a:endParaRPr lang="zh-CN" altLang="en-US" sz="1200" dirty="0">
                <a:solidFill>
                  <a:schemeClr val="tx1"/>
                </a:solidFill>
                <a:latin typeface="+mn-ea"/>
                <a:ea typeface="+mn-ea"/>
                <a:sym typeface="微软雅黑" panose="020B0503020204020204" pitchFamily="34" charset="-122"/>
              </a:endParaRPr>
            </a:p>
          </p:txBody>
        </p:sp>
        <p:sp>
          <p:nvSpPr>
            <p:cNvPr id="30" name="矩形 29"/>
            <p:cNvSpPr/>
            <p:nvPr/>
          </p:nvSpPr>
          <p:spPr>
            <a:xfrm>
              <a:off x="9408289"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案例实践</a:t>
              </a:r>
              <a:endParaRPr lang="zh-CN" altLang="en-US" sz="1200" dirty="0">
                <a:solidFill>
                  <a:schemeClr val="tx1"/>
                </a:solidFill>
                <a:latin typeface="+mn-ea"/>
                <a:ea typeface="+mn-ea"/>
                <a:sym typeface="微软雅黑" panose="020B0503020204020204" pitchFamily="34" charset="-122"/>
              </a:endParaRPr>
            </a:p>
          </p:txBody>
        </p:sp>
        <p:cxnSp>
          <p:nvCxnSpPr>
            <p:cNvPr id="31" name="直接连接符 161"/>
            <p:cNvCxnSpPr/>
            <p:nvPr/>
          </p:nvCxnSpPr>
          <p:spPr>
            <a:xfrm>
              <a:off x="7538297" y="224265"/>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162"/>
            <p:cNvCxnSpPr/>
            <p:nvPr/>
          </p:nvCxnSpPr>
          <p:spPr>
            <a:xfrm>
              <a:off x="9154575"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a:spLocks noChangeArrowheads="1"/>
            </p:cNvSpPr>
            <p:nvPr/>
          </p:nvSpPr>
          <p:spPr bwMode="auto">
            <a:xfrm>
              <a:off x="10393685" y="170177"/>
              <a:ext cx="2091082" cy="230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panose="020B060402020209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11480" rtl="0" eaLnBrk="1" fontAlgn="auto" latinLnBrk="0" hangingPunct="1">
                <a:lnSpc>
                  <a:spcPct val="100000"/>
                </a:lnSpc>
                <a:spcBef>
                  <a:spcPct val="0"/>
                </a:spcBef>
                <a:spcAft>
                  <a:spcPts val="0"/>
                </a:spcAft>
                <a:buClrTx/>
                <a:buSzTx/>
                <a:buFont typeface="Arial" panose="020B0604020202090204" pitchFamily="34" charset="0"/>
                <a:buNone/>
                <a:defRPr/>
              </a:pPr>
              <a:r>
                <a:rPr lang="zh-CN" altLang="en-US" sz="1200" kern="1200" noProof="0" dirty="0">
                  <a:solidFill>
                    <a:schemeClr val="tx1"/>
                  </a:solidFill>
                  <a:latin typeface="+mn-ea"/>
                  <a:ea typeface="+mn-ea"/>
                  <a:cs typeface="+mn-cs"/>
                  <a:sym typeface="微软雅黑" panose="020B0503020204020204" pitchFamily="34" charset="-122"/>
                </a:rPr>
                <a:t>总结与反思</a:t>
              </a:r>
              <a:endParaRPr lang="zh-CN" altLang="en-US" sz="1200" kern="1200" noProof="0" dirty="0">
                <a:solidFill>
                  <a:schemeClr val="tx1"/>
                </a:solidFill>
                <a:latin typeface="+mn-ea"/>
                <a:ea typeface="+mn-ea"/>
                <a:cs typeface="+mn-cs"/>
                <a:sym typeface="微软雅黑" panose="020B0503020204020204" pitchFamily="34" charset="-122"/>
              </a:endParaRPr>
            </a:p>
          </p:txBody>
        </p:sp>
        <p:cxnSp>
          <p:nvCxnSpPr>
            <p:cNvPr id="34" name="直接连接符 169"/>
            <p:cNvCxnSpPr/>
            <p:nvPr/>
          </p:nvCxnSpPr>
          <p:spPr>
            <a:xfrm>
              <a:off x="10801280"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1089895" y="383550"/>
            <a:ext cx="626390" cy="620899"/>
            <a:chOff x="643" y="463"/>
            <a:chExt cx="1369" cy="1357"/>
          </a:xfrm>
        </p:grpSpPr>
        <p:sp>
          <p:nvSpPr>
            <p:cNvPr id="36" name="椭圆 3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7" name="椭圆 3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38" name="椭圆 3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40" name="内容占位符 39"/>
          <p:cNvSpPr>
            <a:spLocks noGrp="1"/>
          </p:cNvSpPr>
          <p:nvPr>
            <p:ph sz="quarter" idx="13"/>
          </p:nvPr>
        </p:nvSpPr>
        <p:spPr>
          <a:xfrm>
            <a:off x="1007746" y="1436371"/>
            <a:ext cx="12616814" cy="5962650"/>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三角形 6"/>
          <p:cNvSpPr/>
          <p:nvPr/>
        </p:nvSpPr>
        <p:spPr>
          <a:xfrm rot="5400000">
            <a:off x="7389690" y="409531"/>
            <a:ext cx="101633" cy="129155"/>
          </a:xfrm>
          <a:prstGeom prst="triangl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Tree>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828800" y="1587555"/>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
        <p:nvSpPr>
          <p:cNvPr id="3" name="副标题 2"/>
          <p:cNvSpPr>
            <a:spLocks noGrp="1"/>
          </p:cNvSpPr>
          <p:nvPr>
            <p:ph type="subTitle" idx="1" hasCustomPrompt="1"/>
          </p:nvPr>
        </p:nvSpPr>
        <p:spPr>
          <a:xfrm>
            <a:off x="1828800" y="4322446"/>
            <a:ext cx="10972800" cy="1986914"/>
          </a:xfrm>
        </p:spPr>
        <p:txBody>
          <a:bodyPr>
            <a:normAutofit/>
          </a:bodyPr>
          <a:lstStyle>
            <a:lvl1pPr marL="0" indent="0" algn="ctr">
              <a:buNone/>
              <a:defRPr sz="2880">
                <a:solidFill>
                  <a:schemeClr val="tx1">
                    <a:lumMod val="75000"/>
                    <a:lumOff val="25000"/>
                  </a:schemeClr>
                </a:solidFill>
                <a:effectLst/>
                <a:latin typeface="+mn-ea"/>
                <a:ea typeface="+mn-ea"/>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zh-CN" altLang="en-US" dirty="0"/>
              <a:t>单击此处添加副标题</a:t>
            </a:r>
            <a:endParaRPr lang="zh-CN" altLang="en-US" dirty="0"/>
          </a:p>
        </p:txBody>
      </p:sp>
    </p:spTree>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77240" y="310134"/>
            <a:ext cx="12618720" cy="1590676"/>
          </a:xfrm>
        </p:spPr>
        <p:txBody>
          <a:bodyPr anchor="ctr" anchorCtr="0">
            <a:normAutofit/>
          </a:bodyPr>
          <a:lstStyle>
            <a:lvl1pPr>
              <a:defRPr sz="5280" b="0">
                <a:effectLst/>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777240" y="2190750"/>
            <a:ext cx="12618720" cy="5221606"/>
          </a:xfrm>
        </p:spPr>
        <p:txBody>
          <a:bodyPr>
            <a:normAutofit/>
          </a:bodyPr>
          <a:lstStyle>
            <a:lvl1pPr>
              <a:defRPr sz="3360">
                <a:solidFill>
                  <a:schemeClr val="tx1">
                    <a:lumMod val="75000"/>
                    <a:lumOff val="25000"/>
                  </a:schemeClr>
                </a:solidFill>
              </a:defRPr>
            </a:lvl1pPr>
            <a:lvl2pPr>
              <a:defRPr sz="2880">
                <a:solidFill>
                  <a:schemeClr val="tx1">
                    <a:lumMod val="75000"/>
                    <a:lumOff val="25000"/>
                  </a:schemeClr>
                </a:solidFill>
              </a:defRPr>
            </a:lvl2pPr>
            <a:lvl3pPr>
              <a:defRPr sz="2400">
                <a:solidFill>
                  <a:schemeClr val="tx1">
                    <a:lumMod val="75000"/>
                    <a:lumOff val="25000"/>
                  </a:schemeClr>
                </a:solidFill>
              </a:defRPr>
            </a:lvl3pPr>
            <a:lvl4pPr>
              <a:defRPr sz="2160">
                <a:solidFill>
                  <a:schemeClr val="tx1">
                    <a:lumMod val="75000"/>
                    <a:lumOff val="25000"/>
                  </a:schemeClr>
                </a:solidFill>
              </a:defRPr>
            </a:lvl4pPr>
            <a:lvl5pPr>
              <a:defRPr sz="2160">
                <a:solidFill>
                  <a:schemeClr val="tx1">
                    <a:lumMod val="75000"/>
                    <a:lumOff val="25000"/>
                  </a:schemeClr>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98220" y="562953"/>
            <a:ext cx="12369512" cy="4912016"/>
          </a:xfrm>
        </p:spPr>
        <p:txBody>
          <a:bodyPr anchor="b">
            <a:normAutofit/>
          </a:bodyPr>
          <a:lstStyle>
            <a:lvl1pPr>
              <a:defRPr sz="7200">
                <a:effectLst/>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98220" y="5532034"/>
            <a:ext cx="12369511" cy="777066"/>
          </a:xfrm>
        </p:spPr>
        <p:txBody>
          <a:bodyPr>
            <a:normAutofit/>
          </a:bodyPr>
          <a:lstStyle>
            <a:lvl1pPr marL="0" indent="0">
              <a:buNone/>
              <a:defRPr sz="288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77240" y="310134"/>
            <a:ext cx="12618720" cy="1590676"/>
          </a:xfrm>
        </p:spPr>
        <p:txBody>
          <a:bodyPr>
            <a:normAutofit/>
          </a:bodyPr>
          <a:lstStyle>
            <a:lvl1pPr>
              <a:defRPr sz="5280" b="0" i="0">
                <a:effectLst/>
              </a:defRPr>
            </a:lvl1pPr>
          </a:lstStyle>
          <a:p>
            <a:r>
              <a:rPr lang="zh-CN" altLang="en-US"/>
              <a:t>单击此处编辑母版标题样式</a:t>
            </a:r>
            <a:endParaRPr lang="zh-CN" altLang="en-US" dirty="0"/>
          </a:p>
        </p:txBody>
      </p:sp>
      <p:sp>
        <p:nvSpPr>
          <p:cNvPr id="3" name="内容占位符 2"/>
          <p:cNvSpPr>
            <a:spLocks noGrp="1"/>
          </p:cNvSpPr>
          <p:nvPr>
            <p:ph sz="half" idx="1"/>
          </p:nvPr>
        </p:nvSpPr>
        <p:spPr>
          <a:xfrm>
            <a:off x="777240" y="2190750"/>
            <a:ext cx="6217920" cy="5221606"/>
          </a:xfrm>
        </p:spPr>
        <p:txBody>
          <a:bodyPr>
            <a:normAutofit/>
          </a:bodyPr>
          <a:lstStyle>
            <a:lvl1pPr>
              <a:lnSpc>
                <a:spcPct val="90000"/>
              </a:lnSpc>
              <a:defRPr sz="3360">
                <a:solidFill>
                  <a:schemeClr val="tx1">
                    <a:lumMod val="75000"/>
                    <a:lumOff val="25000"/>
                  </a:schemeClr>
                </a:solidFill>
              </a:defRPr>
            </a:lvl1pPr>
            <a:lvl2pPr>
              <a:lnSpc>
                <a:spcPct val="90000"/>
              </a:lnSpc>
              <a:defRPr sz="2880">
                <a:solidFill>
                  <a:schemeClr val="tx1">
                    <a:lumMod val="75000"/>
                    <a:lumOff val="25000"/>
                  </a:schemeClr>
                </a:solidFill>
              </a:defRPr>
            </a:lvl2pPr>
            <a:lvl3pPr>
              <a:lnSpc>
                <a:spcPct val="90000"/>
              </a:lnSpc>
              <a:defRPr sz="2400">
                <a:solidFill>
                  <a:schemeClr val="tx1">
                    <a:lumMod val="75000"/>
                    <a:lumOff val="25000"/>
                  </a:schemeClr>
                </a:solidFill>
              </a:defRPr>
            </a:lvl3pPr>
            <a:lvl4pPr>
              <a:lnSpc>
                <a:spcPct val="90000"/>
              </a:lnSpc>
              <a:defRPr sz="2160">
                <a:solidFill>
                  <a:schemeClr val="tx1">
                    <a:lumMod val="75000"/>
                    <a:lumOff val="25000"/>
                  </a:schemeClr>
                </a:solidFill>
              </a:defRPr>
            </a:lvl4pPr>
            <a:lvl5pPr>
              <a:lnSpc>
                <a:spcPct val="90000"/>
              </a:lnSpc>
              <a:defRPr sz="2160">
                <a:solidFill>
                  <a:schemeClr val="tx1">
                    <a:lumMod val="75000"/>
                    <a:lumOff val="25000"/>
                  </a:schemeClr>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内容占位符 3"/>
          <p:cNvSpPr>
            <a:spLocks noGrp="1"/>
          </p:cNvSpPr>
          <p:nvPr>
            <p:ph sz="half" idx="2"/>
          </p:nvPr>
        </p:nvSpPr>
        <p:spPr>
          <a:xfrm>
            <a:off x="7178040" y="2190750"/>
            <a:ext cx="6217920" cy="5221606"/>
          </a:xfrm>
        </p:spPr>
        <p:txBody>
          <a:bodyPr>
            <a:normAutofit/>
          </a:bodyPr>
          <a:lstStyle>
            <a:lvl1pPr>
              <a:lnSpc>
                <a:spcPct val="90000"/>
              </a:lnSpc>
              <a:defRPr sz="3360">
                <a:solidFill>
                  <a:schemeClr val="tx1">
                    <a:lumMod val="75000"/>
                    <a:lumOff val="25000"/>
                  </a:schemeClr>
                </a:solidFill>
              </a:defRPr>
            </a:lvl1pPr>
            <a:lvl2pPr>
              <a:lnSpc>
                <a:spcPct val="90000"/>
              </a:lnSpc>
              <a:defRPr sz="2880">
                <a:solidFill>
                  <a:schemeClr val="tx1">
                    <a:lumMod val="75000"/>
                    <a:lumOff val="25000"/>
                  </a:schemeClr>
                </a:solidFill>
              </a:defRPr>
            </a:lvl2pPr>
            <a:lvl3pPr>
              <a:lnSpc>
                <a:spcPct val="90000"/>
              </a:lnSpc>
              <a:defRPr sz="2400">
                <a:solidFill>
                  <a:schemeClr val="tx1">
                    <a:lumMod val="75000"/>
                    <a:lumOff val="25000"/>
                  </a:schemeClr>
                </a:solidFill>
              </a:defRPr>
            </a:lvl3pPr>
            <a:lvl4pPr>
              <a:lnSpc>
                <a:spcPct val="90000"/>
              </a:lnSpc>
              <a:defRPr sz="2160">
                <a:solidFill>
                  <a:schemeClr val="tx1">
                    <a:lumMod val="75000"/>
                    <a:lumOff val="25000"/>
                  </a:schemeClr>
                </a:solidFill>
              </a:defRPr>
            </a:lvl4pPr>
            <a:lvl5pPr>
              <a:lnSpc>
                <a:spcPct val="90000"/>
              </a:lnSpc>
              <a:defRPr sz="2160">
                <a:solidFill>
                  <a:schemeClr val="tx1">
                    <a:lumMod val="75000"/>
                    <a:lumOff val="25000"/>
                  </a:schemeClr>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5" name="日期占位符 4"/>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007746" y="438150"/>
            <a:ext cx="12618720" cy="1590676"/>
          </a:xfrm>
        </p:spPr>
        <p:txBody>
          <a:bodyPr/>
          <a:lstStyle/>
          <a:p>
            <a:r>
              <a:rPr lang="zh-CN" altLang="en-US"/>
              <a:t>单击此处编辑母版标题样式</a:t>
            </a:r>
            <a:endParaRPr lang="zh-CN" altLang="en-US" dirty="0"/>
          </a:p>
        </p:txBody>
      </p:sp>
      <p:sp>
        <p:nvSpPr>
          <p:cNvPr id="3" name="文本占位符 2"/>
          <p:cNvSpPr>
            <a:spLocks noGrp="1"/>
          </p:cNvSpPr>
          <p:nvPr>
            <p:ph type="body" idx="1"/>
          </p:nvPr>
        </p:nvSpPr>
        <p:spPr>
          <a:xfrm>
            <a:off x="1005460" y="2093953"/>
            <a:ext cx="6189344"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007746" y="3138731"/>
            <a:ext cx="6189344" cy="42888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5" name="文本占位符 4"/>
          <p:cNvSpPr>
            <a:spLocks noGrp="1"/>
          </p:cNvSpPr>
          <p:nvPr>
            <p:ph type="body" sz="quarter" idx="3"/>
          </p:nvPr>
        </p:nvSpPr>
        <p:spPr>
          <a:xfrm>
            <a:off x="7406640" y="2093953"/>
            <a:ext cx="6219826"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7406640" y="3138731"/>
            <a:ext cx="6219826" cy="42888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7" name="日期占位符 6"/>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005840" y="3319463"/>
            <a:ext cx="12618720" cy="1590676"/>
          </a:xfrm>
        </p:spPr>
        <p:txBody>
          <a:bodyPr>
            <a:normAutofit/>
          </a:bodyPr>
          <a:lstStyle>
            <a:lvl1pPr algn="ctr">
              <a:defRPr sz="5280" b="0">
                <a:effectLst/>
              </a:defRPr>
            </a:lvl1p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76096" y="152400"/>
            <a:ext cx="4998240" cy="1920240"/>
          </a:xfrm>
        </p:spPr>
        <p:txBody>
          <a:bodyPr anchor="ctr" anchorCtr="0">
            <a:normAutofit/>
          </a:bodyPr>
          <a:lstStyle>
            <a:lvl1pPr>
              <a:defRPr sz="384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6220801" y="919625"/>
            <a:ext cx="6980850" cy="6113335"/>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zh-CN" altLang="en-US"/>
              <a:t>单击图标添加图片</a:t>
            </a:r>
            <a:endParaRPr lang="zh-CN" altLang="en-US"/>
          </a:p>
        </p:txBody>
      </p:sp>
      <p:sp>
        <p:nvSpPr>
          <p:cNvPr id="4" name="文本占位符 3"/>
          <p:cNvSpPr>
            <a:spLocks noGrp="1"/>
          </p:cNvSpPr>
          <p:nvPr>
            <p:ph type="body" sz="half" idx="2"/>
          </p:nvPr>
        </p:nvSpPr>
        <p:spPr>
          <a:xfrm>
            <a:off x="782192" y="2468880"/>
            <a:ext cx="4998240" cy="4573906"/>
          </a:xfrm>
        </p:spPr>
        <p:txBody>
          <a:bodyPr>
            <a:normAutofit/>
          </a:bodyPr>
          <a:lstStyle>
            <a:lvl1pPr marL="0" indent="0">
              <a:lnSpc>
                <a:spcPct val="150000"/>
              </a:lnSpc>
              <a:buNone/>
              <a:defRPr sz="240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789381" y="438150"/>
            <a:ext cx="1835179" cy="6974206"/>
          </a:xfrm>
        </p:spPr>
        <p:txBody>
          <a:bodyPr vert="eaVert">
            <a:normAutofit/>
          </a:bodyPr>
          <a:lstStyle>
            <a:lvl1pPr>
              <a:defRPr sz="5280"/>
            </a:lvl1pPr>
          </a:lstStyle>
          <a:p>
            <a:r>
              <a:rPr lang="zh-CN" altLang="en-US"/>
              <a:t>单击此处编辑母版标题样式</a:t>
            </a:r>
            <a:endParaRPr lang="zh-CN" altLang="en-US" dirty="0"/>
          </a:p>
        </p:txBody>
      </p:sp>
      <p:sp>
        <p:nvSpPr>
          <p:cNvPr id="3" name="竖排文字占位符 2"/>
          <p:cNvSpPr>
            <a:spLocks noGrp="1"/>
          </p:cNvSpPr>
          <p:nvPr>
            <p:ph type="body" orient="vert" idx="1"/>
          </p:nvPr>
        </p:nvSpPr>
        <p:spPr>
          <a:xfrm>
            <a:off x="1005840" y="438150"/>
            <a:ext cx="10655950" cy="6974206"/>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7" name="内容占位符 6"/>
          <p:cNvSpPr>
            <a:spLocks noGrp="1"/>
          </p:cNvSpPr>
          <p:nvPr>
            <p:ph sz="quarter" idx="13"/>
          </p:nvPr>
        </p:nvSpPr>
        <p:spPr>
          <a:xfrm>
            <a:off x="1005840" y="661852"/>
            <a:ext cx="12618720" cy="66707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仅标题">
    <p:bg>
      <p:bgPr>
        <a:solidFill>
          <a:srgbClr val="618BA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pic>
        <p:nvPicPr>
          <p:cNvPr id="7" name="图片 6"/>
          <p:cNvPicPr>
            <a:picLocks noChangeAspect="1"/>
          </p:cNvPicPr>
          <p:nvPr/>
        </p:nvPicPr>
        <p:blipFill>
          <a:blip r:embed="rId2"/>
          <a:stretch>
            <a:fillRect/>
          </a:stretch>
        </p:blipFill>
        <p:spPr>
          <a:xfrm>
            <a:off x="530076" y="1308141"/>
            <a:ext cx="5201448" cy="5191208"/>
          </a:xfrm>
          <a:prstGeom prst="rect">
            <a:avLst/>
          </a:prstGeom>
        </p:spPr>
      </p:pic>
      <p:sp>
        <p:nvSpPr>
          <p:cNvPr id="11" name="矩形 10"/>
          <p:cNvSpPr/>
          <p:nvPr/>
        </p:nvSpPr>
        <p:spPr>
          <a:xfrm>
            <a:off x="0" y="1138175"/>
            <a:ext cx="14630400" cy="5475431"/>
          </a:xfrm>
          <a:prstGeom prst="rect">
            <a:avLst/>
          </a:prstGeom>
          <a:gradFill flip="none" rotWithShape="1">
            <a:gsLst>
              <a:gs pos="22000">
                <a:srgbClr val="90B3CE">
                  <a:alpha val="22353"/>
                </a:srgbClr>
              </a:gs>
              <a:gs pos="100000">
                <a:srgbClr val="406192">
                  <a:alpha val="71765"/>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标题 1"/>
          <p:cNvSpPr>
            <a:spLocks noGrp="1"/>
          </p:cNvSpPr>
          <p:nvPr>
            <p:ph type="title"/>
          </p:nvPr>
        </p:nvSpPr>
        <p:spPr>
          <a:xfrm>
            <a:off x="6728789" y="1615995"/>
            <a:ext cx="7487220" cy="3107900"/>
          </a:xfrm>
          <a:noFill/>
        </p:spPr>
        <p:txBody>
          <a:bodyPr>
            <a:normAutofit/>
          </a:bodyPr>
          <a:lstStyle>
            <a:lvl1pPr algn="ctr">
              <a:defRPr sz="5280" b="0">
                <a:solidFill>
                  <a:schemeClr val="bg1"/>
                </a:solidFill>
                <a:effectLst/>
              </a:defRPr>
            </a:lvl1pPr>
          </a:lstStyle>
          <a:p>
            <a:r>
              <a:rPr lang="zh-CN" altLang="en-US"/>
              <a:t>单击此处编辑母版标题样式</a:t>
            </a:r>
            <a:endParaRPr lang="zh-CN" altLang="en-US" dirty="0"/>
          </a:p>
        </p:txBody>
      </p:sp>
      <p:sp>
        <p:nvSpPr>
          <p:cNvPr id="9" name="文本占位符 8"/>
          <p:cNvSpPr>
            <a:spLocks noGrp="1"/>
          </p:cNvSpPr>
          <p:nvPr>
            <p:ph type="body" sz="quarter" idx="13"/>
          </p:nvPr>
        </p:nvSpPr>
        <p:spPr>
          <a:xfrm>
            <a:off x="7302585" y="5340097"/>
            <a:ext cx="6321976" cy="1126475"/>
          </a:xfrm>
        </p:spPr>
        <p:txBody>
          <a:bodyPr>
            <a:normAutofit/>
          </a:bodyPr>
          <a:lstStyle>
            <a:lvl1pPr>
              <a:buNone/>
              <a:defRPr sz="3840">
                <a:solidFill>
                  <a:schemeClr val="bg1"/>
                </a:solidFill>
              </a:defRPr>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5" name="任意多边形 4"/>
          <p:cNvSpPr/>
          <p:nvPr/>
        </p:nvSpPr>
        <p:spPr>
          <a:xfrm>
            <a:off x="9588726" y="-5851"/>
            <a:ext cx="5041673" cy="3071258"/>
          </a:xfrm>
          <a:custGeom>
            <a:avLst/>
            <a:gdLst>
              <a:gd name="connsiteX0" fmla="*/ 71135 w 3937000"/>
              <a:gd name="connsiteY0" fmla="*/ 0 h 3485309"/>
              <a:gd name="connsiteX1" fmla="*/ 3937000 w 3937000"/>
              <a:gd name="connsiteY1" fmla="*/ 0 h 3485309"/>
              <a:gd name="connsiteX2" fmla="*/ 3937000 w 3937000"/>
              <a:gd name="connsiteY2" fmla="*/ 3481867 h 3485309"/>
              <a:gd name="connsiteX3" fmla="*/ 3922699 w 3937000"/>
              <a:gd name="connsiteY3" fmla="*/ 3482920 h 3485309"/>
              <a:gd name="connsiteX4" fmla="*/ 2859661 w 3937000"/>
              <a:gd name="connsiteY4" fmla="*/ 3266421 h 3485309"/>
              <a:gd name="connsiteX5" fmla="*/ 1800401 w 3937000"/>
              <a:gd name="connsiteY5" fmla="*/ 1945621 h 3485309"/>
              <a:gd name="connsiteX6" fmla="*/ 290652 w 3937000"/>
              <a:gd name="connsiteY6" fmla="*/ 1196321 h 3485309"/>
              <a:gd name="connsiteX7" fmla="*/ 39249 w 3937000"/>
              <a:gd name="connsiteY7" fmla="*/ 94695 h 3485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7000" h="3485309">
                <a:moveTo>
                  <a:pt x="71135" y="0"/>
                </a:moveTo>
                <a:lnTo>
                  <a:pt x="3937000" y="0"/>
                </a:lnTo>
                <a:lnTo>
                  <a:pt x="3937000" y="3481867"/>
                </a:lnTo>
                <a:lnTo>
                  <a:pt x="3922699" y="3482920"/>
                </a:lnTo>
                <a:cubicBezTo>
                  <a:pt x="3552914" y="3498973"/>
                  <a:pt x="3193470" y="3434961"/>
                  <a:pt x="2859661" y="3266421"/>
                </a:cubicBezTo>
                <a:cubicBezTo>
                  <a:pt x="2096669" y="2881188"/>
                  <a:pt x="2228570" y="2290638"/>
                  <a:pt x="1800401" y="1945621"/>
                </a:cubicBezTo>
                <a:cubicBezTo>
                  <a:pt x="1372233" y="1600604"/>
                  <a:pt x="586920" y="1568854"/>
                  <a:pt x="290652" y="1196321"/>
                </a:cubicBezTo>
                <a:cubicBezTo>
                  <a:pt x="68451" y="916921"/>
                  <a:pt x="-72708" y="493456"/>
                  <a:pt x="39249" y="94695"/>
                </a:cubicBezTo>
                <a:close/>
              </a:path>
            </a:pathLst>
          </a:cu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6" name="Freeform 5"/>
          <p:cNvSpPr/>
          <p:nvPr/>
        </p:nvSpPr>
        <p:spPr bwMode="auto">
          <a:xfrm>
            <a:off x="10133771" y="-5046"/>
            <a:ext cx="4493530" cy="2938910"/>
          </a:xfrm>
          <a:custGeom>
            <a:avLst/>
            <a:gdLst>
              <a:gd name="T0" fmla="*/ 18 w 1619"/>
              <a:gd name="T1" fmla="*/ 36 h 1181"/>
              <a:gd name="T2" fmla="*/ 14 w 1619"/>
              <a:gd name="T3" fmla="*/ 108 h 1181"/>
              <a:gd name="T4" fmla="*/ 30 w 1619"/>
              <a:gd name="T5" fmla="*/ 285 h 1181"/>
              <a:gd name="T6" fmla="*/ 84 w 1619"/>
              <a:gd name="T7" fmla="*/ 425 h 1181"/>
              <a:gd name="T8" fmla="*/ 99 w 1619"/>
              <a:gd name="T9" fmla="*/ 448 h 1181"/>
              <a:gd name="T10" fmla="*/ 114 w 1619"/>
              <a:gd name="T11" fmla="*/ 469 h 1181"/>
              <a:gd name="T12" fmla="*/ 174 w 1619"/>
              <a:gd name="T13" fmla="*/ 519 h 1181"/>
              <a:gd name="T14" fmla="*/ 306 w 1619"/>
              <a:gd name="T15" fmla="*/ 572 h 1181"/>
              <a:gd name="T16" fmla="*/ 444 w 1619"/>
              <a:gd name="T17" fmla="*/ 615 h 1181"/>
              <a:gd name="T18" fmla="*/ 571 w 1619"/>
              <a:gd name="T19" fmla="*/ 681 h 1181"/>
              <a:gd name="T20" fmla="*/ 661 w 1619"/>
              <a:gd name="T21" fmla="*/ 794 h 1181"/>
              <a:gd name="T22" fmla="*/ 728 w 1619"/>
              <a:gd name="T23" fmla="*/ 921 h 1181"/>
              <a:gd name="T24" fmla="*/ 876 w 1619"/>
              <a:gd name="T25" fmla="*/ 1072 h 1181"/>
              <a:gd name="T26" fmla="*/ 907 w 1619"/>
              <a:gd name="T27" fmla="*/ 1090 h 1181"/>
              <a:gd name="T28" fmla="*/ 1003 w 1619"/>
              <a:gd name="T29" fmla="*/ 1135 h 1181"/>
              <a:gd name="T30" fmla="*/ 1054 w 1619"/>
              <a:gd name="T31" fmla="*/ 1150 h 1181"/>
              <a:gd name="T32" fmla="*/ 1353 w 1619"/>
              <a:gd name="T33" fmla="*/ 1143 h 1181"/>
              <a:gd name="T34" fmla="*/ 1554 w 1619"/>
              <a:gd name="T35" fmla="*/ 1068 h 1181"/>
              <a:gd name="T36" fmla="*/ 1619 w 1619"/>
              <a:gd name="T37" fmla="*/ 1037 h 1181"/>
              <a:gd name="T38" fmla="*/ 1491 w 1619"/>
              <a:gd name="T39" fmla="*/ 1104 h 1181"/>
              <a:gd name="T40" fmla="*/ 1356 w 1619"/>
              <a:gd name="T41" fmla="*/ 1154 h 1181"/>
              <a:gd name="T42" fmla="*/ 1068 w 1619"/>
              <a:gd name="T43" fmla="*/ 1168 h 1181"/>
              <a:gd name="T44" fmla="*/ 1051 w 1619"/>
              <a:gd name="T45" fmla="*/ 1164 h 1181"/>
              <a:gd name="T46" fmla="*/ 998 w 1619"/>
              <a:gd name="T47" fmla="*/ 1149 h 1181"/>
              <a:gd name="T48" fmla="*/ 899 w 1619"/>
              <a:gd name="T49" fmla="*/ 1102 h 1181"/>
              <a:gd name="T50" fmla="*/ 869 w 1619"/>
              <a:gd name="T51" fmla="*/ 1083 h 1181"/>
              <a:gd name="T52" fmla="*/ 760 w 1619"/>
              <a:gd name="T53" fmla="*/ 986 h 1181"/>
              <a:gd name="T54" fmla="*/ 654 w 1619"/>
              <a:gd name="T55" fmla="*/ 798 h 1181"/>
              <a:gd name="T56" fmla="*/ 606 w 1619"/>
              <a:gd name="T57" fmla="*/ 723 h 1181"/>
              <a:gd name="T58" fmla="*/ 595 w 1619"/>
              <a:gd name="T59" fmla="*/ 709 h 1181"/>
              <a:gd name="T60" fmla="*/ 442 w 1619"/>
              <a:gd name="T61" fmla="*/ 619 h 1181"/>
              <a:gd name="T62" fmla="*/ 304 w 1619"/>
              <a:gd name="T63" fmla="*/ 580 h 1181"/>
              <a:gd name="T64" fmla="*/ 168 w 1619"/>
              <a:gd name="T65" fmla="*/ 530 h 1181"/>
              <a:gd name="T66" fmla="*/ 104 w 1619"/>
              <a:gd name="T67" fmla="*/ 477 h 1181"/>
              <a:gd name="T68" fmla="*/ 88 w 1619"/>
              <a:gd name="T69" fmla="*/ 455 h 1181"/>
              <a:gd name="T70" fmla="*/ 74 w 1619"/>
              <a:gd name="T71" fmla="*/ 432 h 1181"/>
              <a:gd name="T72" fmla="*/ 60 w 1619"/>
              <a:gd name="T73" fmla="*/ 408 h 1181"/>
              <a:gd name="T74" fmla="*/ 49 w 1619"/>
              <a:gd name="T75" fmla="*/ 383 h 1181"/>
              <a:gd name="T76" fmla="*/ 39 w 1619"/>
              <a:gd name="T77" fmla="*/ 357 h 1181"/>
              <a:gd name="T78" fmla="*/ 28 w 1619"/>
              <a:gd name="T79" fmla="*/ 323 h 1181"/>
              <a:gd name="T80" fmla="*/ 21 w 1619"/>
              <a:gd name="T81" fmla="*/ 296 h 1181"/>
              <a:gd name="T82" fmla="*/ 21 w 1619"/>
              <a:gd name="T83" fmla="*/ 0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19" h="1181">
                <a:moveTo>
                  <a:pt x="22" y="0"/>
                </a:moveTo>
                <a:cubicBezTo>
                  <a:pt x="18" y="36"/>
                  <a:pt x="18" y="36"/>
                  <a:pt x="18" y="36"/>
                </a:cubicBezTo>
                <a:cubicBezTo>
                  <a:pt x="16" y="72"/>
                  <a:pt x="16" y="72"/>
                  <a:pt x="16" y="72"/>
                </a:cubicBezTo>
                <a:cubicBezTo>
                  <a:pt x="15" y="84"/>
                  <a:pt x="14" y="96"/>
                  <a:pt x="14" y="108"/>
                </a:cubicBezTo>
                <a:cubicBezTo>
                  <a:pt x="14" y="120"/>
                  <a:pt x="14" y="132"/>
                  <a:pt x="14" y="143"/>
                </a:cubicBezTo>
                <a:cubicBezTo>
                  <a:pt x="15" y="191"/>
                  <a:pt x="20" y="239"/>
                  <a:pt x="30" y="285"/>
                </a:cubicBezTo>
                <a:cubicBezTo>
                  <a:pt x="40" y="332"/>
                  <a:pt x="57" y="376"/>
                  <a:pt x="80" y="418"/>
                </a:cubicBezTo>
                <a:cubicBezTo>
                  <a:pt x="84" y="425"/>
                  <a:pt x="84" y="425"/>
                  <a:pt x="84" y="425"/>
                </a:cubicBezTo>
                <a:cubicBezTo>
                  <a:pt x="86" y="428"/>
                  <a:pt x="87" y="430"/>
                  <a:pt x="89" y="433"/>
                </a:cubicBezTo>
                <a:cubicBezTo>
                  <a:pt x="99" y="448"/>
                  <a:pt x="99" y="448"/>
                  <a:pt x="99" y="448"/>
                </a:cubicBezTo>
                <a:cubicBezTo>
                  <a:pt x="102" y="453"/>
                  <a:pt x="106" y="457"/>
                  <a:pt x="109" y="462"/>
                </a:cubicBezTo>
                <a:cubicBezTo>
                  <a:pt x="114" y="469"/>
                  <a:pt x="114" y="469"/>
                  <a:pt x="114" y="469"/>
                </a:cubicBezTo>
                <a:cubicBezTo>
                  <a:pt x="116" y="472"/>
                  <a:pt x="118" y="474"/>
                  <a:pt x="120" y="476"/>
                </a:cubicBezTo>
                <a:cubicBezTo>
                  <a:pt x="135" y="493"/>
                  <a:pt x="154" y="508"/>
                  <a:pt x="174" y="519"/>
                </a:cubicBezTo>
                <a:cubicBezTo>
                  <a:pt x="194" y="531"/>
                  <a:pt x="216" y="541"/>
                  <a:pt x="238" y="549"/>
                </a:cubicBezTo>
                <a:cubicBezTo>
                  <a:pt x="260" y="558"/>
                  <a:pt x="283" y="565"/>
                  <a:pt x="306" y="572"/>
                </a:cubicBezTo>
                <a:cubicBezTo>
                  <a:pt x="375" y="593"/>
                  <a:pt x="375" y="593"/>
                  <a:pt x="375" y="593"/>
                </a:cubicBezTo>
                <a:cubicBezTo>
                  <a:pt x="398" y="600"/>
                  <a:pt x="421" y="607"/>
                  <a:pt x="444" y="615"/>
                </a:cubicBezTo>
                <a:cubicBezTo>
                  <a:pt x="466" y="623"/>
                  <a:pt x="488" y="633"/>
                  <a:pt x="510" y="643"/>
                </a:cubicBezTo>
                <a:cubicBezTo>
                  <a:pt x="532" y="654"/>
                  <a:pt x="552" y="666"/>
                  <a:pt x="571" y="681"/>
                </a:cubicBezTo>
                <a:cubicBezTo>
                  <a:pt x="590" y="696"/>
                  <a:pt x="607" y="714"/>
                  <a:pt x="622" y="733"/>
                </a:cubicBezTo>
                <a:cubicBezTo>
                  <a:pt x="637" y="752"/>
                  <a:pt x="649" y="773"/>
                  <a:pt x="661" y="794"/>
                </a:cubicBezTo>
                <a:cubicBezTo>
                  <a:pt x="672" y="816"/>
                  <a:pt x="683" y="837"/>
                  <a:pt x="694" y="858"/>
                </a:cubicBezTo>
                <a:cubicBezTo>
                  <a:pt x="705" y="880"/>
                  <a:pt x="716" y="901"/>
                  <a:pt x="728" y="921"/>
                </a:cubicBezTo>
                <a:cubicBezTo>
                  <a:pt x="753" y="961"/>
                  <a:pt x="784" y="998"/>
                  <a:pt x="819" y="1029"/>
                </a:cubicBezTo>
                <a:cubicBezTo>
                  <a:pt x="837" y="1045"/>
                  <a:pt x="856" y="1059"/>
                  <a:pt x="876" y="1072"/>
                </a:cubicBezTo>
                <a:cubicBezTo>
                  <a:pt x="891" y="1081"/>
                  <a:pt x="891" y="1081"/>
                  <a:pt x="891" y="1081"/>
                </a:cubicBezTo>
                <a:cubicBezTo>
                  <a:pt x="896" y="1084"/>
                  <a:pt x="901" y="1087"/>
                  <a:pt x="907" y="1090"/>
                </a:cubicBezTo>
                <a:cubicBezTo>
                  <a:pt x="917" y="1096"/>
                  <a:pt x="927" y="1101"/>
                  <a:pt x="938" y="1107"/>
                </a:cubicBezTo>
                <a:cubicBezTo>
                  <a:pt x="959" y="1117"/>
                  <a:pt x="981" y="1127"/>
                  <a:pt x="1003" y="1135"/>
                </a:cubicBezTo>
                <a:cubicBezTo>
                  <a:pt x="1014" y="1139"/>
                  <a:pt x="1026" y="1142"/>
                  <a:pt x="1037" y="1145"/>
                </a:cubicBezTo>
                <a:cubicBezTo>
                  <a:pt x="1043" y="1147"/>
                  <a:pt x="1048" y="1148"/>
                  <a:pt x="1054" y="1150"/>
                </a:cubicBezTo>
                <a:cubicBezTo>
                  <a:pt x="1060" y="1151"/>
                  <a:pt x="1066" y="1153"/>
                  <a:pt x="1071" y="1154"/>
                </a:cubicBezTo>
                <a:cubicBezTo>
                  <a:pt x="1164" y="1174"/>
                  <a:pt x="1261" y="1167"/>
                  <a:pt x="1353" y="1143"/>
                </a:cubicBezTo>
                <a:cubicBezTo>
                  <a:pt x="1399" y="1132"/>
                  <a:pt x="1444" y="1116"/>
                  <a:pt x="1489" y="1097"/>
                </a:cubicBezTo>
                <a:cubicBezTo>
                  <a:pt x="1511" y="1088"/>
                  <a:pt x="1532" y="1078"/>
                  <a:pt x="1554" y="1068"/>
                </a:cubicBezTo>
                <a:cubicBezTo>
                  <a:pt x="1576" y="1058"/>
                  <a:pt x="1597" y="1047"/>
                  <a:pt x="1618" y="1036"/>
                </a:cubicBezTo>
                <a:cubicBezTo>
                  <a:pt x="1619" y="1037"/>
                  <a:pt x="1619" y="1037"/>
                  <a:pt x="1619" y="1037"/>
                </a:cubicBezTo>
                <a:cubicBezTo>
                  <a:pt x="1598" y="1049"/>
                  <a:pt x="1577" y="1061"/>
                  <a:pt x="1556" y="1072"/>
                </a:cubicBezTo>
                <a:cubicBezTo>
                  <a:pt x="1535" y="1083"/>
                  <a:pt x="1513" y="1094"/>
                  <a:pt x="1491" y="1104"/>
                </a:cubicBezTo>
                <a:cubicBezTo>
                  <a:pt x="1469" y="1114"/>
                  <a:pt x="1447" y="1123"/>
                  <a:pt x="1425" y="1132"/>
                </a:cubicBezTo>
                <a:cubicBezTo>
                  <a:pt x="1402" y="1140"/>
                  <a:pt x="1379" y="1148"/>
                  <a:pt x="1356" y="1154"/>
                </a:cubicBezTo>
                <a:cubicBezTo>
                  <a:pt x="1309" y="1167"/>
                  <a:pt x="1262" y="1175"/>
                  <a:pt x="1213" y="1178"/>
                </a:cubicBezTo>
                <a:cubicBezTo>
                  <a:pt x="1165" y="1181"/>
                  <a:pt x="1116" y="1178"/>
                  <a:pt x="1068" y="1168"/>
                </a:cubicBezTo>
                <a:cubicBezTo>
                  <a:pt x="1065" y="1168"/>
                  <a:pt x="1062" y="1167"/>
                  <a:pt x="1059" y="1166"/>
                </a:cubicBezTo>
                <a:cubicBezTo>
                  <a:pt x="1051" y="1164"/>
                  <a:pt x="1051" y="1164"/>
                  <a:pt x="1051" y="1164"/>
                </a:cubicBezTo>
                <a:cubicBezTo>
                  <a:pt x="1045" y="1163"/>
                  <a:pt x="1039" y="1161"/>
                  <a:pt x="1033" y="1160"/>
                </a:cubicBezTo>
                <a:cubicBezTo>
                  <a:pt x="1021" y="1156"/>
                  <a:pt x="1010" y="1153"/>
                  <a:pt x="998" y="1149"/>
                </a:cubicBezTo>
                <a:cubicBezTo>
                  <a:pt x="975" y="1141"/>
                  <a:pt x="953" y="1131"/>
                  <a:pt x="931" y="1120"/>
                </a:cubicBezTo>
                <a:cubicBezTo>
                  <a:pt x="921" y="1114"/>
                  <a:pt x="910" y="1109"/>
                  <a:pt x="899" y="1102"/>
                </a:cubicBezTo>
                <a:cubicBezTo>
                  <a:pt x="894" y="1099"/>
                  <a:pt x="889" y="1096"/>
                  <a:pt x="884" y="1093"/>
                </a:cubicBezTo>
                <a:cubicBezTo>
                  <a:pt x="869" y="1083"/>
                  <a:pt x="869" y="1083"/>
                  <a:pt x="869" y="1083"/>
                </a:cubicBezTo>
                <a:cubicBezTo>
                  <a:pt x="848" y="1070"/>
                  <a:pt x="829" y="1055"/>
                  <a:pt x="811" y="1039"/>
                </a:cubicBezTo>
                <a:cubicBezTo>
                  <a:pt x="793" y="1023"/>
                  <a:pt x="776" y="1005"/>
                  <a:pt x="760" y="986"/>
                </a:cubicBezTo>
                <a:cubicBezTo>
                  <a:pt x="745" y="967"/>
                  <a:pt x="731" y="947"/>
                  <a:pt x="719" y="927"/>
                </a:cubicBezTo>
                <a:cubicBezTo>
                  <a:pt x="694" y="885"/>
                  <a:pt x="675" y="840"/>
                  <a:pt x="654" y="798"/>
                </a:cubicBezTo>
                <a:cubicBezTo>
                  <a:pt x="643" y="777"/>
                  <a:pt x="631" y="756"/>
                  <a:pt x="617" y="737"/>
                </a:cubicBezTo>
                <a:cubicBezTo>
                  <a:pt x="614" y="732"/>
                  <a:pt x="610" y="727"/>
                  <a:pt x="606" y="723"/>
                </a:cubicBezTo>
                <a:cubicBezTo>
                  <a:pt x="601" y="716"/>
                  <a:pt x="601" y="716"/>
                  <a:pt x="601" y="716"/>
                </a:cubicBezTo>
                <a:cubicBezTo>
                  <a:pt x="595" y="709"/>
                  <a:pt x="595" y="709"/>
                  <a:pt x="595" y="709"/>
                </a:cubicBezTo>
                <a:cubicBezTo>
                  <a:pt x="586" y="701"/>
                  <a:pt x="578" y="693"/>
                  <a:pt x="568" y="685"/>
                </a:cubicBezTo>
                <a:cubicBezTo>
                  <a:pt x="531" y="655"/>
                  <a:pt x="487" y="635"/>
                  <a:pt x="442" y="619"/>
                </a:cubicBezTo>
                <a:cubicBezTo>
                  <a:pt x="419" y="612"/>
                  <a:pt x="397" y="605"/>
                  <a:pt x="373" y="598"/>
                </a:cubicBezTo>
                <a:cubicBezTo>
                  <a:pt x="304" y="580"/>
                  <a:pt x="304" y="580"/>
                  <a:pt x="304" y="580"/>
                </a:cubicBezTo>
                <a:cubicBezTo>
                  <a:pt x="281" y="573"/>
                  <a:pt x="258" y="567"/>
                  <a:pt x="235" y="559"/>
                </a:cubicBezTo>
                <a:cubicBezTo>
                  <a:pt x="212" y="551"/>
                  <a:pt x="189" y="542"/>
                  <a:pt x="168" y="530"/>
                </a:cubicBezTo>
                <a:cubicBezTo>
                  <a:pt x="147" y="518"/>
                  <a:pt x="127" y="503"/>
                  <a:pt x="110" y="484"/>
                </a:cubicBezTo>
                <a:cubicBezTo>
                  <a:pt x="108" y="482"/>
                  <a:pt x="106" y="479"/>
                  <a:pt x="104" y="477"/>
                </a:cubicBezTo>
                <a:cubicBezTo>
                  <a:pt x="99" y="470"/>
                  <a:pt x="99" y="470"/>
                  <a:pt x="99" y="470"/>
                </a:cubicBezTo>
                <a:cubicBezTo>
                  <a:pt x="95" y="465"/>
                  <a:pt x="92" y="460"/>
                  <a:pt x="88" y="455"/>
                </a:cubicBezTo>
                <a:cubicBezTo>
                  <a:pt x="78" y="439"/>
                  <a:pt x="78" y="439"/>
                  <a:pt x="78" y="439"/>
                </a:cubicBezTo>
                <a:cubicBezTo>
                  <a:pt x="77" y="437"/>
                  <a:pt x="75" y="434"/>
                  <a:pt x="74" y="432"/>
                </a:cubicBezTo>
                <a:cubicBezTo>
                  <a:pt x="69" y="424"/>
                  <a:pt x="69" y="424"/>
                  <a:pt x="69" y="424"/>
                </a:cubicBezTo>
                <a:cubicBezTo>
                  <a:pt x="60" y="408"/>
                  <a:pt x="60" y="408"/>
                  <a:pt x="60" y="408"/>
                </a:cubicBezTo>
                <a:cubicBezTo>
                  <a:pt x="53" y="391"/>
                  <a:pt x="53" y="391"/>
                  <a:pt x="53" y="391"/>
                </a:cubicBezTo>
                <a:cubicBezTo>
                  <a:pt x="49" y="383"/>
                  <a:pt x="49" y="383"/>
                  <a:pt x="49" y="383"/>
                </a:cubicBezTo>
                <a:cubicBezTo>
                  <a:pt x="48" y="380"/>
                  <a:pt x="47" y="377"/>
                  <a:pt x="46" y="374"/>
                </a:cubicBezTo>
                <a:cubicBezTo>
                  <a:pt x="39" y="357"/>
                  <a:pt x="39" y="357"/>
                  <a:pt x="39" y="357"/>
                </a:cubicBezTo>
                <a:cubicBezTo>
                  <a:pt x="37" y="352"/>
                  <a:pt x="35" y="346"/>
                  <a:pt x="33" y="340"/>
                </a:cubicBezTo>
                <a:cubicBezTo>
                  <a:pt x="32" y="334"/>
                  <a:pt x="30" y="329"/>
                  <a:pt x="28" y="323"/>
                </a:cubicBezTo>
                <a:cubicBezTo>
                  <a:pt x="24" y="305"/>
                  <a:pt x="24" y="305"/>
                  <a:pt x="24" y="305"/>
                </a:cubicBezTo>
                <a:cubicBezTo>
                  <a:pt x="23" y="302"/>
                  <a:pt x="22" y="299"/>
                  <a:pt x="21" y="296"/>
                </a:cubicBezTo>
                <a:cubicBezTo>
                  <a:pt x="20" y="287"/>
                  <a:pt x="20" y="287"/>
                  <a:pt x="20" y="287"/>
                </a:cubicBezTo>
                <a:cubicBezTo>
                  <a:pt x="0" y="192"/>
                  <a:pt x="4" y="94"/>
                  <a:pt x="21" y="0"/>
                </a:cubicBezTo>
                <a:lnTo>
                  <a:pt x="22" y="0"/>
                </a:lnTo>
                <a:close/>
              </a:path>
            </a:pathLst>
          </a:custGeom>
          <a:solidFill>
            <a:srgbClr val="618CAC"/>
          </a:solidFill>
          <a:ln>
            <a:noFill/>
          </a:ln>
        </p:spPr>
        <p:txBody>
          <a:bodyPr vert="horz" wrap="square" lIns="109728" tIns="54864" rIns="109728" bIns="54864" numCol="1" anchor="t" anchorCtr="0" compatLnSpc="1"/>
          <a:lstStyle/>
          <a:p>
            <a:endParaRPr lang="zh-CN" altLang="en-US" sz="2160"/>
          </a:p>
        </p:txBody>
      </p:sp>
      <p:sp>
        <p:nvSpPr>
          <p:cNvPr id="15" name="任意多边形 14"/>
          <p:cNvSpPr/>
          <p:nvPr/>
        </p:nvSpPr>
        <p:spPr>
          <a:xfrm>
            <a:off x="1" y="5428650"/>
            <a:ext cx="4275259" cy="2820577"/>
          </a:xfrm>
          <a:custGeom>
            <a:avLst/>
            <a:gdLst>
              <a:gd name="connsiteX0" fmla="*/ 914344 w 3556001"/>
              <a:gd name="connsiteY0" fmla="*/ 1091 h 2346051"/>
              <a:gd name="connsiteX1" fmla="*/ 2430863 w 3556001"/>
              <a:gd name="connsiteY1" fmla="*/ 596106 h 2346051"/>
              <a:gd name="connsiteX2" fmla="*/ 3438830 w 3556001"/>
              <a:gd name="connsiteY2" fmla="*/ 2307077 h 2346051"/>
              <a:gd name="connsiteX3" fmla="*/ 3401736 w 3556001"/>
              <a:gd name="connsiteY3" fmla="*/ 2346051 h 2346051"/>
              <a:gd name="connsiteX4" fmla="*/ 0 w 3556001"/>
              <a:gd name="connsiteY4" fmla="*/ 2346051 h 2346051"/>
              <a:gd name="connsiteX5" fmla="*/ 0 w 3556001"/>
              <a:gd name="connsiteY5" fmla="*/ 199042 h 2346051"/>
              <a:gd name="connsiteX6" fmla="*/ 98382 w 3556001"/>
              <a:gd name="connsiteY6" fmla="*/ 151316 h 2346051"/>
              <a:gd name="connsiteX7" fmla="*/ 914344 w 3556001"/>
              <a:gd name="connsiteY7" fmla="*/ 1091 h 2346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6001" h="2346051">
                <a:moveTo>
                  <a:pt x="914344" y="1091"/>
                </a:moveTo>
                <a:cubicBezTo>
                  <a:pt x="1423084" y="17657"/>
                  <a:pt x="1952843" y="222610"/>
                  <a:pt x="2430863" y="596106"/>
                </a:cubicBezTo>
                <a:cubicBezTo>
                  <a:pt x="3174449" y="1177101"/>
                  <a:pt x="3830778" y="1805516"/>
                  <a:pt x="3438830" y="2307077"/>
                </a:cubicBezTo>
                <a:lnTo>
                  <a:pt x="3401736" y="2346051"/>
                </a:lnTo>
                <a:lnTo>
                  <a:pt x="0" y="2346051"/>
                </a:lnTo>
                <a:lnTo>
                  <a:pt x="0" y="199042"/>
                </a:lnTo>
                <a:lnTo>
                  <a:pt x="98382" y="151316"/>
                </a:lnTo>
                <a:cubicBezTo>
                  <a:pt x="355565" y="40829"/>
                  <a:pt x="631711" y="-8113"/>
                  <a:pt x="914344" y="1091"/>
                </a:cubicBezTo>
                <a:close/>
              </a:path>
            </a:pathLst>
          </a:cu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23" name="Freeform 5"/>
          <p:cNvSpPr/>
          <p:nvPr/>
        </p:nvSpPr>
        <p:spPr bwMode="auto">
          <a:xfrm>
            <a:off x="2505" y="5793868"/>
            <a:ext cx="4762501" cy="2455544"/>
          </a:xfrm>
          <a:custGeom>
            <a:avLst/>
            <a:gdLst>
              <a:gd name="T0" fmla="*/ 0 w 1488"/>
              <a:gd name="T1" fmla="*/ 104 h 767"/>
              <a:gd name="T2" fmla="*/ 219 w 1488"/>
              <a:gd name="T3" fmla="*/ 23 h 767"/>
              <a:gd name="T4" fmla="*/ 335 w 1488"/>
              <a:gd name="T5" fmla="*/ 4 h 767"/>
              <a:gd name="T6" fmla="*/ 365 w 1488"/>
              <a:gd name="T7" fmla="*/ 2 h 767"/>
              <a:gd name="T8" fmla="*/ 380 w 1488"/>
              <a:gd name="T9" fmla="*/ 1 h 767"/>
              <a:gd name="T10" fmla="*/ 394 w 1488"/>
              <a:gd name="T11" fmla="*/ 0 h 767"/>
              <a:gd name="T12" fmla="*/ 402 w 1488"/>
              <a:gd name="T13" fmla="*/ 0 h 767"/>
              <a:gd name="T14" fmla="*/ 409 w 1488"/>
              <a:gd name="T15" fmla="*/ 0 h 767"/>
              <a:gd name="T16" fmla="*/ 424 w 1488"/>
              <a:gd name="T17" fmla="*/ 0 h 767"/>
              <a:gd name="T18" fmla="*/ 453 w 1488"/>
              <a:gd name="T19" fmla="*/ 2 h 767"/>
              <a:gd name="T20" fmla="*/ 570 w 1488"/>
              <a:gd name="T21" fmla="*/ 19 h 767"/>
              <a:gd name="T22" fmla="*/ 684 w 1488"/>
              <a:gd name="T23" fmla="*/ 49 h 767"/>
              <a:gd name="T24" fmla="*/ 902 w 1488"/>
              <a:gd name="T25" fmla="*/ 135 h 767"/>
              <a:gd name="T26" fmla="*/ 1107 w 1488"/>
              <a:gd name="T27" fmla="*/ 250 h 767"/>
              <a:gd name="T28" fmla="*/ 1155 w 1488"/>
              <a:gd name="T29" fmla="*/ 284 h 767"/>
              <a:gd name="T30" fmla="*/ 1204 w 1488"/>
              <a:gd name="T31" fmla="*/ 316 h 767"/>
              <a:gd name="T32" fmla="*/ 1302 w 1488"/>
              <a:gd name="T33" fmla="*/ 381 h 767"/>
              <a:gd name="T34" fmla="*/ 1349 w 1488"/>
              <a:gd name="T35" fmla="*/ 416 h 767"/>
              <a:gd name="T36" fmla="*/ 1372 w 1488"/>
              <a:gd name="T37" fmla="*/ 434 h 767"/>
              <a:gd name="T38" fmla="*/ 1395 w 1488"/>
              <a:gd name="T39" fmla="*/ 454 h 767"/>
              <a:gd name="T40" fmla="*/ 1435 w 1488"/>
              <a:gd name="T41" fmla="*/ 496 h 767"/>
              <a:gd name="T42" fmla="*/ 1468 w 1488"/>
              <a:gd name="T43" fmla="*/ 546 h 767"/>
              <a:gd name="T44" fmla="*/ 1486 w 1488"/>
              <a:gd name="T45" fmla="*/ 602 h 767"/>
              <a:gd name="T46" fmla="*/ 1484 w 1488"/>
              <a:gd name="T47" fmla="*/ 661 h 767"/>
              <a:gd name="T48" fmla="*/ 1436 w 1488"/>
              <a:gd name="T49" fmla="*/ 767 h 767"/>
              <a:gd name="T50" fmla="*/ 1451 w 1488"/>
              <a:gd name="T51" fmla="*/ 742 h 767"/>
              <a:gd name="T52" fmla="*/ 1458 w 1488"/>
              <a:gd name="T53" fmla="*/ 729 h 767"/>
              <a:gd name="T54" fmla="*/ 1461 w 1488"/>
              <a:gd name="T55" fmla="*/ 723 h 767"/>
              <a:gd name="T56" fmla="*/ 1464 w 1488"/>
              <a:gd name="T57" fmla="*/ 716 h 767"/>
              <a:gd name="T58" fmla="*/ 1470 w 1488"/>
              <a:gd name="T59" fmla="*/ 703 h 767"/>
              <a:gd name="T60" fmla="*/ 1475 w 1488"/>
              <a:gd name="T61" fmla="*/ 689 h 767"/>
              <a:gd name="T62" fmla="*/ 1477 w 1488"/>
              <a:gd name="T63" fmla="*/ 682 h 767"/>
              <a:gd name="T64" fmla="*/ 1479 w 1488"/>
              <a:gd name="T65" fmla="*/ 675 h 767"/>
              <a:gd name="T66" fmla="*/ 1482 w 1488"/>
              <a:gd name="T67" fmla="*/ 661 h 767"/>
              <a:gd name="T68" fmla="*/ 1482 w 1488"/>
              <a:gd name="T69" fmla="*/ 603 h 767"/>
              <a:gd name="T70" fmla="*/ 1463 w 1488"/>
              <a:gd name="T71" fmla="*/ 548 h 767"/>
              <a:gd name="T72" fmla="*/ 1431 w 1488"/>
              <a:gd name="T73" fmla="*/ 500 h 767"/>
              <a:gd name="T74" fmla="*/ 1390 w 1488"/>
              <a:gd name="T75" fmla="*/ 459 h 767"/>
              <a:gd name="T76" fmla="*/ 1368 w 1488"/>
              <a:gd name="T77" fmla="*/ 440 h 767"/>
              <a:gd name="T78" fmla="*/ 1345 w 1488"/>
              <a:gd name="T79" fmla="*/ 422 h 767"/>
              <a:gd name="T80" fmla="*/ 1297 w 1488"/>
              <a:gd name="T81" fmla="*/ 388 h 767"/>
              <a:gd name="T82" fmla="*/ 1199 w 1488"/>
              <a:gd name="T83" fmla="*/ 324 h 767"/>
              <a:gd name="T84" fmla="*/ 1150 w 1488"/>
              <a:gd name="T85" fmla="*/ 291 h 767"/>
              <a:gd name="T86" fmla="*/ 1102 w 1488"/>
              <a:gd name="T87" fmla="*/ 258 h 767"/>
              <a:gd name="T88" fmla="*/ 898 w 1488"/>
              <a:gd name="T89" fmla="*/ 144 h 767"/>
              <a:gd name="T90" fmla="*/ 681 w 1488"/>
              <a:gd name="T91" fmla="*/ 58 h 767"/>
              <a:gd name="T92" fmla="*/ 453 w 1488"/>
              <a:gd name="T93" fmla="*/ 10 h 767"/>
              <a:gd name="T94" fmla="*/ 424 w 1488"/>
              <a:gd name="T95" fmla="*/ 8 h 767"/>
              <a:gd name="T96" fmla="*/ 409 w 1488"/>
              <a:gd name="T97" fmla="*/ 8 h 767"/>
              <a:gd name="T98" fmla="*/ 402 w 1488"/>
              <a:gd name="T99" fmla="*/ 7 h 767"/>
              <a:gd name="T100" fmla="*/ 394 w 1488"/>
              <a:gd name="T101" fmla="*/ 8 h 767"/>
              <a:gd name="T102" fmla="*/ 380 w 1488"/>
              <a:gd name="T103" fmla="*/ 8 h 767"/>
              <a:gd name="T104" fmla="*/ 365 w 1488"/>
              <a:gd name="T105" fmla="*/ 9 h 767"/>
              <a:gd name="T106" fmla="*/ 336 w 1488"/>
              <a:gd name="T107" fmla="*/ 11 h 767"/>
              <a:gd name="T108" fmla="*/ 220 w 1488"/>
              <a:gd name="T109" fmla="*/ 28 h 767"/>
              <a:gd name="T110" fmla="*/ 108 w 1488"/>
              <a:gd name="T111" fmla="*/ 59 h 767"/>
              <a:gd name="T112" fmla="*/ 0 w 1488"/>
              <a:gd name="T113" fmla="*/ 104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8" h="767">
                <a:moveTo>
                  <a:pt x="0" y="104"/>
                </a:moveTo>
                <a:cubicBezTo>
                  <a:pt x="69" y="67"/>
                  <a:pt x="143" y="40"/>
                  <a:pt x="219" y="23"/>
                </a:cubicBezTo>
                <a:cubicBezTo>
                  <a:pt x="258" y="14"/>
                  <a:pt x="296" y="8"/>
                  <a:pt x="335" y="4"/>
                </a:cubicBezTo>
                <a:cubicBezTo>
                  <a:pt x="345" y="3"/>
                  <a:pt x="355" y="2"/>
                  <a:pt x="365" y="2"/>
                </a:cubicBezTo>
                <a:cubicBezTo>
                  <a:pt x="380" y="1"/>
                  <a:pt x="380" y="1"/>
                  <a:pt x="380" y="1"/>
                </a:cubicBezTo>
                <a:cubicBezTo>
                  <a:pt x="394" y="0"/>
                  <a:pt x="394" y="0"/>
                  <a:pt x="394" y="0"/>
                </a:cubicBezTo>
                <a:cubicBezTo>
                  <a:pt x="402" y="0"/>
                  <a:pt x="402" y="0"/>
                  <a:pt x="402" y="0"/>
                </a:cubicBezTo>
                <a:cubicBezTo>
                  <a:pt x="409" y="0"/>
                  <a:pt x="409" y="0"/>
                  <a:pt x="409" y="0"/>
                </a:cubicBezTo>
                <a:cubicBezTo>
                  <a:pt x="424" y="0"/>
                  <a:pt x="424" y="0"/>
                  <a:pt x="424" y="0"/>
                </a:cubicBezTo>
                <a:cubicBezTo>
                  <a:pt x="434" y="1"/>
                  <a:pt x="443" y="1"/>
                  <a:pt x="453" y="2"/>
                </a:cubicBezTo>
                <a:cubicBezTo>
                  <a:pt x="492" y="4"/>
                  <a:pt x="531" y="10"/>
                  <a:pt x="570" y="19"/>
                </a:cubicBezTo>
                <a:cubicBezTo>
                  <a:pt x="608" y="27"/>
                  <a:pt x="646" y="37"/>
                  <a:pt x="684" y="49"/>
                </a:cubicBezTo>
                <a:cubicBezTo>
                  <a:pt x="758" y="72"/>
                  <a:pt x="831" y="101"/>
                  <a:pt x="902" y="135"/>
                </a:cubicBezTo>
                <a:cubicBezTo>
                  <a:pt x="973" y="169"/>
                  <a:pt x="1042" y="207"/>
                  <a:pt x="1107" y="250"/>
                </a:cubicBezTo>
                <a:cubicBezTo>
                  <a:pt x="1124" y="261"/>
                  <a:pt x="1140" y="273"/>
                  <a:pt x="1155" y="284"/>
                </a:cubicBezTo>
                <a:cubicBezTo>
                  <a:pt x="1171" y="295"/>
                  <a:pt x="1188" y="306"/>
                  <a:pt x="1204" y="316"/>
                </a:cubicBezTo>
                <a:cubicBezTo>
                  <a:pt x="1237" y="338"/>
                  <a:pt x="1270" y="359"/>
                  <a:pt x="1302" y="381"/>
                </a:cubicBezTo>
                <a:cubicBezTo>
                  <a:pt x="1318" y="393"/>
                  <a:pt x="1334" y="404"/>
                  <a:pt x="1349" y="416"/>
                </a:cubicBezTo>
                <a:cubicBezTo>
                  <a:pt x="1357" y="422"/>
                  <a:pt x="1365" y="428"/>
                  <a:pt x="1372" y="434"/>
                </a:cubicBezTo>
                <a:cubicBezTo>
                  <a:pt x="1380" y="441"/>
                  <a:pt x="1387" y="447"/>
                  <a:pt x="1395" y="454"/>
                </a:cubicBezTo>
                <a:cubicBezTo>
                  <a:pt x="1409" y="467"/>
                  <a:pt x="1423" y="481"/>
                  <a:pt x="1435" y="496"/>
                </a:cubicBezTo>
                <a:cubicBezTo>
                  <a:pt x="1448" y="512"/>
                  <a:pt x="1459" y="528"/>
                  <a:pt x="1468" y="546"/>
                </a:cubicBezTo>
                <a:cubicBezTo>
                  <a:pt x="1476" y="564"/>
                  <a:pt x="1483" y="582"/>
                  <a:pt x="1486" y="602"/>
                </a:cubicBezTo>
                <a:cubicBezTo>
                  <a:pt x="1488" y="622"/>
                  <a:pt x="1488" y="642"/>
                  <a:pt x="1484" y="661"/>
                </a:cubicBezTo>
                <a:cubicBezTo>
                  <a:pt x="1477" y="700"/>
                  <a:pt x="1458" y="735"/>
                  <a:pt x="1436" y="767"/>
                </a:cubicBezTo>
                <a:cubicBezTo>
                  <a:pt x="1441" y="759"/>
                  <a:pt x="1446" y="751"/>
                  <a:pt x="1451" y="742"/>
                </a:cubicBezTo>
                <a:cubicBezTo>
                  <a:pt x="1458" y="729"/>
                  <a:pt x="1458" y="729"/>
                  <a:pt x="1458" y="729"/>
                </a:cubicBezTo>
                <a:cubicBezTo>
                  <a:pt x="1461" y="723"/>
                  <a:pt x="1461" y="723"/>
                  <a:pt x="1461" y="723"/>
                </a:cubicBezTo>
                <a:cubicBezTo>
                  <a:pt x="1464" y="716"/>
                  <a:pt x="1464" y="716"/>
                  <a:pt x="1464" y="716"/>
                </a:cubicBezTo>
                <a:cubicBezTo>
                  <a:pt x="1470" y="703"/>
                  <a:pt x="1470" y="703"/>
                  <a:pt x="1470" y="703"/>
                </a:cubicBezTo>
                <a:cubicBezTo>
                  <a:pt x="1472" y="698"/>
                  <a:pt x="1473" y="693"/>
                  <a:pt x="1475" y="689"/>
                </a:cubicBezTo>
                <a:cubicBezTo>
                  <a:pt x="1477" y="682"/>
                  <a:pt x="1477" y="682"/>
                  <a:pt x="1477" y="682"/>
                </a:cubicBezTo>
                <a:cubicBezTo>
                  <a:pt x="1478" y="680"/>
                  <a:pt x="1478" y="677"/>
                  <a:pt x="1479" y="675"/>
                </a:cubicBezTo>
                <a:cubicBezTo>
                  <a:pt x="1480" y="670"/>
                  <a:pt x="1481" y="665"/>
                  <a:pt x="1482" y="661"/>
                </a:cubicBezTo>
                <a:cubicBezTo>
                  <a:pt x="1485" y="641"/>
                  <a:pt x="1485" y="622"/>
                  <a:pt x="1482" y="603"/>
                </a:cubicBezTo>
                <a:cubicBezTo>
                  <a:pt x="1479" y="584"/>
                  <a:pt x="1472" y="565"/>
                  <a:pt x="1463" y="548"/>
                </a:cubicBezTo>
                <a:cubicBezTo>
                  <a:pt x="1454" y="531"/>
                  <a:pt x="1443" y="515"/>
                  <a:pt x="1431" y="500"/>
                </a:cubicBezTo>
                <a:cubicBezTo>
                  <a:pt x="1418" y="485"/>
                  <a:pt x="1405" y="472"/>
                  <a:pt x="1390" y="459"/>
                </a:cubicBezTo>
                <a:cubicBezTo>
                  <a:pt x="1383" y="452"/>
                  <a:pt x="1375" y="446"/>
                  <a:pt x="1368" y="440"/>
                </a:cubicBezTo>
                <a:cubicBezTo>
                  <a:pt x="1360" y="434"/>
                  <a:pt x="1353" y="428"/>
                  <a:pt x="1345" y="422"/>
                </a:cubicBezTo>
                <a:cubicBezTo>
                  <a:pt x="1329" y="410"/>
                  <a:pt x="1313" y="399"/>
                  <a:pt x="1297" y="388"/>
                </a:cubicBezTo>
                <a:cubicBezTo>
                  <a:pt x="1265" y="366"/>
                  <a:pt x="1232" y="345"/>
                  <a:pt x="1199" y="324"/>
                </a:cubicBezTo>
                <a:cubicBezTo>
                  <a:pt x="1183" y="313"/>
                  <a:pt x="1166" y="303"/>
                  <a:pt x="1150" y="291"/>
                </a:cubicBezTo>
                <a:cubicBezTo>
                  <a:pt x="1134" y="280"/>
                  <a:pt x="1118" y="269"/>
                  <a:pt x="1102" y="258"/>
                </a:cubicBezTo>
                <a:cubicBezTo>
                  <a:pt x="1037" y="215"/>
                  <a:pt x="968" y="178"/>
                  <a:pt x="898" y="144"/>
                </a:cubicBezTo>
                <a:cubicBezTo>
                  <a:pt x="827" y="111"/>
                  <a:pt x="755" y="81"/>
                  <a:pt x="681" y="58"/>
                </a:cubicBezTo>
                <a:cubicBezTo>
                  <a:pt x="606" y="34"/>
                  <a:pt x="530" y="17"/>
                  <a:pt x="453" y="10"/>
                </a:cubicBezTo>
                <a:cubicBezTo>
                  <a:pt x="443" y="9"/>
                  <a:pt x="433" y="8"/>
                  <a:pt x="424" y="8"/>
                </a:cubicBezTo>
                <a:cubicBezTo>
                  <a:pt x="409" y="8"/>
                  <a:pt x="409" y="8"/>
                  <a:pt x="409" y="8"/>
                </a:cubicBezTo>
                <a:cubicBezTo>
                  <a:pt x="402" y="7"/>
                  <a:pt x="402" y="7"/>
                  <a:pt x="402" y="7"/>
                </a:cubicBezTo>
                <a:cubicBezTo>
                  <a:pt x="394" y="8"/>
                  <a:pt x="394" y="8"/>
                  <a:pt x="394" y="8"/>
                </a:cubicBezTo>
                <a:cubicBezTo>
                  <a:pt x="380" y="8"/>
                  <a:pt x="380" y="8"/>
                  <a:pt x="380" y="8"/>
                </a:cubicBezTo>
                <a:cubicBezTo>
                  <a:pt x="365" y="9"/>
                  <a:pt x="365" y="9"/>
                  <a:pt x="365" y="9"/>
                </a:cubicBezTo>
                <a:cubicBezTo>
                  <a:pt x="356" y="9"/>
                  <a:pt x="346" y="10"/>
                  <a:pt x="336" y="11"/>
                </a:cubicBezTo>
                <a:cubicBezTo>
                  <a:pt x="297" y="14"/>
                  <a:pt x="259" y="20"/>
                  <a:pt x="220" y="28"/>
                </a:cubicBezTo>
                <a:cubicBezTo>
                  <a:pt x="182" y="36"/>
                  <a:pt x="145" y="46"/>
                  <a:pt x="108" y="59"/>
                </a:cubicBezTo>
                <a:cubicBezTo>
                  <a:pt x="71" y="71"/>
                  <a:pt x="35" y="87"/>
                  <a:pt x="0" y="104"/>
                </a:cubicBezTo>
                <a:close/>
              </a:path>
            </a:pathLst>
          </a:custGeom>
          <a:solidFill>
            <a:srgbClr val="F6C678"/>
          </a:solidFill>
          <a:ln>
            <a:noFill/>
          </a:ln>
        </p:spPr>
        <p:txBody>
          <a:bodyPr vert="horz" wrap="square" lIns="109728" tIns="54864" rIns="109728" bIns="54864" numCol="1" anchor="t" anchorCtr="0" compatLnSpc="1"/>
          <a:lstStyle/>
          <a:p>
            <a:endParaRPr lang="zh-CN" altLang="en-US" sz="2160"/>
          </a:p>
        </p:txBody>
      </p:sp>
      <p:sp>
        <p:nvSpPr>
          <p:cNvPr id="17" name="任意多边形 16"/>
          <p:cNvSpPr/>
          <p:nvPr/>
        </p:nvSpPr>
        <p:spPr>
          <a:xfrm>
            <a:off x="3056001" y="6321960"/>
            <a:ext cx="1413971" cy="1049978"/>
          </a:xfrm>
          <a:custGeom>
            <a:avLst/>
            <a:gdLst>
              <a:gd name="connsiteX0" fmla="*/ 0 w 550333"/>
              <a:gd name="connsiteY0" fmla="*/ 287867 h 364067"/>
              <a:gd name="connsiteX1" fmla="*/ 245533 w 550333"/>
              <a:gd name="connsiteY1" fmla="*/ 0 h 364067"/>
              <a:gd name="connsiteX2" fmla="*/ 550333 w 550333"/>
              <a:gd name="connsiteY2" fmla="*/ 364067 h 364067"/>
              <a:gd name="connsiteX3" fmla="*/ 0 w 550333"/>
              <a:gd name="connsiteY3" fmla="*/ 287867 h 364067"/>
              <a:gd name="connsiteX0-1" fmla="*/ 0 w 554758"/>
              <a:gd name="connsiteY0-2" fmla="*/ 287867 h 380937"/>
              <a:gd name="connsiteX1-3" fmla="*/ 245533 w 554758"/>
              <a:gd name="connsiteY1-4" fmla="*/ 0 h 380937"/>
              <a:gd name="connsiteX2-5" fmla="*/ 550333 w 554758"/>
              <a:gd name="connsiteY2-6" fmla="*/ 364067 h 380937"/>
              <a:gd name="connsiteX3-7" fmla="*/ 0 w 554758"/>
              <a:gd name="connsiteY3-8" fmla="*/ 287867 h 380937"/>
              <a:gd name="connsiteX0-9" fmla="*/ 0 w 556881"/>
              <a:gd name="connsiteY0-10" fmla="*/ 287867 h 404820"/>
              <a:gd name="connsiteX1-11" fmla="*/ 245533 w 556881"/>
              <a:gd name="connsiteY1-12" fmla="*/ 0 h 404820"/>
              <a:gd name="connsiteX2-13" fmla="*/ 550333 w 556881"/>
              <a:gd name="connsiteY2-14" fmla="*/ 364067 h 404820"/>
              <a:gd name="connsiteX3-15" fmla="*/ 0 w 556881"/>
              <a:gd name="connsiteY3-16" fmla="*/ 287867 h 404820"/>
              <a:gd name="connsiteX0-17" fmla="*/ 0 w 499499"/>
              <a:gd name="connsiteY0-18" fmla="*/ 287867 h 380660"/>
              <a:gd name="connsiteX1-19" fmla="*/ 245533 w 499499"/>
              <a:gd name="connsiteY1-20" fmla="*/ 0 h 380660"/>
              <a:gd name="connsiteX2-21" fmla="*/ 491389 w 499499"/>
              <a:gd name="connsiteY2-22" fmla="*/ 332861 h 380660"/>
              <a:gd name="connsiteX3-23" fmla="*/ 0 w 499499"/>
              <a:gd name="connsiteY3-24" fmla="*/ 287867 h 380660"/>
              <a:gd name="connsiteX0-25" fmla="*/ 5364 w 502098"/>
              <a:gd name="connsiteY0-26" fmla="*/ 288039 h 380832"/>
              <a:gd name="connsiteX1-27" fmla="*/ 250897 w 502098"/>
              <a:gd name="connsiteY1-28" fmla="*/ 172 h 380832"/>
              <a:gd name="connsiteX2-29" fmla="*/ 496753 w 502098"/>
              <a:gd name="connsiteY2-30" fmla="*/ 333033 h 380832"/>
              <a:gd name="connsiteX3-31" fmla="*/ 5364 w 502098"/>
              <a:gd name="connsiteY3-32" fmla="*/ 288039 h 380832"/>
              <a:gd name="connsiteX0-33" fmla="*/ 6042 w 503451"/>
              <a:gd name="connsiteY0-34" fmla="*/ 291633 h 384426"/>
              <a:gd name="connsiteX1-35" fmla="*/ 251575 w 503451"/>
              <a:gd name="connsiteY1-36" fmla="*/ 3766 h 384426"/>
              <a:gd name="connsiteX2-37" fmla="*/ 497431 w 503451"/>
              <a:gd name="connsiteY2-38" fmla="*/ 336627 h 384426"/>
              <a:gd name="connsiteX3-39" fmla="*/ 6042 w 503451"/>
              <a:gd name="connsiteY3-40" fmla="*/ 291633 h 384426"/>
              <a:gd name="connsiteX0-41" fmla="*/ 6576 w 502883"/>
              <a:gd name="connsiteY0-42" fmla="*/ 254042 h 319353"/>
              <a:gd name="connsiteX1-43" fmla="*/ 234772 w 502883"/>
              <a:gd name="connsiteY1-44" fmla="*/ 4315 h 319353"/>
              <a:gd name="connsiteX2-45" fmla="*/ 497965 w 502883"/>
              <a:gd name="connsiteY2-46" fmla="*/ 299036 h 319353"/>
              <a:gd name="connsiteX3-47" fmla="*/ 6576 w 502883"/>
              <a:gd name="connsiteY3-48" fmla="*/ 254042 h 319353"/>
              <a:gd name="connsiteX0-49" fmla="*/ 6576 w 502883"/>
              <a:gd name="connsiteY0-50" fmla="*/ 254042 h 364273"/>
              <a:gd name="connsiteX1-51" fmla="*/ 234772 w 502883"/>
              <a:gd name="connsiteY1-52" fmla="*/ 4315 h 364273"/>
              <a:gd name="connsiteX2-53" fmla="*/ 497965 w 502883"/>
              <a:gd name="connsiteY2-54" fmla="*/ 299036 h 364273"/>
              <a:gd name="connsiteX3-55" fmla="*/ 6576 w 502883"/>
              <a:gd name="connsiteY3-56" fmla="*/ 254042 h 364273"/>
              <a:gd name="connsiteX0-57" fmla="*/ 6576 w 502883"/>
              <a:gd name="connsiteY0-58" fmla="*/ 254042 h 318227"/>
              <a:gd name="connsiteX1-59" fmla="*/ 234772 w 502883"/>
              <a:gd name="connsiteY1-60" fmla="*/ 4315 h 318227"/>
              <a:gd name="connsiteX2-61" fmla="*/ 497965 w 502883"/>
              <a:gd name="connsiteY2-62" fmla="*/ 299036 h 318227"/>
              <a:gd name="connsiteX3-63" fmla="*/ 6576 w 502883"/>
              <a:gd name="connsiteY3-64" fmla="*/ 254042 h 318227"/>
              <a:gd name="connsiteX0-65" fmla="*/ 7499 w 503806"/>
              <a:gd name="connsiteY0-66" fmla="*/ 256793 h 356445"/>
              <a:gd name="connsiteX1-67" fmla="*/ 235695 w 503806"/>
              <a:gd name="connsiteY1-68" fmla="*/ 7066 h 356445"/>
              <a:gd name="connsiteX2-69" fmla="*/ 498888 w 503806"/>
              <a:gd name="connsiteY2-70" fmla="*/ 301787 h 356445"/>
              <a:gd name="connsiteX3-71" fmla="*/ 7499 w 503806"/>
              <a:gd name="connsiteY3-72" fmla="*/ 256793 h 356445"/>
              <a:gd name="connsiteX0-73" fmla="*/ 3419 w 424423"/>
              <a:gd name="connsiteY0-74" fmla="*/ 249803 h 299206"/>
              <a:gd name="connsiteX1-75" fmla="*/ 231615 w 424423"/>
              <a:gd name="connsiteY1-76" fmla="*/ 76 h 299206"/>
              <a:gd name="connsiteX2-77" fmla="*/ 418527 w 424423"/>
              <a:gd name="connsiteY2-78" fmla="*/ 277460 h 299206"/>
              <a:gd name="connsiteX3-79" fmla="*/ 3419 w 424423"/>
              <a:gd name="connsiteY3-80" fmla="*/ 249803 h 299206"/>
              <a:gd name="connsiteX0-81" fmla="*/ 3419 w 443266"/>
              <a:gd name="connsiteY0-82" fmla="*/ 249803 h 328404"/>
              <a:gd name="connsiteX1-83" fmla="*/ 231615 w 443266"/>
              <a:gd name="connsiteY1-84" fmla="*/ 76 h 328404"/>
              <a:gd name="connsiteX2-85" fmla="*/ 418527 w 443266"/>
              <a:gd name="connsiteY2-86" fmla="*/ 277460 h 328404"/>
              <a:gd name="connsiteX3-87" fmla="*/ 3419 w 443266"/>
              <a:gd name="connsiteY3-88" fmla="*/ 249803 h 328404"/>
              <a:gd name="connsiteX0-89" fmla="*/ 5963 w 456159"/>
              <a:gd name="connsiteY0-90" fmla="*/ 249803 h 328404"/>
              <a:gd name="connsiteX1-91" fmla="*/ 234159 w 456159"/>
              <a:gd name="connsiteY1-92" fmla="*/ 76 h 328404"/>
              <a:gd name="connsiteX2-93" fmla="*/ 421071 w 456159"/>
              <a:gd name="connsiteY2-94" fmla="*/ 277460 h 328404"/>
              <a:gd name="connsiteX3-95" fmla="*/ 5963 w 456159"/>
              <a:gd name="connsiteY3-96" fmla="*/ 249803 h 328404"/>
              <a:gd name="connsiteX0-97" fmla="*/ 7001 w 457197"/>
              <a:gd name="connsiteY0-98" fmla="*/ 249820 h 339505"/>
              <a:gd name="connsiteX1-99" fmla="*/ 235197 w 457197"/>
              <a:gd name="connsiteY1-100" fmla="*/ 93 h 339505"/>
              <a:gd name="connsiteX2-101" fmla="*/ 422109 w 457197"/>
              <a:gd name="connsiteY2-102" fmla="*/ 277477 h 339505"/>
              <a:gd name="connsiteX3-103" fmla="*/ 7001 w 457197"/>
              <a:gd name="connsiteY3-104" fmla="*/ 249820 h 339505"/>
            </a:gdLst>
            <a:ahLst/>
            <a:cxnLst>
              <a:cxn ang="0">
                <a:pos x="connsiteX0-1" y="connsiteY0-2"/>
              </a:cxn>
              <a:cxn ang="0">
                <a:pos x="connsiteX1-3" y="connsiteY1-4"/>
              </a:cxn>
              <a:cxn ang="0">
                <a:pos x="connsiteX2-5" y="connsiteY2-6"/>
              </a:cxn>
              <a:cxn ang="0">
                <a:pos x="connsiteX3-7" y="connsiteY3-8"/>
              </a:cxn>
            </a:cxnLst>
            <a:rect l="l" t="t" r="r" b="b"/>
            <a:pathLst>
              <a:path w="457197" h="339505">
                <a:moveTo>
                  <a:pt x="7001" y="249820"/>
                </a:moveTo>
                <a:cubicBezTo>
                  <a:pt x="-27619" y="161981"/>
                  <a:pt x="68928" y="-4516"/>
                  <a:pt x="235197" y="93"/>
                </a:cubicBezTo>
                <a:cubicBezTo>
                  <a:pt x="401466" y="4702"/>
                  <a:pt x="519086" y="169977"/>
                  <a:pt x="422109" y="277477"/>
                </a:cubicBezTo>
                <a:cubicBezTo>
                  <a:pt x="325132" y="384977"/>
                  <a:pt x="41621" y="337659"/>
                  <a:pt x="7001" y="249820"/>
                </a:cubicBezTo>
                <a:close/>
              </a:path>
            </a:pathLst>
          </a:custGeom>
          <a:solidFill>
            <a:srgbClr val="EFAE8E">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29" name="圆角矩形 28"/>
          <p:cNvSpPr/>
          <p:nvPr/>
        </p:nvSpPr>
        <p:spPr>
          <a:xfrm>
            <a:off x="3562913" y="4369692"/>
            <a:ext cx="8212274" cy="515300"/>
          </a:xfrm>
          <a:prstGeom prst="roundRect">
            <a:avLst/>
          </a:prstGeom>
          <a:solidFill>
            <a:srgbClr val="EFA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schemeClr val="tx1">
                  <a:lumMod val="65000"/>
                  <a:lumOff val="35000"/>
                </a:schemeClr>
              </a:solidFill>
            </a:endParaRPr>
          </a:p>
        </p:txBody>
      </p:sp>
      <p:sp>
        <p:nvSpPr>
          <p:cNvPr id="7" name="标题 6"/>
          <p:cNvSpPr>
            <a:spLocks noGrp="1"/>
          </p:cNvSpPr>
          <p:nvPr>
            <p:ph type="ctrTitle" hasCustomPrompt="1"/>
          </p:nvPr>
        </p:nvSpPr>
        <p:spPr>
          <a:xfrm>
            <a:off x="2182368" y="2261925"/>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Tree>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9" name="圆角矩形 28"/>
          <p:cNvSpPr/>
          <p:nvPr/>
        </p:nvSpPr>
        <p:spPr>
          <a:xfrm>
            <a:off x="3562913" y="4369692"/>
            <a:ext cx="8212274" cy="515300"/>
          </a:xfrm>
          <a:prstGeom prst="roundRect">
            <a:avLst/>
          </a:prstGeom>
          <a:solidFill>
            <a:srgbClr val="EFAE8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schemeClr val="tx1">
                  <a:lumMod val="65000"/>
                  <a:lumOff val="35000"/>
                </a:schemeClr>
              </a:solidFill>
            </a:endParaRPr>
          </a:p>
        </p:txBody>
      </p:sp>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5" name="任意多边形 4"/>
          <p:cNvSpPr/>
          <p:nvPr/>
        </p:nvSpPr>
        <p:spPr>
          <a:xfrm>
            <a:off x="9588726" y="-5851"/>
            <a:ext cx="5041673" cy="3071258"/>
          </a:xfrm>
          <a:custGeom>
            <a:avLst/>
            <a:gdLst>
              <a:gd name="connsiteX0" fmla="*/ 71135 w 3937000"/>
              <a:gd name="connsiteY0" fmla="*/ 0 h 3485309"/>
              <a:gd name="connsiteX1" fmla="*/ 3937000 w 3937000"/>
              <a:gd name="connsiteY1" fmla="*/ 0 h 3485309"/>
              <a:gd name="connsiteX2" fmla="*/ 3937000 w 3937000"/>
              <a:gd name="connsiteY2" fmla="*/ 3481867 h 3485309"/>
              <a:gd name="connsiteX3" fmla="*/ 3922699 w 3937000"/>
              <a:gd name="connsiteY3" fmla="*/ 3482920 h 3485309"/>
              <a:gd name="connsiteX4" fmla="*/ 2859661 w 3937000"/>
              <a:gd name="connsiteY4" fmla="*/ 3266421 h 3485309"/>
              <a:gd name="connsiteX5" fmla="*/ 1800401 w 3937000"/>
              <a:gd name="connsiteY5" fmla="*/ 1945621 h 3485309"/>
              <a:gd name="connsiteX6" fmla="*/ 290652 w 3937000"/>
              <a:gd name="connsiteY6" fmla="*/ 1196321 h 3485309"/>
              <a:gd name="connsiteX7" fmla="*/ 39249 w 3937000"/>
              <a:gd name="connsiteY7" fmla="*/ 94695 h 3485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7000" h="3485309">
                <a:moveTo>
                  <a:pt x="71135" y="0"/>
                </a:moveTo>
                <a:lnTo>
                  <a:pt x="3937000" y="0"/>
                </a:lnTo>
                <a:lnTo>
                  <a:pt x="3937000" y="3481867"/>
                </a:lnTo>
                <a:lnTo>
                  <a:pt x="3922699" y="3482920"/>
                </a:lnTo>
                <a:cubicBezTo>
                  <a:pt x="3552914" y="3498973"/>
                  <a:pt x="3193470" y="3434961"/>
                  <a:pt x="2859661" y="3266421"/>
                </a:cubicBezTo>
                <a:cubicBezTo>
                  <a:pt x="2096669" y="2881188"/>
                  <a:pt x="2228570" y="2290638"/>
                  <a:pt x="1800401" y="1945621"/>
                </a:cubicBezTo>
                <a:cubicBezTo>
                  <a:pt x="1372233" y="1600604"/>
                  <a:pt x="586920" y="1568854"/>
                  <a:pt x="290652" y="1196321"/>
                </a:cubicBezTo>
                <a:cubicBezTo>
                  <a:pt x="68451" y="916921"/>
                  <a:pt x="-72708" y="493456"/>
                  <a:pt x="39249" y="94695"/>
                </a:cubicBezTo>
                <a:close/>
              </a:path>
            </a:pathLst>
          </a:custGeom>
          <a:solidFill>
            <a:srgbClr val="F3E1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6" name="Freeform 5"/>
          <p:cNvSpPr/>
          <p:nvPr/>
        </p:nvSpPr>
        <p:spPr bwMode="auto">
          <a:xfrm>
            <a:off x="10133771" y="-5046"/>
            <a:ext cx="4493530" cy="2938910"/>
          </a:xfrm>
          <a:custGeom>
            <a:avLst/>
            <a:gdLst>
              <a:gd name="T0" fmla="*/ 18 w 1619"/>
              <a:gd name="T1" fmla="*/ 36 h 1181"/>
              <a:gd name="T2" fmla="*/ 14 w 1619"/>
              <a:gd name="T3" fmla="*/ 108 h 1181"/>
              <a:gd name="T4" fmla="*/ 30 w 1619"/>
              <a:gd name="T5" fmla="*/ 285 h 1181"/>
              <a:gd name="T6" fmla="*/ 84 w 1619"/>
              <a:gd name="T7" fmla="*/ 425 h 1181"/>
              <a:gd name="T8" fmla="*/ 99 w 1619"/>
              <a:gd name="T9" fmla="*/ 448 h 1181"/>
              <a:gd name="T10" fmla="*/ 114 w 1619"/>
              <a:gd name="T11" fmla="*/ 469 h 1181"/>
              <a:gd name="T12" fmla="*/ 174 w 1619"/>
              <a:gd name="T13" fmla="*/ 519 h 1181"/>
              <a:gd name="T14" fmla="*/ 306 w 1619"/>
              <a:gd name="T15" fmla="*/ 572 h 1181"/>
              <a:gd name="T16" fmla="*/ 444 w 1619"/>
              <a:gd name="T17" fmla="*/ 615 h 1181"/>
              <a:gd name="T18" fmla="*/ 571 w 1619"/>
              <a:gd name="T19" fmla="*/ 681 h 1181"/>
              <a:gd name="T20" fmla="*/ 661 w 1619"/>
              <a:gd name="T21" fmla="*/ 794 h 1181"/>
              <a:gd name="T22" fmla="*/ 728 w 1619"/>
              <a:gd name="T23" fmla="*/ 921 h 1181"/>
              <a:gd name="T24" fmla="*/ 876 w 1619"/>
              <a:gd name="T25" fmla="*/ 1072 h 1181"/>
              <a:gd name="T26" fmla="*/ 907 w 1619"/>
              <a:gd name="T27" fmla="*/ 1090 h 1181"/>
              <a:gd name="T28" fmla="*/ 1003 w 1619"/>
              <a:gd name="T29" fmla="*/ 1135 h 1181"/>
              <a:gd name="T30" fmla="*/ 1054 w 1619"/>
              <a:gd name="T31" fmla="*/ 1150 h 1181"/>
              <a:gd name="T32" fmla="*/ 1353 w 1619"/>
              <a:gd name="T33" fmla="*/ 1143 h 1181"/>
              <a:gd name="T34" fmla="*/ 1554 w 1619"/>
              <a:gd name="T35" fmla="*/ 1068 h 1181"/>
              <a:gd name="T36" fmla="*/ 1619 w 1619"/>
              <a:gd name="T37" fmla="*/ 1037 h 1181"/>
              <a:gd name="T38" fmla="*/ 1491 w 1619"/>
              <a:gd name="T39" fmla="*/ 1104 h 1181"/>
              <a:gd name="T40" fmla="*/ 1356 w 1619"/>
              <a:gd name="T41" fmla="*/ 1154 h 1181"/>
              <a:gd name="T42" fmla="*/ 1068 w 1619"/>
              <a:gd name="T43" fmla="*/ 1168 h 1181"/>
              <a:gd name="T44" fmla="*/ 1051 w 1619"/>
              <a:gd name="T45" fmla="*/ 1164 h 1181"/>
              <a:gd name="T46" fmla="*/ 998 w 1619"/>
              <a:gd name="T47" fmla="*/ 1149 h 1181"/>
              <a:gd name="T48" fmla="*/ 899 w 1619"/>
              <a:gd name="T49" fmla="*/ 1102 h 1181"/>
              <a:gd name="T50" fmla="*/ 869 w 1619"/>
              <a:gd name="T51" fmla="*/ 1083 h 1181"/>
              <a:gd name="T52" fmla="*/ 760 w 1619"/>
              <a:gd name="T53" fmla="*/ 986 h 1181"/>
              <a:gd name="T54" fmla="*/ 654 w 1619"/>
              <a:gd name="T55" fmla="*/ 798 h 1181"/>
              <a:gd name="T56" fmla="*/ 606 w 1619"/>
              <a:gd name="T57" fmla="*/ 723 h 1181"/>
              <a:gd name="T58" fmla="*/ 595 w 1619"/>
              <a:gd name="T59" fmla="*/ 709 h 1181"/>
              <a:gd name="T60" fmla="*/ 442 w 1619"/>
              <a:gd name="T61" fmla="*/ 619 h 1181"/>
              <a:gd name="T62" fmla="*/ 304 w 1619"/>
              <a:gd name="T63" fmla="*/ 580 h 1181"/>
              <a:gd name="T64" fmla="*/ 168 w 1619"/>
              <a:gd name="T65" fmla="*/ 530 h 1181"/>
              <a:gd name="T66" fmla="*/ 104 w 1619"/>
              <a:gd name="T67" fmla="*/ 477 h 1181"/>
              <a:gd name="T68" fmla="*/ 88 w 1619"/>
              <a:gd name="T69" fmla="*/ 455 h 1181"/>
              <a:gd name="T70" fmla="*/ 74 w 1619"/>
              <a:gd name="T71" fmla="*/ 432 h 1181"/>
              <a:gd name="T72" fmla="*/ 60 w 1619"/>
              <a:gd name="T73" fmla="*/ 408 h 1181"/>
              <a:gd name="T74" fmla="*/ 49 w 1619"/>
              <a:gd name="T75" fmla="*/ 383 h 1181"/>
              <a:gd name="T76" fmla="*/ 39 w 1619"/>
              <a:gd name="T77" fmla="*/ 357 h 1181"/>
              <a:gd name="T78" fmla="*/ 28 w 1619"/>
              <a:gd name="T79" fmla="*/ 323 h 1181"/>
              <a:gd name="T80" fmla="*/ 21 w 1619"/>
              <a:gd name="T81" fmla="*/ 296 h 1181"/>
              <a:gd name="T82" fmla="*/ 21 w 1619"/>
              <a:gd name="T83" fmla="*/ 0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19" h="1181">
                <a:moveTo>
                  <a:pt x="22" y="0"/>
                </a:moveTo>
                <a:cubicBezTo>
                  <a:pt x="18" y="36"/>
                  <a:pt x="18" y="36"/>
                  <a:pt x="18" y="36"/>
                </a:cubicBezTo>
                <a:cubicBezTo>
                  <a:pt x="16" y="72"/>
                  <a:pt x="16" y="72"/>
                  <a:pt x="16" y="72"/>
                </a:cubicBezTo>
                <a:cubicBezTo>
                  <a:pt x="15" y="84"/>
                  <a:pt x="14" y="96"/>
                  <a:pt x="14" y="108"/>
                </a:cubicBezTo>
                <a:cubicBezTo>
                  <a:pt x="14" y="120"/>
                  <a:pt x="14" y="132"/>
                  <a:pt x="14" y="143"/>
                </a:cubicBezTo>
                <a:cubicBezTo>
                  <a:pt x="15" y="191"/>
                  <a:pt x="20" y="239"/>
                  <a:pt x="30" y="285"/>
                </a:cubicBezTo>
                <a:cubicBezTo>
                  <a:pt x="40" y="332"/>
                  <a:pt x="57" y="376"/>
                  <a:pt x="80" y="418"/>
                </a:cubicBezTo>
                <a:cubicBezTo>
                  <a:pt x="84" y="425"/>
                  <a:pt x="84" y="425"/>
                  <a:pt x="84" y="425"/>
                </a:cubicBezTo>
                <a:cubicBezTo>
                  <a:pt x="86" y="428"/>
                  <a:pt x="87" y="430"/>
                  <a:pt x="89" y="433"/>
                </a:cubicBezTo>
                <a:cubicBezTo>
                  <a:pt x="99" y="448"/>
                  <a:pt x="99" y="448"/>
                  <a:pt x="99" y="448"/>
                </a:cubicBezTo>
                <a:cubicBezTo>
                  <a:pt x="102" y="453"/>
                  <a:pt x="106" y="457"/>
                  <a:pt x="109" y="462"/>
                </a:cubicBezTo>
                <a:cubicBezTo>
                  <a:pt x="114" y="469"/>
                  <a:pt x="114" y="469"/>
                  <a:pt x="114" y="469"/>
                </a:cubicBezTo>
                <a:cubicBezTo>
                  <a:pt x="116" y="472"/>
                  <a:pt x="118" y="474"/>
                  <a:pt x="120" y="476"/>
                </a:cubicBezTo>
                <a:cubicBezTo>
                  <a:pt x="135" y="493"/>
                  <a:pt x="154" y="508"/>
                  <a:pt x="174" y="519"/>
                </a:cubicBezTo>
                <a:cubicBezTo>
                  <a:pt x="194" y="531"/>
                  <a:pt x="216" y="541"/>
                  <a:pt x="238" y="549"/>
                </a:cubicBezTo>
                <a:cubicBezTo>
                  <a:pt x="260" y="558"/>
                  <a:pt x="283" y="565"/>
                  <a:pt x="306" y="572"/>
                </a:cubicBezTo>
                <a:cubicBezTo>
                  <a:pt x="375" y="593"/>
                  <a:pt x="375" y="593"/>
                  <a:pt x="375" y="593"/>
                </a:cubicBezTo>
                <a:cubicBezTo>
                  <a:pt x="398" y="600"/>
                  <a:pt x="421" y="607"/>
                  <a:pt x="444" y="615"/>
                </a:cubicBezTo>
                <a:cubicBezTo>
                  <a:pt x="466" y="623"/>
                  <a:pt x="488" y="633"/>
                  <a:pt x="510" y="643"/>
                </a:cubicBezTo>
                <a:cubicBezTo>
                  <a:pt x="532" y="654"/>
                  <a:pt x="552" y="666"/>
                  <a:pt x="571" y="681"/>
                </a:cubicBezTo>
                <a:cubicBezTo>
                  <a:pt x="590" y="696"/>
                  <a:pt x="607" y="714"/>
                  <a:pt x="622" y="733"/>
                </a:cubicBezTo>
                <a:cubicBezTo>
                  <a:pt x="637" y="752"/>
                  <a:pt x="649" y="773"/>
                  <a:pt x="661" y="794"/>
                </a:cubicBezTo>
                <a:cubicBezTo>
                  <a:pt x="672" y="816"/>
                  <a:pt x="683" y="837"/>
                  <a:pt x="694" y="858"/>
                </a:cubicBezTo>
                <a:cubicBezTo>
                  <a:pt x="705" y="880"/>
                  <a:pt x="716" y="901"/>
                  <a:pt x="728" y="921"/>
                </a:cubicBezTo>
                <a:cubicBezTo>
                  <a:pt x="753" y="961"/>
                  <a:pt x="784" y="998"/>
                  <a:pt x="819" y="1029"/>
                </a:cubicBezTo>
                <a:cubicBezTo>
                  <a:pt x="837" y="1045"/>
                  <a:pt x="856" y="1059"/>
                  <a:pt x="876" y="1072"/>
                </a:cubicBezTo>
                <a:cubicBezTo>
                  <a:pt x="891" y="1081"/>
                  <a:pt x="891" y="1081"/>
                  <a:pt x="891" y="1081"/>
                </a:cubicBezTo>
                <a:cubicBezTo>
                  <a:pt x="896" y="1084"/>
                  <a:pt x="901" y="1087"/>
                  <a:pt x="907" y="1090"/>
                </a:cubicBezTo>
                <a:cubicBezTo>
                  <a:pt x="917" y="1096"/>
                  <a:pt x="927" y="1101"/>
                  <a:pt x="938" y="1107"/>
                </a:cubicBezTo>
                <a:cubicBezTo>
                  <a:pt x="959" y="1117"/>
                  <a:pt x="981" y="1127"/>
                  <a:pt x="1003" y="1135"/>
                </a:cubicBezTo>
                <a:cubicBezTo>
                  <a:pt x="1014" y="1139"/>
                  <a:pt x="1026" y="1142"/>
                  <a:pt x="1037" y="1145"/>
                </a:cubicBezTo>
                <a:cubicBezTo>
                  <a:pt x="1043" y="1147"/>
                  <a:pt x="1048" y="1148"/>
                  <a:pt x="1054" y="1150"/>
                </a:cubicBezTo>
                <a:cubicBezTo>
                  <a:pt x="1060" y="1151"/>
                  <a:pt x="1066" y="1153"/>
                  <a:pt x="1071" y="1154"/>
                </a:cubicBezTo>
                <a:cubicBezTo>
                  <a:pt x="1164" y="1174"/>
                  <a:pt x="1261" y="1167"/>
                  <a:pt x="1353" y="1143"/>
                </a:cubicBezTo>
                <a:cubicBezTo>
                  <a:pt x="1399" y="1132"/>
                  <a:pt x="1444" y="1116"/>
                  <a:pt x="1489" y="1097"/>
                </a:cubicBezTo>
                <a:cubicBezTo>
                  <a:pt x="1511" y="1088"/>
                  <a:pt x="1532" y="1078"/>
                  <a:pt x="1554" y="1068"/>
                </a:cubicBezTo>
                <a:cubicBezTo>
                  <a:pt x="1576" y="1058"/>
                  <a:pt x="1597" y="1047"/>
                  <a:pt x="1618" y="1036"/>
                </a:cubicBezTo>
                <a:cubicBezTo>
                  <a:pt x="1619" y="1037"/>
                  <a:pt x="1619" y="1037"/>
                  <a:pt x="1619" y="1037"/>
                </a:cubicBezTo>
                <a:cubicBezTo>
                  <a:pt x="1598" y="1049"/>
                  <a:pt x="1577" y="1061"/>
                  <a:pt x="1556" y="1072"/>
                </a:cubicBezTo>
                <a:cubicBezTo>
                  <a:pt x="1535" y="1083"/>
                  <a:pt x="1513" y="1094"/>
                  <a:pt x="1491" y="1104"/>
                </a:cubicBezTo>
                <a:cubicBezTo>
                  <a:pt x="1469" y="1114"/>
                  <a:pt x="1447" y="1123"/>
                  <a:pt x="1425" y="1132"/>
                </a:cubicBezTo>
                <a:cubicBezTo>
                  <a:pt x="1402" y="1140"/>
                  <a:pt x="1379" y="1148"/>
                  <a:pt x="1356" y="1154"/>
                </a:cubicBezTo>
                <a:cubicBezTo>
                  <a:pt x="1309" y="1167"/>
                  <a:pt x="1262" y="1175"/>
                  <a:pt x="1213" y="1178"/>
                </a:cubicBezTo>
                <a:cubicBezTo>
                  <a:pt x="1165" y="1181"/>
                  <a:pt x="1116" y="1178"/>
                  <a:pt x="1068" y="1168"/>
                </a:cubicBezTo>
                <a:cubicBezTo>
                  <a:pt x="1065" y="1168"/>
                  <a:pt x="1062" y="1167"/>
                  <a:pt x="1059" y="1166"/>
                </a:cubicBezTo>
                <a:cubicBezTo>
                  <a:pt x="1051" y="1164"/>
                  <a:pt x="1051" y="1164"/>
                  <a:pt x="1051" y="1164"/>
                </a:cubicBezTo>
                <a:cubicBezTo>
                  <a:pt x="1045" y="1163"/>
                  <a:pt x="1039" y="1161"/>
                  <a:pt x="1033" y="1160"/>
                </a:cubicBezTo>
                <a:cubicBezTo>
                  <a:pt x="1021" y="1156"/>
                  <a:pt x="1010" y="1153"/>
                  <a:pt x="998" y="1149"/>
                </a:cubicBezTo>
                <a:cubicBezTo>
                  <a:pt x="975" y="1141"/>
                  <a:pt x="953" y="1131"/>
                  <a:pt x="931" y="1120"/>
                </a:cubicBezTo>
                <a:cubicBezTo>
                  <a:pt x="921" y="1114"/>
                  <a:pt x="910" y="1109"/>
                  <a:pt x="899" y="1102"/>
                </a:cubicBezTo>
                <a:cubicBezTo>
                  <a:pt x="894" y="1099"/>
                  <a:pt x="889" y="1096"/>
                  <a:pt x="884" y="1093"/>
                </a:cubicBezTo>
                <a:cubicBezTo>
                  <a:pt x="869" y="1083"/>
                  <a:pt x="869" y="1083"/>
                  <a:pt x="869" y="1083"/>
                </a:cubicBezTo>
                <a:cubicBezTo>
                  <a:pt x="848" y="1070"/>
                  <a:pt x="829" y="1055"/>
                  <a:pt x="811" y="1039"/>
                </a:cubicBezTo>
                <a:cubicBezTo>
                  <a:pt x="793" y="1023"/>
                  <a:pt x="776" y="1005"/>
                  <a:pt x="760" y="986"/>
                </a:cubicBezTo>
                <a:cubicBezTo>
                  <a:pt x="745" y="967"/>
                  <a:pt x="731" y="947"/>
                  <a:pt x="719" y="927"/>
                </a:cubicBezTo>
                <a:cubicBezTo>
                  <a:pt x="694" y="885"/>
                  <a:pt x="675" y="840"/>
                  <a:pt x="654" y="798"/>
                </a:cubicBezTo>
                <a:cubicBezTo>
                  <a:pt x="643" y="777"/>
                  <a:pt x="631" y="756"/>
                  <a:pt x="617" y="737"/>
                </a:cubicBezTo>
                <a:cubicBezTo>
                  <a:pt x="614" y="732"/>
                  <a:pt x="610" y="727"/>
                  <a:pt x="606" y="723"/>
                </a:cubicBezTo>
                <a:cubicBezTo>
                  <a:pt x="601" y="716"/>
                  <a:pt x="601" y="716"/>
                  <a:pt x="601" y="716"/>
                </a:cubicBezTo>
                <a:cubicBezTo>
                  <a:pt x="595" y="709"/>
                  <a:pt x="595" y="709"/>
                  <a:pt x="595" y="709"/>
                </a:cubicBezTo>
                <a:cubicBezTo>
                  <a:pt x="586" y="701"/>
                  <a:pt x="578" y="693"/>
                  <a:pt x="568" y="685"/>
                </a:cubicBezTo>
                <a:cubicBezTo>
                  <a:pt x="531" y="655"/>
                  <a:pt x="487" y="635"/>
                  <a:pt x="442" y="619"/>
                </a:cubicBezTo>
                <a:cubicBezTo>
                  <a:pt x="419" y="612"/>
                  <a:pt x="397" y="605"/>
                  <a:pt x="373" y="598"/>
                </a:cubicBezTo>
                <a:cubicBezTo>
                  <a:pt x="304" y="580"/>
                  <a:pt x="304" y="580"/>
                  <a:pt x="304" y="580"/>
                </a:cubicBezTo>
                <a:cubicBezTo>
                  <a:pt x="281" y="573"/>
                  <a:pt x="258" y="567"/>
                  <a:pt x="235" y="559"/>
                </a:cubicBezTo>
                <a:cubicBezTo>
                  <a:pt x="212" y="551"/>
                  <a:pt x="189" y="542"/>
                  <a:pt x="168" y="530"/>
                </a:cubicBezTo>
                <a:cubicBezTo>
                  <a:pt x="147" y="518"/>
                  <a:pt x="127" y="503"/>
                  <a:pt x="110" y="484"/>
                </a:cubicBezTo>
                <a:cubicBezTo>
                  <a:pt x="108" y="482"/>
                  <a:pt x="106" y="479"/>
                  <a:pt x="104" y="477"/>
                </a:cubicBezTo>
                <a:cubicBezTo>
                  <a:pt x="99" y="470"/>
                  <a:pt x="99" y="470"/>
                  <a:pt x="99" y="470"/>
                </a:cubicBezTo>
                <a:cubicBezTo>
                  <a:pt x="95" y="465"/>
                  <a:pt x="92" y="460"/>
                  <a:pt x="88" y="455"/>
                </a:cubicBezTo>
                <a:cubicBezTo>
                  <a:pt x="78" y="439"/>
                  <a:pt x="78" y="439"/>
                  <a:pt x="78" y="439"/>
                </a:cubicBezTo>
                <a:cubicBezTo>
                  <a:pt x="77" y="437"/>
                  <a:pt x="75" y="434"/>
                  <a:pt x="74" y="432"/>
                </a:cubicBezTo>
                <a:cubicBezTo>
                  <a:pt x="69" y="424"/>
                  <a:pt x="69" y="424"/>
                  <a:pt x="69" y="424"/>
                </a:cubicBezTo>
                <a:cubicBezTo>
                  <a:pt x="60" y="408"/>
                  <a:pt x="60" y="408"/>
                  <a:pt x="60" y="408"/>
                </a:cubicBezTo>
                <a:cubicBezTo>
                  <a:pt x="53" y="391"/>
                  <a:pt x="53" y="391"/>
                  <a:pt x="53" y="391"/>
                </a:cubicBezTo>
                <a:cubicBezTo>
                  <a:pt x="49" y="383"/>
                  <a:pt x="49" y="383"/>
                  <a:pt x="49" y="383"/>
                </a:cubicBezTo>
                <a:cubicBezTo>
                  <a:pt x="48" y="380"/>
                  <a:pt x="47" y="377"/>
                  <a:pt x="46" y="374"/>
                </a:cubicBezTo>
                <a:cubicBezTo>
                  <a:pt x="39" y="357"/>
                  <a:pt x="39" y="357"/>
                  <a:pt x="39" y="357"/>
                </a:cubicBezTo>
                <a:cubicBezTo>
                  <a:pt x="37" y="352"/>
                  <a:pt x="35" y="346"/>
                  <a:pt x="33" y="340"/>
                </a:cubicBezTo>
                <a:cubicBezTo>
                  <a:pt x="32" y="334"/>
                  <a:pt x="30" y="329"/>
                  <a:pt x="28" y="323"/>
                </a:cubicBezTo>
                <a:cubicBezTo>
                  <a:pt x="24" y="305"/>
                  <a:pt x="24" y="305"/>
                  <a:pt x="24" y="305"/>
                </a:cubicBezTo>
                <a:cubicBezTo>
                  <a:pt x="23" y="302"/>
                  <a:pt x="22" y="299"/>
                  <a:pt x="21" y="296"/>
                </a:cubicBezTo>
                <a:cubicBezTo>
                  <a:pt x="20" y="287"/>
                  <a:pt x="20" y="287"/>
                  <a:pt x="20" y="287"/>
                </a:cubicBezTo>
                <a:cubicBezTo>
                  <a:pt x="0" y="192"/>
                  <a:pt x="4" y="94"/>
                  <a:pt x="21" y="0"/>
                </a:cubicBezTo>
                <a:lnTo>
                  <a:pt x="22" y="0"/>
                </a:lnTo>
                <a:close/>
              </a:path>
            </a:pathLst>
          </a:custGeom>
          <a:solidFill>
            <a:srgbClr val="618CAC"/>
          </a:solidFill>
          <a:ln>
            <a:noFill/>
          </a:ln>
        </p:spPr>
        <p:txBody>
          <a:bodyPr vert="horz" wrap="square" lIns="109728" tIns="54864" rIns="109728" bIns="54864" numCol="1" anchor="t" anchorCtr="0" compatLnSpc="1"/>
          <a:lstStyle/>
          <a:p>
            <a:endParaRPr lang="zh-CN" altLang="en-US" sz="2160"/>
          </a:p>
        </p:txBody>
      </p:sp>
      <p:sp>
        <p:nvSpPr>
          <p:cNvPr id="15" name="任意多边形 14"/>
          <p:cNvSpPr/>
          <p:nvPr/>
        </p:nvSpPr>
        <p:spPr>
          <a:xfrm>
            <a:off x="1" y="5428650"/>
            <a:ext cx="4275259" cy="2820577"/>
          </a:xfrm>
          <a:custGeom>
            <a:avLst/>
            <a:gdLst>
              <a:gd name="connsiteX0" fmla="*/ 914344 w 3556001"/>
              <a:gd name="connsiteY0" fmla="*/ 1091 h 2346051"/>
              <a:gd name="connsiteX1" fmla="*/ 2430863 w 3556001"/>
              <a:gd name="connsiteY1" fmla="*/ 596106 h 2346051"/>
              <a:gd name="connsiteX2" fmla="*/ 3438830 w 3556001"/>
              <a:gd name="connsiteY2" fmla="*/ 2307077 h 2346051"/>
              <a:gd name="connsiteX3" fmla="*/ 3401736 w 3556001"/>
              <a:gd name="connsiteY3" fmla="*/ 2346051 h 2346051"/>
              <a:gd name="connsiteX4" fmla="*/ 0 w 3556001"/>
              <a:gd name="connsiteY4" fmla="*/ 2346051 h 2346051"/>
              <a:gd name="connsiteX5" fmla="*/ 0 w 3556001"/>
              <a:gd name="connsiteY5" fmla="*/ 199042 h 2346051"/>
              <a:gd name="connsiteX6" fmla="*/ 98382 w 3556001"/>
              <a:gd name="connsiteY6" fmla="*/ 151316 h 2346051"/>
              <a:gd name="connsiteX7" fmla="*/ 914344 w 3556001"/>
              <a:gd name="connsiteY7" fmla="*/ 1091 h 2346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6001" h="2346051">
                <a:moveTo>
                  <a:pt x="914344" y="1091"/>
                </a:moveTo>
                <a:cubicBezTo>
                  <a:pt x="1423084" y="17657"/>
                  <a:pt x="1952843" y="222610"/>
                  <a:pt x="2430863" y="596106"/>
                </a:cubicBezTo>
                <a:cubicBezTo>
                  <a:pt x="3174449" y="1177101"/>
                  <a:pt x="3830778" y="1805516"/>
                  <a:pt x="3438830" y="2307077"/>
                </a:cubicBezTo>
                <a:lnTo>
                  <a:pt x="3401736" y="2346051"/>
                </a:lnTo>
                <a:lnTo>
                  <a:pt x="0" y="2346051"/>
                </a:lnTo>
                <a:lnTo>
                  <a:pt x="0" y="199042"/>
                </a:lnTo>
                <a:lnTo>
                  <a:pt x="98382" y="151316"/>
                </a:lnTo>
                <a:cubicBezTo>
                  <a:pt x="355565" y="40829"/>
                  <a:pt x="631711" y="-8113"/>
                  <a:pt x="914344" y="1091"/>
                </a:cubicBezTo>
                <a:close/>
              </a:path>
            </a:pathLst>
          </a:custGeom>
          <a:solidFill>
            <a:srgbClr val="CDDC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23" name="Freeform 5"/>
          <p:cNvSpPr/>
          <p:nvPr/>
        </p:nvSpPr>
        <p:spPr bwMode="auto">
          <a:xfrm>
            <a:off x="2505" y="5793868"/>
            <a:ext cx="4762501" cy="2455544"/>
          </a:xfrm>
          <a:custGeom>
            <a:avLst/>
            <a:gdLst>
              <a:gd name="T0" fmla="*/ 0 w 1488"/>
              <a:gd name="T1" fmla="*/ 104 h 767"/>
              <a:gd name="T2" fmla="*/ 219 w 1488"/>
              <a:gd name="T3" fmla="*/ 23 h 767"/>
              <a:gd name="T4" fmla="*/ 335 w 1488"/>
              <a:gd name="T5" fmla="*/ 4 h 767"/>
              <a:gd name="T6" fmla="*/ 365 w 1488"/>
              <a:gd name="T7" fmla="*/ 2 h 767"/>
              <a:gd name="T8" fmla="*/ 380 w 1488"/>
              <a:gd name="T9" fmla="*/ 1 h 767"/>
              <a:gd name="T10" fmla="*/ 394 w 1488"/>
              <a:gd name="T11" fmla="*/ 0 h 767"/>
              <a:gd name="T12" fmla="*/ 402 w 1488"/>
              <a:gd name="T13" fmla="*/ 0 h 767"/>
              <a:gd name="T14" fmla="*/ 409 w 1488"/>
              <a:gd name="T15" fmla="*/ 0 h 767"/>
              <a:gd name="T16" fmla="*/ 424 w 1488"/>
              <a:gd name="T17" fmla="*/ 0 h 767"/>
              <a:gd name="T18" fmla="*/ 453 w 1488"/>
              <a:gd name="T19" fmla="*/ 2 h 767"/>
              <a:gd name="T20" fmla="*/ 570 w 1488"/>
              <a:gd name="T21" fmla="*/ 19 h 767"/>
              <a:gd name="T22" fmla="*/ 684 w 1488"/>
              <a:gd name="T23" fmla="*/ 49 h 767"/>
              <a:gd name="T24" fmla="*/ 902 w 1488"/>
              <a:gd name="T25" fmla="*/ 135 h 767"/>
              <a:gd name="T26" fmla="*/ 1107 w 1488"/>
              <a:gd name="T27" fmla="*/ 250 h 767"/>
              <a:gd name="T28" fmla="*/ 1155 w 1488"/>
              <a:gd name="T29" fmla="*/ 284 h 767"/>
              <a:gd name="T30" fmla="*/ 1204 w 1488"/>
              <a:gd name="T31" fmla="*/ 316 h 767"/>
              <a:gd name="T32" fmla="*/ 1302 w 1488"/>
              <a:gd name="T33" fmla="*/ 381 h 767"/>
              <a:gd name="T34" fmla="*/ 1349 w 1488"/>
              <a:gd name="T35" fmla="*/ 416 h 767"/>
              <a:gd name="T36" fmla="*/ 1372 w 1488"/>
              <a:gd name="T37" fmla="*/ 434 h 767"/>
              <a:gd name="T38" fmla="*/ 1395 w 1488"/>
              <a:gd name="T39" fmla="*/ 454 h 767"/>
              <a:gd name="T40" fmla="*/ 1435 w 1488"/>
              <a:gd name="T41" fmla="*/ 496 h 767"/>
              <a:gd name="T42" fmla="*/ 1468 w 1488"/>
              <a:gd name="T43" fmla="*/ 546 h 767"/>
              <a:gd name="T44" fmla="*/ 1486 w 1488"/>
              <a:gd name="T45" fmla="*/ 602 h 767"/>
              <a:gd name="T46" fmla="*/ 1484 w 1488"/>
              <a:gd name="T47" fmla="*/ 661 h 767"/>
              <a:gd name="T48" fmla="*/ 1436 w 1488"/>
              <a:gd name="T49" fmla="*/ 767 h 767"/>
              <a:gd name="T50" fmla="*/ 1451 w 1488"/>
              <a:gd name="T51" fmla="*/ 742 h 767"/>
              <a:gd name="T52" fmla="*/ 1458 w 1488"/>
              <a:gd name="T53" fmla="*/ 729 h 767"/>
              <a:gd name="T54" fmla="*/ 1461 w 1488"/>
              <a:gd name="T55" fmla="*/ 723 h 767"/>
              <a:gd name="T56" fmla="*/ 1464 w 1488"/>
              <a:gd name="T57" fmla="*/ 716 h 767"/>
              <a:gd name="T58" fmla="*/ 1470 w 1488"/>
              <a:gd name="T59" fmla="*/ 703 h 767"/>
              <a:gd name="T60" fmla="*/ 1475 w 1488"/>
              <a:gd name="T61" fmla="*/ 689 h 767"/>
              <a:gd name="T62" fmla="*/ 1477 w 1488"/>
              <a:gd name="T63" fmla="*/ 682 h 767"/>
              <a:gd name="T64" fmla="*/ 1479 w 1488"/>
              <a:gd name="T65" fmla="*/ 675 h 767"/>
              <a:gd name="T66" fmla="*/ 1482 w 1488"/>
              <a:gd name="T67" fmla="*/ 661 h 767"/>
              <a:gd name="T68" fmla="*/ 1482 w 1488"/>
              <a:gd name="T69" fmla="*/ 603 h 767"/>
              <a:gd name="T70" fmla="*/ 1463 w 1488"/>
              <a:gd name="T71" fmla="*/ 548 h 767"/>
              <a:gd name="T72" fmla="*/ 1431 w 1488"/>
              <a:gd name="T73" fmla="*/ 500 h 767"/>
              <a:gd name="T74" fmla="*/ 1390 w 1488"/>
              <a:gd name="T75" fmla="*/ 459 h 767"/>
              <a:gd name="T76" fmla="*/ 1368 w 1488"/>
              <a:gd name="T77" fmla="*/ 440 h 767"/>
              <a:gd name="T78" fmla="*/ 1345 w 1488"/>
              <a:gd name="T79" fmla="*/ 422 h 767"/>
              <a:gd name="T80" fmla="*/ 1297 w 1488"/>
              <a:gd name="T81" fmla="*/ 388 h 767"/>
              <a:gd name="T82" fmla="*/ 1199 w 1488"/>
              <a:gd name="T83" fmla="*/ 324 h 767"/>
              <a:gd name="T84" fmla="*/ 1150 w 1488"/>
              <a:gd name="T85" fmla="*/ 291 h 767"/>
              <a:gd name="T86" fmla="*/ 1102 w 1488"/>
              <a:gd name="T87" fmla="*/ 258 h 767"/>
              <a:gd name="T88" fmla="*/ 898 w 1488"/>
              <a:gd name="T89" fmla="*/ 144 h 767"/>
              <a:gd name="T90" fmla="*/ 681 w 1488"/>
              <a:gd name="T91" fmla="*/ 58 h 767"/>
              <a:gd name="T92" fmla="*/ 453 w 1488"/>
              <a:gd name="T93" fmla="*/ 10 h 767"/>
              <a:gd name="T94" fmla="*/ 424 w 1488"/>
              <a:gd name="T95" fmla="*/ 8 h 767"/>
              <a:gd name="T96" fmla="*/ 409 w 1488"/>
              <a:gd name="T97" fmla="*/ 8 h 767"/>
              <a:gd name="T98" fmla="*/ 402 w 1488"/>
              <a:gd name="T99" fmla="*/ 7 h 767"/>
              <a:gd name="T100" fmla="*/ 394 w 1488"/>
              <a:gd name="T101" fmla="*/ 8 h 767"/>
              <a:gd name="T102" fmla="*/ 380 w 1488"/>
              <a:gd name="T103" fmla="*/ 8 h 767"/>
              <a:gd name="T104" fmla="*/ 365 w 1488"/>
              <a:gd name="T105" fmla="*/ 9 h 767"/>
              <a:gd name="T106" fmla="*/ 336 w 1488"/>
              <a:gd name="T107" fmla="*/ 11 h 767"/>
              <a:gd name="T108" fmla="*/ 220 w 1488"/>
              <a:gd name="T109" fmla="*/ 28 h 767"/>
              <a:gd name="T110" fmla="*/ 108 w 1488"/>
              <a:gd name="T111" fmla="*/ 59 h 767"/>
              <a:gd name="T112" fmla="*/ 0 w 1488"/>
              <a:gd name="T113" fmla="*/ 104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8" h="767">
                <a:moveTo>
                  <a:pt x="0" y="104"/>
                </a:moveTo>
                <a:cubicBezTo>
                  <a:pt x="69" y="67"/>
                  <a:pt x="143" y="40"/>
                  <a:pt x="219" y="23"/>
                </a:cubicBezTo>
                <a:cubicBezTo>
                  <a:pt x="258" y="14"/>
                  <a:pt x="296" y="8"/>
                  <a:pt x="335" y="4"/>
                </a:cubicBezTo>
                <a:cubicBezTo>
                  <a:pt x="345" y="3"/>
                  <a:pt x="355" y="2"/>
                  <a:pt x="365" y="2"/>
                </a:cubicBezTo>
                <a:cubicBezTo>
                  <a:pt x="380" y="1"/>
                  <a:pt x="380" y="1"/>
                  <a:pt x="380" y="1"/>
                </a:cubicBezTo>
                <a:cubicBezTo>
                  <a:pt x="394" y="0"/>
                  <a:pt x="394" y="0"/>
                  <a:pt x="394" y="0"/>
                </a:cubicBezTo>
                <a:cubicBezTo>
                  <a:pt x="402" y="0"/>
                  <a:pt x="402" y="0"/>
                  <a:pt x="402" y="0"/>
                </a:cubicBezTo>
                <a:cubicBezTo>
                  <a:pt x="409" y="0"/>
                  <a:pt x="409" y="0"/>
                  <a:pt x="409" y="0"/>
                </a:cubicBezTo>
                <a:cubicBezTo>
                  <a:pt x="424" y="0"/>
                  <a:pt x="424" y="0"/>
                  <a:pt x="424" y="0"/>
                </a:cubicBezTo>
                <a:cubicBezTo>
                  <a:pt x="434" y="1"/>
                  <a:pt x="443" y="1"/>
                  <a:pt x="453" y="2"/>
                </a:cubicBezTo>
                <a:cubicBezTo>
                  <a:pt x="492" y="4"/>
                  <a:pt x="531" y="10"/>
                  <a:pt x="570" y="19"/>
                </a:cubicBezTo>
                <a:cubicBezTo>
                  <a:pt x="608" y="27"/>
                  <a:pt x="646" y="37"/>
                  <a:pt x="684" y="49"/>
                </a:cubicBezTo>
                <a:cubicBezTo>
                  <a:pt x="758" y="72"/>
                  <a:pt x="831" y="101"/>
                  <a:pt x="902" y="135"/>
                </a:cubicBezTo>
                <a:cubicBezTo>
                  <a:pt x="973" y="169"/>
                  <a:pt x="1042" y="207"/>
                  <a:pt x="1107" y="250"/>
                </a:cubicBezTo>
                <a:cubicBezTo>
                  <a:pt x="1124" y="261"/>
                  <a:pt x="1140" y="273"/>
                  <a:pt x="1155" y="284"/>
                </a:cubicBezTo>
                <a:cubicBezTo>
                  <a:pt x="1171" y="295"/>
                  <a:pt x="1188" y="306"/>
                  <a:pt x="1204" y="316"/>
                </a:cubicBezTo>
                <a:cubicBezTo>
                  <a:pt x="1237" y="338"/>
                  <a:pt x="1270" y="359"/>
                  <a:pt x="1302" y="381"/>
                </a:cubicBezTo>
                <a:cubicBezTo>
                  <a:pt x="1318" y="393"/>
                  <a:pt x="1334" y="404"/>
                  <a:pt x="1349" y="416"/>
                </a:cubicBezTo>
                <a:cubicBezTo>
                  <a:pt x="1357" y="422"/>
                  <a:pt x="1365" y="428"/>
                  <a:pt x="1372" y="434"/>
                </a:cubicBezTo>
                <a:cubicBezTo>
                  <a:pt x="1380" y="441"/>
                  <a:pt x="1387" y="447"/>
                  <a:pt x="1395" y="454"/>
                </a:cubicBezTo>
                <a:cubicBezTo>
                  <a:pt x="1409" y="467"/>
                  <a:pt x="1423" y="481"/>
                  <a:pt x="1435" y="496"/>
                </a:cubicBezTo>
                <a:cubicBezTo>
                  <a:pt x="1448" y="512"/>
                  <a:pt x="1459" y="528"/>
                  <a:pt x="1468" y="546"/>
                </a:cubicBezTo>
                <a:cubicBezTo>
                  <a:pt x="1476" y="564"/>
                  <a:pt x="1483" y="582"/>
                  <a:pt x="1486" y="602"/>
                </a:cubicBezTo>
                <a:cubicBezTo>
                  <a:pt x="1488" y="622"/>
                  <a:pt x="1488" y="642"/>
                  <a:pt x="1484" y="661"/>
                </a:cubicBezTo>
                <a:cubicBezTo>
                  <a:pt x="1477" y="700"/>
                  <a:pt x="1458" y="735"/>
                  <a:pt x="1436" y="767"/>
                </a:cubicBezTo>
                <a:cubicBezTo>
                  <a:pt x="1441" y="759"/>
                  <a:pt x="1446" y="751"/>
                  <a:pt x="1451" y="742"/>
                </a:cubicBezTo>
                <a:cubicBezTo>
                  <a:pt x="1458" y="729"/>
                  <a:pt x="1458" y="729"/>
                  <a:pt x="1458" y="729"/>
                </a:cubicBezTo>
                <a:cubicBezTo>
                  <a:pt x="1461" y="723"/>
                  <a:pt x="1461" y="723"/>
                  <a:pt x="1461" y="723"/>
                </a:cubicBezTo>
                <a:cubicBezTo>
                  <a:pt x="1464" y="716"/>
                  <a:pt x="1464" y="716"/>
                  <a:pt x="1464" y="716"/>
                </a:cubicBezTo>
                <a:cubicBezTo>
                  <a:pt x="1470" y="703"/>
                  <a:pt x="1470" y="703"/>
                  <a:pt x="1470" y="703"/>
                </a:cubicBezTo>
                <a:cubicBezTo>
                  <a:pt x="1472" y="698"/>
                  <a:pt x="1473" y="693"/>
                  <a:pt x="1475" y="689"/>
                </a:cubicBezTo>
                <a:cubicBezTo>
                  <a:pt x="1477" y="682"/>
                  <a:pt x="1477" y="682"/>
                  <a:pt x="1477" y="682"/>
                </a:cubicBezTo>
                <a:cubicBezTo>
                  <a:pt x="1478" y="680"/>
                  <a:pt x="1478" y="677"/>
                  <a:pt x="1479" y="675"/>
                </a:cubicBezTo>
                <a:cubicBezTo>
                  <a:pt x="1480" y="670"/>
                  <a:pt x="1481" y="665"/>
                  <a:pt x="1482" y="661"/>
                </a:cubicBezTo>
                <a:cubicBezTo>
                  <a:pt x="1485" y="641"/>
                  <a:pt x="1485" y="622"/>
                  <a:pt x="1482" y="603"/>
                </a:cubicBezTo>
                <a:cubicBezTo>
                  <a:pt x="1479" y="584"/>
                  <a:pt x="1472" y="565"/>
                  <a:pt x="1463" y="548"/>
                </a:cubicBezTo>
                <a:cubicBezTo>
                  <a:pt x="1454" y="531"/>
                  <a:pt x="1443" y="515"/>
                  <a:pt x="1431" y="500"/>
                </a:cubicBezTo>
                <a:cubicBezTo>
                  <a:pt x="1418" y="485"/>
                  <a:pt x="1405" y="472"/>
                  <a:pt x="1390" y="459"/>
                </a:cubicBezTo>
                <a:cubicBezTo>
                  <a:pt x="1383" y="452"/>
                  <a:pt x="1375" y="446"/>
                  <a:pt x="1368" y="440"/>
                </a:cubicBezTo>
                <a:cubicBezTo>
                  <a:pt x="1360" y="434"/>
                  <a:pt x="1353" y="428"/>
                  <a:pt x="1345" y="422"/>
                </a:cubicBezTo>
                <a:cubicBezTo>
                  <a:pt x="1329" y="410"/>
                  <a:pt x="1313" y="399"/>
                  <a:pt x="1297" y="388"/>
                </a:cubicBezTo>
                <a:cubicBezTo>
                  <a:pt x="1265" y="366"/>
                  <a:pt x="1232" y="345"/>
                  <a:pt x="1199" y="324"/>
                </a:cubicBezTo>
                <a:cubicBezTo>
                  <a:pt x="1183" y="313"/>
                  <a:pt x="1166" y="303"/>
                  <a:pt x="1150" y="291"/>
                </a:cubicBezTo>
                <a:cubicBezTo>
                  <a:pt x="1134" y="280"/>
                  <a:pt x="1118" y="269"/>
                  <a:pt x="1102" y="258"/>
                </a:cubicBezTo>
                <a:cubicBezTo>
                  <a:pt x="1037" y="215"/>
                  <a:pt x="968" y="178"/>
                  <a:pt x="898" y="144"/>
                </a:cubicBezTo>
                <a:cubicBezTo>
                  <a:pt x="827" y="111"/>
                  <a:pt x="755" y="81"/>
                  <a:pt x="681" y="58"/>
                </a:cubicBezTo>
                <a:cubicBezTo>
                  <a:pt x="606" y="34"/>
                  <a:pt x="530" y="17"/>
                  <a:pt x="453" y="10"/>
                </a:cubicBezTo>
                <a:cubicBezTo>
                  <a:pt x="443" y="9"/>
                  <a:pt x="433" y="8"/>
                  <a:pt x="424" y="8"/>
                </a:cubicBezTo>
                <a:cubicBezTo>
                  <a:pt x="409" y="8"/>
                  <a:pt x="409" y="8"/>
                  <a:pt x="409" y="8"/>
                </a:cubicBezTo>
                <a:cubicBezTo>
                  <a:pt x="402" y="7"/>
                  <a:pt x="402" y="7"/>
                  <a:pt x="402" y="7"/>
                </a:cubicBezTo>
                <a:cubicBezTo>
                  <a:pt x="394" y="8"/>
                  <a:pt x="394" y="8"/>
                  <a:pt x="394" y="8"/>
                </a:cubicBezTo>
                <a:cubicBezTo>
                  <a:pt x="380" y="8"/>
                  <a:pt x="380" y="8"/>
                  <a:pt x="380" y="8"/>
                </a:cubicBezTo>
                <a:cubicBezTo>
                  <a:pt x="365" y="9"/>
                  <a:pt x="365" y="9"/>
                  <a:pt x="365" y="9"/>
                </a:cubicBezTo>
                <a:cubicBezTo>
                  <a:pt x="356" y="9"/>
                  <a:pt x="346" y="10"/>
                  <a:pt x="336" y="11"/>
                </a:cubicBezTo>
                <a:cubicBezTo>
                  <a:pt x="297" y="14"/>
                  <a:pt x="259" y="20"/>
                  <a:pt x="220" y="28"/>
                </a:cubicBezTo>
                <a:cubicBezTo>
                  <a:pt x="182" y="36"/>
                  <a:pt x="145" y="46"/>
                  <a:pt x="108" y="59"/>
                </a:cubicBezTo>
                <a:cubicBezTo>
                  <a:pt x="71" y="71"/>
                  <a:pt x="35" y="87"/>
                  <a:pt x="0" y="104"/>
                </a:cubicBezTo>
                <a:close/>
              </a:path>
            </a:pathLst>
          </a:custGeom>
          <a:solidFill>
            <a:srgbClr val="F6C678"/>
          </a:solidFill>
          <a:ln>
            <a:noFill/>
          </a:ln>
        </p:spPr>
        <p:txBody>
          <a:bodyPr vert="horz" wrap="square" lIns="109728" tIns="54864" rIns="109728" bIns="54864" numCol="1" anchor="t" anchorCtr="0" compatLnSpc="1"/>
          <a:lstStyle/>
          <a:p>
            <a:endParaRPr lang="zh-CN" altLang="en-US" sz="2160"/>
          </a:p>
        </p:txBody>
      </p:sp>
      <p:sp>
        <p:nvSpPr>
          <p:cNvPr id="17" name="任意多边形 16"/>
          <p:cNvSpPr/>
          <p:nvPr/>
        </p:nvSpPr>
        <p:spPr>
          <a:xfrm>
            <a:off x="3056001" y="6321198"/>
            <a:ext cx="1413971" cy="1049978"/>
          </a:xfrm>
          <a:custGeom>
            <a:avLst/>
            <a:gdLst>
              <a:gd name="connsiteX0" fmla="*/ 0 w 550333"/>
              <a:gd name="connsiteY0" fmla="*/ 287867 h 364067"/>
              <a:gd name="connsiteX1" fmla="*/ 245533 w 550333"/>
              <a:gd name="connsiteY1" fmla="*/ 0 h 364067"/>
              <a:gd name="connsiteX2" fmla="*/ 550333 w 550333"/>
              <a:gd name="connsiteY2" fmla="*/ 364067 h 364067"/>
              <a:gd name="connsiteX3" fmla="*/ 0 w 550333"/>
              <a:gd name="connsiteY3" fmla="*/ 287867 h 364067"/>
              <a:gd name="connsiteX0-1" fmla="*/ 0 w 554758"/>
              <a:gd name="connsiteY0-2" fmla="*/ 287867 h 380937"/>
              <a:gd name="connsiteX1-3" fmla="*/ 245533 w 554758"/>
              <a:gd name="connsiteY1-4" fmla="*/ 0 h 380937"/>
              <a:gd name="connsiteX2-5" fmla="*/ 550333 w 554758"/>
              <a:gd name="connsiteY2-6" fmla="*/ 364067 h 380937"/>
              <a:gd name="connsiteX3-7" fmla="*/ 0 w 554758"/>
              <a:gd name="connsiteY3-8" fmla="*/ 287867 h 380937"/>
              <a:gd name="connsiteX0-9" fmla="*/ 0 w 556881"/>
              <a:gd name="connsiteY0-10" fmla="*/ 287867 h 404820"/>
              <a:gd name="connsiteX1-11" fmla="*/ 245533 w 556881"/>
              <a:gd name="connsiteY1-12" fmla="*/ 0 h 404820"/>
              <a:gd name="connsiteX2-13" fmla="*/ 550333 w 556881"/>
              <a:gd name="connsiteY2-14" fmla="*/ 364067 h 404820"/>
              <a:gd name="connsiteX3-15" fmla="*/ 0 w 556881"/>
              <a:gd name="connsiteY3-16" fmla="*/ 287867 h 404820"/>
              <a:gd name="connsiteX0-17" fmla="*/ 0 w 499499"/>
              <a:gd name="connsiteY0-18" fmla="*/ 287867 h 380660"/>
              <a:gd name="connsiteX1-19" fmla="*/ 245533 w 499499"/>
              <a:gd name="connsiteY1-20" fmla="*/ 0 h 380660"/>
              <a:gd name="connsiteX2-21" fmla="*/ 491389 w 499499"/>
              <a:gd name="connsiteY2-22" fmla="*/ 332861 h 380660"/>
              <a:gd name="connsiteX3-23" fmla="*/ 0 w 499499"/>
              <a:gd name="connsiteY3-24" fmla="*/ 287867 h 380660"/>
              <a:gd name="connsiteX0-25" fmla="*/ 5364 w 502098"/>
              <a:gd name="connsiteY0-26" fmla="*/ 288039 h 380832"/>
              <a:gd name="connsiteX1-27" fmla="*/ 250897 w 502098"/>
              <a:gd name="connsiteY1-28" fmla="*/ 172 h 380832"/>
              <a:gd name="connsiteX2-29" fmla="*/ 496753 w 502098"/>
              <a:gd name="connsiteY2-30" fmla="*/ 333033 h 380832"/>
              <a:gd name="connsiteX3-31" fmla="*/ 5364 w 502098"/>
              <a:gd name="connsiteY3-32" fmla="*/ 288039 h 380832"/>
              <a:gd name="connsiteX0-33" fmla="*/ 6042 w 503451"/>
              <a:gd name="connsiteY0-34" fmla="*/ 291633 h 384426"/>
              <a:gd name="connsiteX1-35" fmla="*/ 251575 w 503451"/>
              <a:gd name="connsiteY1-36" fmla="*/ 3766 h 384426"/>
              <a:gd name="connsiteX2-37" fmla="*/ 497431 w 503451"/>
              <a:gd name="connsiteY2-38" fmla="*/ 336627 h 384426"/>
              <a:gd name="connsiteX3-39" fmla="*/ 6042 w 503451"/>
              <a:gd name="connsiteY3-40" fmla="*/ 291633 h 384426"/>
              <a:gd name="connsiteX0-41" fmla="*/ 6576 w 502883"/>
              <a:gd name="connsiteY0-42" fmla="*/ 254042 h 319353"/>
              <a:gd name="connsiteX1-43" fmla="*/ 234772 w 502883"/>
              <a:gd name="connsiteY1-44" fmla="*/ 4315 h 319353"/>
              <a:gd name="connsiteX2-45" fmla="*/ 497965 w 502883"/>
              <a:gd name="connsiteY2-46" fmla="*/ 299036 h 319353"/>
              <a:gd name="connsiteX3-47" fmla="*/ 6576 w 502883"/>
              <a:gd name="connsiteY3-48" fmla="*/ 254042 h 319353"/>
              <a:gd name="connsiteX0-49" fmla="*/ 6576 w 502883"/>
              <a:gd name="connsiteY0-50" fmla="*/ 254042 h 364273"/>
              <a:gd name="connsiteX1-51" fmla="*/ 234772 w 502883"/>
              <a:gd name="connsiteY1-52" fmla="*/ 4315 h 364273"/>
              <a:gd name="connsiteX2-53" fmla="*/ 497965 w 502883"/>
              <a:gd name="connsiteY2-54" fmla="*/ 299036 h 364273"/>
              <a:gd name="connsiteX3-55" fmla="*/ 6576 w 502883"/>
              <a:gd name="connsiteY3-56" fmla="*/ 254042 h 364273"/>
              <a:gd name="connsiteX0-57" fmla="*/ 6576 w 502883"/>
              <a:gd name="connsiteY0-58" fmla="*/ 254042 h 318227"/>
              <a:gd name="connsiteX1-59" fmla="*/ 234772 w 502883"/>
              <a:gd name="connsiteY1-60" fmla="*/ 4315 h 318227"/>
              <a:gd name="connsiteX2-61" fmla="*/ 497965 w 502883"/>
              <a:gd name="connsiteY2-62" fmla="*/ 299036 h 318227"/>
              <a:gd name="connsiteX3-63" fmla="*/ 6576 w 502883"/>
              <a:gd name="connsiteY3-64" fmla="*/ 254042 h 318227"/>
              <a:gd name="connsiteX0-65" fmla="*/ 7499 w 503806"/>
              <a:gd name="connsiteY0-66" fmla="*/ 256793 h 356445"/>
              <a:gd name="connsiteX1-67" fmla="*/ 235695 w 503806"/>
              <a:gd name="connsiteY1-68" fmla="*/ 7066 h 356445"/>
              <a:gd name="connsiteX2-69" fmla="*/ 498888 w 503806"/>
              <a:gd name="connsiteY2-70" fmla="*/ 301787 h 356445"/>
              <a:gd name="connsiteX3-71" fmla="*/ 7499 w 503806"/>
              <a:gd name="connsiteY3-72" fmla="*/ 256793 h 356445"/>
              <a:gd name="connsiteX0-73" fmla="*/ 3419 w 424423"/>
              <a:gd name="connsiteY0-74" fmla="*/ 249803 h 299206"/>
              <a:gd name="connsiteX1-75" fmla="*/ 231615 w 424423"/>
              <a:gd name="connsiteY1-76" fmla="*/ 76 h 299206"/>
              <a:gd name="connsiteX2-77" fmla="*/ 418527 w 424423"/>
              <a:gd name="connsiteY2-78" fmla="*/ 277460 h 299206"/>
              <a:gd name="connsiteX3-79" fmla="*/ 3419 w 424423"/>
              <a:gd name="connsiteY3-80" fmla="*/ 249803 h 299206"/>
              <a:gd name="connsiteX0-81" fmla="*/ 3419 w 443266"/>
              <a:gd name="connsiteY0-82" fmla="*/ 249803 h 328404"/>
              <a:gd name="connsiteX1-83" fmla="*/ 231615 w 443266"/>
              <a:gd name="connsiteY1-84" fmla="*/ 76 h 328404"/>
              <a:gd name="connsiteX2-85" fmla="*/ 418527 w 443266"/>
              <a:gd name="connsiteY2-86" fmla="*/ 277460 h 328404"/>
              <a:gd name="connsiteX3-87" fmla="*/ 3419 w 443266"/>
              <a:gd name="connsiteY3-88" fmla="*/ 249803 h 328404"/>
              <a:gd name="connsiteX0-89" fmla="*/ 5963 w 456159"/>
              <a:gd name="connsiteY0-90" fmla="*/ 249803 h 328404"/>
              <a:gd name="connsiteX1-91" fmla="*/ 234159 w 456159"/>
              <a:gd name="connsiteY1-92" fmla="*/ 76 h 328404"/>
              <a:gd name="connsiteX2-93" fmla="*/ 421071 w 456159"/>
              <a:gd name="connsiteY2-94" fmla="*/ 277460 h 328404"/>
              <a:gd name="connsiteX3-95" fmla="*/ 5963 w 456159"/>
              <a:gd name="connsiteY3-96" fmla="*/ 249803 h 328404"/>
              <a:gd name="connsiteX0-97" fmla="*/ 7001 w 457197"/>
              <a:gd name="connsiteY0-98" fmla="*/ 249820 h 339505"/>
              <a:gd name="connsiteX1-99" fmla="*/ 235197 w 457197"/>
              <a:gd name="connsiteY1-100" fmla="*/ 93 h 339505"/>
              <a:gd name="connsiteX2-101" fmla="*/ 422109 w 457197"/>
              <a:gd name="connsiteY2-102" fmla="*/ 277477 h 339505"/>
              <a:gd name="connsiteX3-103" fmla="*/ 7001 w 457197"/>
              <a:gd name="connsiteY3-104" fmla="*/ 249820 h 339505"/>
            </a:gdLst>
            <a:ahLst/>
            <a:cxnLst>
              <a:cxn ang="0">
                <a:pos x="connsiteX0-1" y="connsiteY0-2"/>
              </a:cxn>
              <a:cxn ang="0">
                <a:pos x="connsiteX1-3" y="connsiteY1-4"/>
              </a:cxn>
              <a:cxn ang="0">
                <a:pos x="connsiteX2-5" y="connsiteY2-6"/>
              </a:cxn>
              <a:cxn ang="0">
                <a:pos x="connsiteX3-7" y="connsiteY3-8"/>
              </a:cxn>
            </a:cxnLst>
            <a:rect l="l" t="t" r="r" b="b"/>
            <a:pathLst>
              <a:path w="457197" h="339505">
                <a:moveTo>
                  <a:pt x="7001" y="249820"/>
                </a:moveTo>
                <a:cubicBezTo>
                  <a:pt x="-27619" y="161981"/>
                  <a:pt x="68928" y="-4516"/>
                  <a:pt x="235197" y="93"/>
                </a:cubicBezTo>
                <a:cubicBezTo>
                  <a:pt x="401466" y="4702"/>
                  <a:pt x="519086" y="169977"/>
                  <a:pt x="422109" y="277477"/>
                </a:cubicBezTo>
                <a:cubicBezTo>
                  <a:pt x="325132" y="384977"/>
                  <a:pt x="41621" y="337659"/>
                  <a:pt x="7001" y="249820"/>
                </a:cubicBezTo>
                <a:close/>
              </a:path>
            </a:pathLst>
          </a:custGeom>
          <a:solidFill>
            <a:srgbClr val="EFAE8E">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7" name="标题 6"/>
          <p:cNvSpPr>
            <a:spLocks noGrp="1"/>
          </p:cNvSpPr>
          <p:nvPr>
            <p:ph type="ctrTitle" hasCustomPrompt="1"/>
          </p:nvPr>
        </p:nvSpPr>
        <p:spPr>
          <a:xfrm>
            <a:off x="2183130" y="2302311"/>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Tree>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 5"/>
          <p:cNvSpPr>
            <a:spLocks noGrp="1"/>
          </p:cNvSpPr>
          <p:nvPr>
            <p:ph type="ctrTitle" hasCustomPrompt="1"/>
          </p:nvPr>
        </p:nvSpPr>
        <p:spPr>
          <a:xfrm>
            <a:off x="2391918" y="1947219"/>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Tree>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83870" y="477775"/>
            <a:ext cx="2894076" cy="1058418"/>
          </a:xfrm>
        </p:spPr>
        <p:txBody>
          <a:bodyPr/>
          <a:lstStyle>
            <a:lvl1pPr>
              <a:defRPr>
                <a:solidFill>
                  <a:schemeClr val="bg1"/>
                </a:solidFill>
                <a:latin typeface="Marshmallow" panose="00020600040101010101" charset="0"/>
                <a:cs typeface="Marshmallow" panose="00020600040101010101" charset="0"/>
              </a:defRPr>
            </a:lvl1pPr>
          </a:lstStyle>
          <a:p>
            <a:r>
              <a:rPr lang="en-US" altLang="zh-CN"/>
              <a:t>Contents</a:t>
            </a:r>
            <a:endParaRPr lang="en-US" altLang="zh-CN"/>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6" name="文本框 5"/>
          <p:cNvSpPr txBox="1"/>
          <p:nvPr/>
        </p:nvSpPr>
        <p:spPr>
          <a:xfrm>
            <a:off x="4887369" y="2149110"/>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01</a:t>
            </a:r>
            <a:endParaRPr lang="en-US" altLang="zh-CN" sz="5280" dirty="0">
              <a:solidFill>
                <a:srgbClr val="595959"/>
              </a:solidFill>
              <a:latin typeface="Marshmallow" panose="00020600040101010101" charset="0"/>
              <a:cs typeface="Marshmallow" panose="00020600040101010101" charset="0"/>
            </a:endParaRPr>
          </a:p>
        </p:txBody>
      </p:sp>
      <p:sp>
        <p:nvSpPr>
          <p:cNvPr id="25" name="文本框 24"/>
          <p:cNvSpPr txBox="1"/>
          <p:nvPr/>
        </p:nvSpPr>
        <p:spPr>
          <a:xfrm>
            <a:off x="4846221" y="3280085"/>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02</a:t>
            </a:r>
            <a:endParaRPr lang="en-US" altLang="zh-CN" sz="5280" dirty="0">
              <a:solidFill>
                <a:srgbClr val="595959"/>
              </a:solidFill>
              <a:latin typeface="Marshmallow" panose="00020600040101010101" charset="0"/>
              <a:cs typeface="Marshmallow" panose="00020600040101010101" charset="0"/>
            </a:endParaRPr>
          </a:p>
        </p:txBody>
      </p:sp>
      <p:sp>
        <p:nvSpPr>
          <p:cNvPr id="32" name="文本框 31"/>
          <p:cNvSpPr txBox="1"/>
          <p:nvPr/>
        </p:nvSpPr>
        <p:spPr>
          <a:xfrm>
            <a:off x="4846221" y="4390486"/>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03</a:t>
            </a:r>
            <a:endParaRPr lang="en-US" altLang="zh-CN" sz="5280" dirty="0">
              <a:solidFill>
                <a:srgbClr val="595959"/>
              </a:solidFill>
              <a:latin typeface="Marshmallow" panose="00020600040101010101" charset="0"/>
              <a:cs typeface="Marshmallow" panose="00020600040101010101" charset="0"/>
            </a:endParaRPr>
          </a:p>
        </p:txBody>
      </p:sp>
      <p:sp>
        <p:nvSpPr>
          <p:cNvPr id="45" name="文本框 44"/>
          <p:cNvSpPr txBox="1"/>
          <p:nvPr/>
        </p:nvSpPr>
        <p:spPr>
          <a:xfrm>
            <a:off x="4846221" y="5491743"/>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04</a:t>
            </a:r>
            <a:endParaRPr lang="en-US" altLang="zh-CN" sz="5280" dirty="0">
              <a:solidFill>
                <a:srgbClr val="595959"/>
              </a:solidFill>
              <a:latin typeface="Marshmallow" panose="00020600040101010101" charset="0"/>
              <a:cs typeface="Marshmallow" panose="00020600040101010101" charset="0"/>
            </a:endParaRPr>
          </a:p>
        </p:txBody>
      </p:sp>
      <p:sp>
        <p:nvSpPr>
          <p:cNvPr id="7" name="文本占位符 6"/>
          <p:cNvSpPr>
            <a:spLocks noGrp="1"/>
          </p:cNvSpPr>
          <p:nvPr>
            <p:ph type="body" idx="1"/>
          </p:nvPr>
        </p:nvSpPr>
        <p:spPr>
          <a:xfrm>
            <a:off x="6104764" y="1906501"/>
            <a:ext cx="6189344"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8" name="文本占位符 7"/>
          <p:cNvSpPr>
            <a:spLocks noGrp="1"/>
          </p:cNvSpPr>
          <p:nvPr>
            <p:ph type="body" idx="13"/>
          </p:nvPr>
        </p:nvSpPr>
        <p:spPr>
          <a:xfrm>
            <a:off x="6104764" y="3089506"/>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9" name="文本占位符 8"/>
          <p:cNvSpPr>
            <a:spLocks noGrp="1"/>
          </p:cNvSpPr>
          <p:nvPr>
            <p:ph type="body" idx="14"/>
          </p:nvPr>
        </p:nvSpPr>
        <p:spPr>
          <a:xfrm>
            <a:off x="6104764" y="4272130"/>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10" name="文本占位符 9"/>
          <p:cNvSpPr>
            <a:spLocks noGrp="1"/>
          </p:cNvSpPr>
          <p:nvPr>
            <p:ph type="body" idx="15"/>
          </p:nvPr>
        </p:nvSpPr>
        <p:spPr>
          <a:xfrm>
            <a:off x="6104764" y="5454754"/>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68642" y="150575"/>
            <a:ext cx="13695998" cy="1058418"/>
          </a:xfrm>
        </p:spPr>
        <p:txBody>
          <a:bodyPr>
            <a:normAutofit/>
          </a:bodyPr>
          <a:lstStyle>
            <a:lvl1pPr>
              <a:defRPr sz="3840"/>
            </a:lvl1pPr>
          </a:lstStyle>
          <a:p>
            <a:r>
              <a:rPr kumimoji="1" lang="zh-CN" altLang="en-US"/>
              <a:t>单击此处编辑母版标题样式</a:t>
            </a:r>
            <a:endParaRPr kumimoji="1" lang="zh-CN" altLang="en-US" dirty="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6" name="矩形 5"/>
          <p:cNvSpPr/>
          <p:nvPr/>
        </p:nvSpPr>
        <p:spPr>
          <a:xfrm>
            <a:off x="-1" y="352805"/>
            <a:ext cx="325756" cy="727331"/>
          </a:xfrm>
          <a:prstGeom prst="rect">
            <a:avLst/>
          </a:prstGeom>
          <a:solidFill>
            <a:srgbClr val="618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7" name="椭圆 6"/>
          <p:cNvSpPr/>
          <p:nvPr/>
        </p:nvSpPr>
        <p:spPr>
          <a:xfrm>
            <a:off x="568642" y="3108958"/>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9" name="直线连接符 8"/>
          <p:cNvCxnSpPr/>
          <p:nvPr/>
        </p:nvCxnSpPr>
        <p:spPr>
          <a:xfrm>
            <a:off x="1005840" y="3243260"/>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11" name="文本占位符 10"/>
          <p:cNvSpPr>
            <a:spLocks noGrp="1"/>
          </p:cNvSpPr>
          <p:nvPr>
            <p:ph type="body" sz="quarter" idx="13" hasCustomPrompt="1"/>
          </p:nvPr>
        </p:nvSpPr>
        <p:spPr>
          <a:xfrm>
            <a:off x="568642" y="2382199"/>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13" name="文本占位符 12"/>
          <p:cNvSpPr>
            <a:spLocks noGrp="1"/>
          </p:cNvSpPr>
          <p:nvPr>
            <p:ph type="body" sz="quarter" idx="14"/>
          </p:nvPr>
        </p:nvSpPr>
        <p:spPr>
          <a:xfrm>
            <a:off x="568642" y="3577591"/>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19" name="椭圆 18"/>
          <p:cNvSpPr/>
          <p:nvPr/>
        </p:nvSpPr>
        <p:spPr>
          <a:xfrm>
            <a:off x="3033236" y="3074665"/>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20" name="直线连接符 19"/>
          <p:cNvCxnSpPr/>
          <p:nvPr/>
        </p:nvCxnSpPr>
        <p:spPr>
          <a:xfrm>
            <a:off x="3470434" y="3208967"/>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21" name="文本占位符 10"/>
          <p:cNvSpPr>
            <a:spLocks noGrp="1"/>
          </p:cNvSpPr>
          <p:nvPr>
            <p:ph type="body" sz="quarter" idx="15" hasCustomPrompt="1"/>
          </p:nvPr>
        </p:nvSpPr>
        <p:spPr>
          <a:xfrm>
            <a:off x="3033236" y="2347905"/>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2" name="文本占位符 12"/>
          <p:cNvSpPr>
            <a:spLocks noGrp="1"/>
          </p:cNvSpPr>
          <p:nvPr>
            <p:ph type="body" sz="quarter" idx="16"/>
          </p:nvPr>
        </p:nvSpPr>
        <p:spPr>
          <a:xfrm>
            <a:off x="3033236" y="3543297"/>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23" name="椭圆 22"/>
          <p:cNvSpPr/>
          <p:nvPr/>
        </p:nvSpPr>
        <p:spPr>
          <a:xfrm>
            <a:off x="5390674" y="3074665"/>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24" name="直线连接符 23"/>
          <p:cNvCxnSpPr/>
          <p:nvPr/>
        </p:nvCxnSpPr>
        <p:spPr>
          <a:xfrm>
            <a:off x="5827872" y="3208967"/>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25" name="文本占位符 10"/>
          <p:cNvSpPr>
            <a:spLocks noGrp="1"/>
          </p:cNvSpPr>
          <p:nvPr>
            <p:ph type="body" sz="quarter" idx="17" hasCustomPrompt="1"/>
          </p:nvPr>
        </p:nvSpPr>
        <p:spPr>
          <a:xfrm>
            <a:off x="5390674" y="2347905"/>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6" name="文本占位符 12"/>
          <p:cNvSpPr>
            <a:spLocks noGrp="1"/>
          </p:cNvSpPr>
          <p:nvPr>
            <p:ph type="body" sz="quarter" idx="18"/>
          </p:nvPr>
        </p:nvSpPr>
        <p:spPr>
          <a:xfrm>
            <a:off x="5390674" y="3543297"/>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27" name="椭圆 26"/>
          <p:cNvSpPr/>
          <p:nvPr/>
        </p:nvSpPr>
        <p:spPr>
          <a:xfrm>
            <a:off x="7925280" y="3021607"/>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28" name="直线连接符 27"/>
          <p:cNvCxnSpPr/>
          <p:nvPr/>
        </p:nvCxnSpPr>
        <p:spPr>
          <a:xfrm>
            <a:off x="8362478" y="3155909"/>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29" name="文本占位符 10"/>
          <p:cNvSpPr>
            <a:spLocks noGrp="1"/>
          </p:cNvSpPr>
          <p:nvPr>
            <p:ph type="body" sz="quarter" idx="19" hasCustomPrompt="1"/>
          </p:nvPr>
        </p:nvSpPr>
        <p:spPr>
          <a:xfrm>
            <a:off x="7925279" y="2294847"/>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30" name="文本占位符 12"/>
          <p:cNvSpPr>
            <a:spLocks noGrp="1"/>
          </p:cNvSpPr>
          <p:nvPr>
            <p:ph type="body" sz="quarter" idx="20"/>
          </p:nvPr>
        </p:nvSpPr>
        <p:spPr>
          <a:xfrm>
            <a:off x="7925279" y="3490239"/>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31" name="椭圆 30"/>
          <p:cNvSpPr/>
          <p:nvPr/>
        </p:nvSpPr>
        <p:spPr>
          <a:xfrm>
            <a:off x="10359870" y="3021607"/>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32" name="直线连接符 31"/>
          <p:cNvCxnSpPr/>
          <p:nvPr/>
        </p:nvCxnSpPr>
        <p:spPr>
          <a:xfrm>
            <a:off x="10797068" y="3155909"/>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33" name="文本占位符 10"/>
          <p:cNvSpPr>
            <a:spLocks noGrp="1"/>
          </p:cNvSpPr>
          <p:nvPr>
            <p:ph type="body" sz="quarter" idx="21" hasCustomPrompt="1"/>
          </p:nvPr>
        </p:nvSpPr>
        <p:spPr>
          <a:xfrm>
            <a:off x="10359869" y="2294847"/>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34" name="文本占位符 12"/>
          <p:cNvSpPr>
            <a:spLocks noGrp="1"/>
          </p:cNvSpPr>
          <p:nvPr>
            <p:ph type="body" sz="quarter" idx="22"/>
          </p:nvPr>
        </p:nvSpPr>
        <p:spPr>
          <a:xfrm>
            <a:off x="10359869" y="3490239"/>
            <a:ext cx="2091690" cy="3188970"/>
          </a:xfrm>
        </p:spPr>
        <p:txBody>
          <a:bodyPr/>
          <a:lstStyle>
            <a:lvl1pPr>
              <a:buNone/>
              <a:defRPr/>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内容页1">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7" name="任意多边形: 形状 16"/>
          <p:cNvSpPr/>
          <p:nvPr userDrawn="1">
            <p:custDataLst>
              <p:tags r:id="rId2"/>
            </p:custDataLst>
          </p:nvPr>
        </p:nvSpPr>
        <p:spPr>
          <a:xfrm>
            <a:off x="0" y="0"/>
            <a:ext cx="14630400" cy="8229601"/>
          </a:xfrm>
          <a:custGeom>
            <a:avLst/>
            <a:gdLst>
              <a:gd name="connsiteX0" fmla="*/ 393867 w 12192000"/>
              <a:gd name="connsiteY0" fmla="*/ 210060 h 6858001"/>
              <a:gd name="connsiteX1" fmla="*/ 209550 w 12192000"/>
              <a:gd name="connsiteY1" fmla="*/ 394377 h 6858001"/>
              <a:gd name="connsiteX2" fmla="*/ 209550 w 12192000"/>
              <a:gd name="connsiteY2" fmla="*/ 6463623 h 6858001"/>
              <a:gd name="connsiteX3" fmla="*/ 393867 w 12192000"/>
              <a:gd name="connsiteY3" fmla="*/ 6647940 h 6858001"/>
              <a:gd name="connsiteX4" fmla="*/ 11798133 w 12192000"/>
              <a:gd name="connsiteY4" fmla="*/ 6647940 h 6858001"/>
              <a:gd name="connsiteX5" fmla="*/ 11982450 w 12192000"/>
              <a:gd name="connsiteY5" fmla="*/ 6463623 h 6858001"/>
              <a:gd name="connsiteX6" fmla="*/ 11982450 w 12192000"/>
              <a:gd name="connsiteY6" fmla="*/ 394377 h 6858001"/>
              <a:gd name="connsiteX7" fmla="*/ 11798133 w 12192000"/>
              <a:gd name="connsiteY7" fmla="*/ 210060 h 6858001"/>
              <a:gd name="connsiteX8" fmla="*/ 0 w 12192000"/>
              <a:gd name="connsiteY8" fmla="*/ 0 h 6858001"/>
              <a:gd name="connsiteX9" fmla="*/ 12192000 w 12192000"/>
              <a:gd name="connsiteY9" fmla="*/ 0 h 6858001"/>
              <a:gd name="connsiteX10" fmla="*/ 12192000 w 12192000"/>
              <a:gd name="connsiteY10" fmla="*/ 6858001 h 6858001"/>
              <a:gd name="connsiteX11" fmla="*/ 0 w 12192000"/>
              <a:gd name="connsiteY11"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1">
                <a:moveTo>
                  <a:pt x="393867" y="210060"/>
                </a:moveTo>
                <a:cubicBezTo>
                  <a:pt x="292072" y="210060"/>
                  <a:pt x="209550" y="292582"/>
                  <a:pt x="209550" y="394377"/>
                </a:cubicBezTo>
                <a:lnTo>
                  <a:pt x="209550" y="6463623"/>
                </a:lnTo>
                <a:cubicBezTo>
                  <a:pt x="209550" y="6565418"/>
                  <a:pt x="292072" y="6647940"/>
                  <a:pt x="393867" y="6647940"/>
                </a:cubicBezTo>
                <a:lnTo>
                  <a:pt x="11798133" y="6647940"/>
                </a:lnTo>
                <a:cubicBezTo>
                  <a:pt x="11899928" y="6647940"/>
                  <a:pt x="11982450" y="6565418"/>
                  <a:pt x="11982450" y="6463623"/>
                </a:cubicBezTo>
                <a:lnTo>
                  <a:pt x="11982450" y="394377"/>
                </a:lnTo>
                <a:cubicBezTo>
                  <a:pt x="11982450" y="292582"/>
                  <a:pt x="11899928" y="210060"/>
                  <a:pt x="11798133" y="210060"/>
                </a:cubicBezTo>
                <a:close/>
                <a:moveTo>
                  <a:pt x="0" y="0"/>
                </a:moveTo>
                <a:lnTo>
                  <a:pt x="12192000" y="0"/>
                </a:lnTo>
                <a:lnTo>
                  <a:pt x="12192000" y="6858001"/>
                </a:lnTo>
                <a:lnTo>
                  <a:pt x="0" y="6858001"/>
                </a:lnTo>
                <a:close/>
              </a:path>
            </a:pathLst>
          </a:custGeom>
          <a:gradFill>
            <a:gsLst>
              <a:gs pos="45000">
                <a:schemeClr val="accent1">
                  <a:alpha val="23000"/>
                </a:schemeClr>
              </a:gs>
              <a:gs pos="100000">
                <a:schemeClr val="accent1">
                  <a:alpha val="4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椭圆 9"/>
          <p:cNvSpPr/>
          <p:nvPr userDrawn="1">
            <p:custDataLst>
              <p:tags r:id="rId3"/>
            </p:custDataLst>
          </p:nvPr>
        </p:nvSpPr>
        <p:spPr>
          <a:xfrm>
            <a:off x="7876438" y="1725941"/>
            <a:ext cx="5549327" cy="5549327"/>
          </a:xfrm>
          <a:prstGeom prst="ellipse">
            <a:avLst/>
          </a:prstGeom>
          <a:gradFill flip="none" rotWithShape="1">
            <a:gsLst>
              <a:gs pos="59000">
                <a:schemeClr val="accent1">
                  <a:lumMod val="20000"/>
                  <a:lumOff val="80000"/>
                  <a:alpha val="0"/>
                </a:schemeClr>
              </a:gs>
              <a:gs pos="100000">
                <a:schemeClr val="accent1">
                  <a:lumMod val="40000"/>
                  <a:lumOff val="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custDataLst>
              <p:tags r:id="rId4"/>
            </p:custDataLst>
          </p:nvPr>
        </p:nvPicPr>
        <p:blipFill rotWithShape="1">
          <a:blip r:embed="rId5">
            <a:extLst>
              <a:ext uri="{28A0092B-C50C-407E-A947-70E740481C1C}">
                <a14:useLocalDpi xmlns:a14="http://schemas.microsoft.com/office/drawing/2010/main" val="0"/>
              </a:ext>
            </a:extLst>
          </a:blip>
          <a:srcRect l="18702" t="27032" r="15989" b="28718"/>
          <a:stretch>
            <a:fillRect/>
          </a:stretch>
        </p:blipFill>
        <p:spPr>
          <a:xfrm flipH="1">
            <a:off x="7627529" y="2341150"/>
            <a:ext cx="6155783" cy="4170656"/>
          </a:xfrm>
          <a:prstGeom prst="rect">
            <a:avLst/>
          </a:prstGeom>
        </p:spPr>
      </p:pic>
      <p:pic>
        <p:nvPicPr>
          <p:cNvPr id="13" name="图片 12"/>
          <p:cNvPicPr>
            <a:picLocks noChangeAspect="1"/>
          </p:cNvPicPr>
          <p:nvPr userDrawn="1">
            <p:custDataLst>
              <p:tags r:id="rId6"/>
            </p:custDataLst>
          </p:nvPr>
        </p:nvPicPr>
        <p:blipFill rotWithShape="1">
          <a:blip r:embed="rId7">
            <a:extLst>
              <a:ext uri="{BEBA8EAE-BF5A-486C-A8C5-ECC9F3942E4B}">
                <a14:imgProps xmlns:a14="http://schemas.microsoft.com/office/drawing/2010/main">
                  <a14:imgLayer r:embed="rId8">
                    <a14:imgEffect>
                      <a14:brightnessContrast bright="1000"/>
                    </a14:imgEffect>
                    <a14:imgEffect>
                      <a14:saturation sat="120000"/>
                    </a14:imgEffect>
                  </a14:imgLayer>
                </a14:imgProps>
              </a:ext>
              <a:ext uri="{28A0092B-C50C-407E-A947-70E740481C1C}">
                <a14:useLocalDpi xmlns:a14="http://schemas.microsoft.com/office/drawing/2010/main" val="0"/>
              </a:ext>
            </a:extLst>
          </a:blip>
          <a:srcRect l="58539" t="12621" r="32312" b="76459"/>
          <a:stretch>
            <a:fillRect/>
          </a:stretch>
        </p:blipFill>
        <p:spPr>
          <a:xfrm flipH="1">
            <a:off x="7544474" y="3576788"/>
            <a:ext cx="825253" cy="716182"/>
          </a:xfrm>
          <a:prstGeom prst="rect">
            <a:avLst/>
          </a:prstGeom>
        </p:spPr>
      </p:pic>
      <p:cxnSp>
        <p:nvCxnSpPr>
          <p:cNvPr id="22" name="直接连接符 21"/>
          <p:cNvCxnSpPr/>
          <p:nvPr userDrawn="1">
            <p:custDataLst>
              <p:tags r:id="rId9"/>
            </p:custDataLst>
          </p:nvPr>
        </p:nvCxnSpPr>
        <p:spPr>
          <a:xfrm>
            <a:off x="2716283" y="7114458"/>
            <a:ext cx="10864463" cy="0"/>
          </a:xfrm>
          <a:prstGeom prst="line">
            <a:avLst/>
          </a:prstGeom>
          <a:ln>
            <a:solidFill>
              <a:schemeClr val="accent1">
                <a:alpha val="28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custDataLst>
              <p:tags r:id="rId10"/>
            </p:custDataLst>
          </p:nvPr>
        </p:nvSpPr>
        <p:spPr>
          <a:xfrm>
            <a:off x="1082087" y="7053294"/>
            <a:ext cx="122328" cy="122328"/>
          </a:xfrm>
          <a:prstGeom prst="ellipse">
            <a:avLst/>
          </a:prstGeom>
          <a:gradFill flip="none" rotWithShape="1">
            <a:gsLst>
              <a:gs pos="23000">
                <a:schemeClr val="accent5"/>
              </a:gs>
              <a:gs pos="88000">
                <a:schemeClr val="accent6"/>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solidFill>
                <a:schemeClr val="bg1"/>
              </a:solidFill>
            </a:endParaRPr>
          </a:p>
        </p:txBody>
      </p:sp>
      <p:sp>
        <p:nvSpPr>
          <p:cNvPr id="24" name="椭圆 23"/>
          <p:cNvSpPr/>
          <p:nvPr userDrawn="1">
            <p:custDataLst>
              <p:tags r:id="rId11"/>
            </p:custDataLst>
          </p:nvPr>
        </p:nvSpPr>
        <p:spPr>
          <a:xfrm>
            <a:off x="1309168" y="7053294"/>
            <a:ext cx="122328" cy="122328"/>
          </a:xfrm>
          <a:prstGeom prst="ellipse">
            <a:avLst/>
          </a:prstGeom>
          <a:gradFill>
            <a:gsLst>
              <a:gs pos="52000">
                <a:schemeClr val="accent1"/>
              </a:gs>
              <a:gs pos="100000">
                <a:schemeClr val="accent2"/>
              </a:gs>
            </a:gsLst>
            <a:lin ang="27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solidFill>
                <a:schemeClr val="bg1"/>
              </a:solidFill>
            </a:endParaRPr>
          </a:p>
        </p:txBody>
      </p:sp>
      <p:sp>
        <p:nvSpPr>
          <p:cNvPr id="25" name="椭圆 24"/>
          <p:cNvSpPr/>
          <p:nvPr userDrawn="1">
            <p:custDataLst>
              <p:tags r:id="rId12"/>
            </p:custDataLst>
          </p:nvPr>
        </p:nvSpPr>
        <p:spPr>
          <a:xfrm>
            <a:off x="1536248" y="7053294"/>
            <a:ext cx="122328" cy="122328"/>
          </a:xfrm>
          <a:prstGeom prst="ellipse">
            <a:avLst/>
          </a:prstGeom>
          <a:gradFill flip="none" rotWithShape="1">
            <a:gsLst>
              <a:gs pos="23000">
                <a:schemeClr val="accent5"/>
              </a:gs>
              <a:gs pos="88000">
                <a:schemeClr val="accent6"/>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solidFill>
                <a:schemeClr val="bg1"/>
              </a:solidFill>
            </a:endParaRPr>
          </a:p>
        </p:txBody>
      </p:sp>
      <p:sp>
        <p:nvSpPr>
          <p:cNvPr id="26" name="椭圆 25"/>
          <p:cNvSpPr/>
          <p:nvPr userDrawn="1">
            <p:custDataLst>
              <p:tags r:id="rId13"/>
            </p:custDataLst>
          </p:nvPr>
        </p:nvSpPr>
        <p:spPr>
          <a:xfrm>
            <a:off x="1763328" y="7053294"/>
            <a:ext cx="122328" cy="122328"/>
          </a:xfrm>
          <a:prstGeom prst="ellipse">
            <a:avLst/>
          </a:prstGeom>
          <a:gradFill>
            <a:gsLst>
              <a:gs pos="52000">
                <a:schemeClr val="accent1"/>
              </a:gs>
              <a:gs pos="100000">
                <a:schemeClr val="accent2"/>
              </a:gs>
            </a:gsLst>
            <a:lin ang="27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solidFill>
                <a:schemeClr val="bg1"/>
              </a:solidFill>
            </a:endParaRPr>
          </a:p>
        </p:txBody>
      </p:sp>
      <p:sp>
        <p:nvSpPr>
          <p:cNvPr id="2" name="标题 1"/>
          <p:cNvSpPr>
            <a:spLocks noGrp="1"/>
          </p:cNvSpPr>
          <p:nvPr>
            <p:ph type="title"/>
            <p:custDataLst>
              <p:tags r:id="rId14"/>
            </p:custDataLst>
          </p:nvPr>
        </p:nvSpPr>
        <p:spPr>
          <a:xfrm>
            <a:off x="1069975" y="2682240"/>
            <a:ext cx="5902325" cy="2515235"/>
          </a:xfrm>
        </p:spPr>
        <p:txBody>
          <a:bodyPr wrap="square" anchor="t" anchorCtr="0">
            <a:normAutofit/>
          </a:bodyPr>
          <a:lstStyle>
            <a:lvl1pPr algn="l">
              <a:defRPr sz="6600">
                <a:solidFill>
                  <a:schemeClr val="tx2"/>
                </a:solidFill>
                <a:latin typeface="黑体" panose="02010600030101010101" pitchFamily="49" charset="-122"/>
                <a:ea typeface="黑体" panose="02010600030101010101" pitchFamily="49" charset="-122"/>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5"/>
            </p:custDataLst>
          </p:nvPr>
        </p:nvSpPr>
        <p:spPr>
          <a:xfrm>
            <a:off x="1066801" y="533209"/>
            <a:ext cx="5902070" cy="1985453"/>
          </a:xfrm>
        </p:spPr>
        <p:txBody>
          <a:bodyPr wrap="none" anchor="b" anchorCtr="0">
            <a:normAutofit/>
          </a:bodyPr>
          <a:lstStyle>
            <a:lvl1pPr marL="0" indent="0" algn="l">
              <a:buNone/>
              <a:defRPr sz="3600" b="1">
                <a:gradFill>
                  <a:gsLst>
                    <a:gs pos="25000">
                      <a:schemeClr val="accent1"/>
                    </a:gs>
                    <a:gs pos="70000">
                      <a:schemeClr val="accent2"/>
                    </a:gs>
                  </a:gsLst>
                  <a:lin ang="2700000" scaled="1"/>
                </a:gradFill>
                <a:latin typeface="黑体" panose="02010600030101010101" pitchFamily="49" charset="-122"/>
                <a:ea typeface="黑体" panose="02010600030101010101" pitchFamily="49" charset="-122"/>
              </a:defRPr>
            </a:lvl1pPr>
          </a:lstStyle>
          <a:p>
            <a:pPr lvl="0"/>
            <a:r>
              <a:rPr lang="zh-CN" altLang="en-US" dirty="0"/>
              <a:t>节编号</a:t>
            </a:r>
            <a:endParaRPr lang="zh-CN" altLang="en-US" dirty="0"/>
          </a:p>
        </p:txBody>
      </p:sp>
      <p:sp>
        <p:nvSpPr>
          <p:cNvPr id="4" name="内容占位符 3"/>
          <p:cNvSpPr>
            <a:spLocks noGrp="1"/>
          </p:cNvSpPr>
          <p:nvPr>
            <p:ph sz="quarter" idx="14"/>
          </p:nvPr>
        </p:nvSpPr>
        <p:spPr>
          <a:xfrm>
            <a:off x="1082675" y="5410200"/>
            <a:ext cx="5919788" cy="1219200"/>
          </a:xfrm>
        </p:spPr>
        <p:txBody>
          <a:bodyPr>
            <a:noAutofit/>
          </a:bodyPr>
          <a:lstStyle>
            <a:lvl1pPr marL="0" indent="0">
              <a:buNone/>
              <a:defRPr sz="2400"/>
            </a:lvl1pPr>
            <a:lvl2pPr marL="398780" indent="0">
              <a:buNone/>
              <a:defRPr sz="2400"/>
            </a:lvl2pPr>
            <a:lvl3pPr marL="764540" indent="0">
              <a:buNone/>
              <a:defRPr sz="2400"/>
            </a:lvl3pPr>
            <a:lvl4pPr marL="1057910" indent="0">
              <a:buNone/>
              <a:defRPr sz="2400"/>
            </a:lvl4pPr>
            <a:lvl5pPr marL="1329690" indent="0">
              <a:buNone/>
              <a:defRPr sz="2400"/>
            </a:lvl5pPr>
          </a:lstStyle>
          <a:p>
            <a:pPr lvl="0"/>
            <a:r>
              <a:rPr kumimoji="1" lang="zh-CN" altLang="en-US"/>
              <a:t>单击此处编辑母版文本样式</a:t>
            </a:r>
            <a:endParaRPr kumimoji="1"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01_导入">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01_导入2">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
        <p:nvSpPr>
          <p:cNvPr id="21" name="标题 20"/>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01导入_3">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20" name="组合 19"/>
          <p:cNvGrpSpPr/>
          <p:nvPr userDrawn="1"/>
        </p:nvGrpSpPr>
        <p:grpSpPr>
          <a:xfrm>
            <a:off x="228600" y="335420"/>
            <a:ext cx="499297" cy="497559"/>
            <a:chOff x="643" y="463"/>
            <a:chExt cx="1369" cy="1357"/>
          </a:xfrm>
        </p:grpSpPr>
        <p:sp>
          <p:nvSpPr>
            <p:cNvPr id="21" name="椭圆 20"/>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2" name="椭圆 21"/>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3" name="椭圆 22"/>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24" name="标题 23"/>
          <p:cNvSpPr>
            <a:spLocks noGrp="1"/>
          </p:cNvSpPr>
          <p:nvPr>
            <p:ph type="title"/>
          </p:nvPr>
        </p:nvSpPr>
        <p:spPr>
          <a:xfrm>
            <a:off x="840105" y="260350"/>
            <a:ext cx="6466205" cy="647700"/>
          </a:xfrm>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01导入_3">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20" name="组合 19"/>
          <p:cNvGrpSpPr/>
          <p:nvPr userDrawn="1"/>
        </p:nvGrpSpPr>
        <p:grpSpPr>
          <a:xfrm>
            <a:off x="228600" y="335420"/>
            <a:ext cx="499297" cy="497559"/>
            <a:chOff x="643" y="463"/>
            <a:chExt cx="1369" cy="1357"/>
          </a:xfrm>
        </p:grpSpPr>
        <p:sp>
          <p:nvSpPr>
            <p:cNvPr id="21" name="椭圆 20"/>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2" name="椭圆 21"/>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3" name="椭圆 22"/>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24" name="标题 23"/>
          <p:cNvSpPr>
            <a:spLocks noGrp="1"/>
          </p:cNvSpPr>
          <p:nvPr>
            <p:ph type="title"/>
          </p:nvPr>
        </p:nvSpPr>
        <p:spPr>
          <a:xfrm>
            <a:off x="840105" y="260350"/>
            <a:ext cx="6466205" cy="647700"/>
          </a:xfrm>
          <a:solidFill>
            <a:srgbClr val="618CAC"/>
          </a:solidFill>
        </p:spPr>
        <p:txBody>
          <a:bodyPr/>
          <a:lstStyle>
            <a:lvl1pPr>
              <a:defRPr>
                <a:solidFill>
                  <a:schemeClr val="bg1"/>
                </a:solidFill>
              </a:defRPr>
            </a:lvl1pPr>
          </a:lstStyle>
          <a:p>
            <a:r>
              <a:rPr kumimoji="1" lang="zh-CN" altLang="en-US"/>
              <a:t>单击此处编辑母版标题样式</a:t>
            </a:r>
            <a:endParaRPr kumimoji="1"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01导入_4">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5989" y="352807"/>
            <a:ext cx="6874584" cy="332246"/>
            <a:chOff x="839788" y="1645971"/>
            <a:chExt cx="6874584" cy="332246"/>
          </a:xfrm>
        </p:grpSpPr>
        <p:grpSp>
          <p:nvGrpSpPr>
            <p:cNvPr id="7" name="组合 6"/>
            <p:cNvGrpSpPr/>
            <p:nvPr/>
          </p:nvGrpSpPr>
          <p:grpSpPr>
            <a:xfrm>
              <a:off x="839788" y="1658154"/>
              <a:ext cx="6874584" cy="307777"/>
              <a:chOff x="839788" y="1658154"/>
              <a:chExt cx="6874584" cy="307777"/>
            </a:xfrm>
          </p:grpSpPr>
          <p:sp>
            <p:nvSpPr>
              <p:cNvPr id="13" name="矩形 12"/>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39788" y="1645971"/>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
        <p:nvSpPr>
          <p:cNvPr id="25" name="内容占位符 24"/>
          <p:cNvSpPr>
            <a:spLocks noGrp="1"/>
          </p:cNvSpPr>
          <p:nvPr>
            <p:ph sz="quarter" idx="13"/>
          </p:nvPr>
        </p:nvSpPr>
        <p:spPr>
          <a:xfrm>
            <a:off x="839788" y="1196975"/>
            <a:ext cx="13138150" cy="63261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26" name="标题 25"/>
          <p:cNvSpPr>
            <a:spLocks noGrp="1"/>
          </p:cNvSpPr>
          <p:nvPr>
            <p:ph type="title"/>
          </p:nvPr>
        </p:nvSpPr>
        <p:spPr>
          <a:xfrm>
            <a:off x="840105" y="260350"/>
            <a:ext cx="6743700" cy="647700"/>
          </a:xfrm>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02新知探究_1">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0342" y="352807"/>
            <a:ext cx="6874584" cy="332246"/>
            <a:chOff x="894496" y="3104000"/>
            <a:chExt cx="6874584" cy="332246"/>
          </a:xfrm>
        </p:grpSpPr>
        <p:grpSp>
          <p:nvGrpSpPr>
            <p:cNvPr id="7" name="组合 6"/>
            <p:cNvGrpSpPr/>
            <p:nvPr/>
          </p:nvGrpSpPr>
          <p:grpSpPr>
            <a:xfrm>
              <a:off x="894496" y="3104000"/>
              <a:ext cx="6874584" cy="307777"/>
              <a:chOff x="839788" y="1658154"/>
              <a:chExt cx="6874584" cy="307777"/>
            </a:xfrm>
          </p:grpSpPr>
          <p:sp>
            <p:nvSpPr>
              <p:cNvPr id="13" name="矩形 12"/>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94496" y="3104000"/>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绘图基础</a:t>
                </a:r>
                <a:endParaRPr kumimoji="1" lang="zh-CN" altLang="en-US" sz="1400">
                  <a:solidFill>
                    <a:schemeClr val="bg1"/>
                  </a:solidFill>
                </a:endParaRPr>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sp>
        <p:nvSpPr>
          <p:cNvPr id="21" name="内容占位符 20"/>
          <p:cNvSpPr>
            <a:spLocks noGrp="1"/>
          </p:cNvSpPr>
          <p:nvPr>
            <p:ph sz="quarter" idx="13"/>
          </p:nvPr>
        </p:nvSpPr>
        <p:spPr>
          <a:xfrm>
            <a:off x="839788" y="1196975"/>
            <a:ext cx="12784137" cy="62944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grpSp>
        <p:nvGrpSpPr>
          <p:cNvPr id="20" name="组合 19"/>
          <p:cNvGrpSpPr/>
          <p:nvPr userDrawn="1"/>
        </p:nvGrpSpPr>
        <p:grpSpPr>
          <a:xfrm>
            <a:off x="228600" y="335420"/>
            <a:ext cx="499297" cy="497559"/>
            <a:chOff x="643" y="463"/>
            <a:chExt cx="1369" cy="1357"/>
          </a:xfrm>
        </p:grpSpPr>
        <p:sp>
          <p:nvSpPr>
            <p:cNvPr id="26" name="椭圆 2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7" name="椭圆 2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8" name="椭圆 2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02新知探究_2">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6" name="组合 5"/>
          <p:cNvGrpSpPr/>
          <p:nvPr userDrawn="1"/>
        </p:nvGrpSpPr>
        <p:grpSpPr>
          <a:xfrm>
            <a:off x="7610342" y="352807"/>
            <a:ext cx="6874584" cy="332246"/>
            <a:chOff x="894496" y="3104000"/>
            <a:chExt cx="6874584" cy="332246"/>
          </a:xfrm>
        </p:grpSpPr>
        <p:grpSp>
          <p:nvGrpSpPr>
            <p:cNvPr id="7" name="组合 6"/>
            <p:cNvGrpSpPr/>
            <p:nvPr/>
          </p:nvGrpSpPr>
          <p:grpSpPr>
            <a:xfrm>
              <a:off x="894496" y="3104000"/>
              <a:ext cx="6874584" cy="307777"/>
              <a:chOff x="839788" y="1658154"/>
              <a:chExt cx="6874584" cy="307777"/>
            </a:xfrm>
          </p:grpSpPr>
          <p:sp>
            <p:nvSpPr>
              <p:cNvPr id="13" name="矩形 12"/>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632116"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直线连接符 1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94496" y="3104000"/>
              <a:ext cx="6874584" cy="332246"/>
              <a:chOff x="839788" y="2013295"/>
              <a:chExt cx="6874584" cy="332246"/>
            </a:xfrm>
          </p:grpSpPr>
          <p:sp>
            <p:nvSpPr>
              <p:cNvPr id="9" name="文本框 8"/>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10" name="文本框 9"/>
              <p:cNvSpPr txBox="1"/>
              <p:nvPr/>
            </p:nvSpPr>
            <p:spPr>
              <a:xfrm>
                <a:off x="2631521" y="2013295"/>
                <a:ext cx="1498494" cy="332246"/>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绘图基础</a:t>
                </a:r>
                <a:endParaRPr kumimoji="1" lang="zh-CN" altLang="en-US" sz="1400">
                  <a:solidFill>
                    <a:schemeClr val="bg1"/>
                  </a:solidFill>
                </a:endParaRPr>
              </a:p>
            </p:txBody>
          </p:sp>
          <p:sp>
            <p:nvSpPr>
              <p:cNvPr id="11" name="文本框 10"/>
              <p:cNvSpPr txBox="1"/>
              <p:nvPr/>
            </p:nvSpPr>
            <p:spPr>
              <a:xfrm>
                <a:off x="4424148" y="2037764"/>
                <a:ext cx="1498490" cy="307777"/>
              </a:xfrm>
              <a:prstGeom prst="rect">
                <a:avLst/>
              </a:prstGeom>
              <a:noFill/>
            </p:spPr>
            <p:txBody>
              <a:bodyPr wrap="square" rtlCol="0">
                <a:noAutofit/>
              </a:bodyPr>
              <a:lstStyle/>
              <a:p>
                <a:pPr algn="ctr"/>
                <a:r>
                  <a:rPr kumimoji="1" lang="en-US" altLang="zh-CN" sz="1400">
                    <a:sym typeface="+mn-ea"/>
                  </a:rPr>
                  <a:t>ggplot2</a:t>
                </a:r>
                <a:r>
                  <a:rPr kumimoji="1" lang="zh-CN" altLang="en-US" sz="1400">
                    <a:sym typeface="+mn-ea"/>
                  </a:rPr>
                  <a:t>实战演练</a:t>
                </a:r>
                <a:endParaRPr kumimoji="1" lang="zh-CN" altLang="en-US" sz="1400"/>
              </a:p>
            </p:txBody>
          </p:sp>
          <p:sp>
            <p:nvSpPr>
              <p:cNvPr id="12" name="文本框 1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20" name="组合 19"/>
          <p:cNvGrpSpPr/>
          <p:nvPr userDrawn="1"/>
        </p:nvGrpSpPr>
        <p:grpSpPr>
          <a:xfrm>
            <a:off x="228600" y="335420"/>
            <a:ext cx="499297" cy="497559"/>
            <a:chOff x="643" y="463"/>
            <a:chExt cx="1369" cy="1357"/>
          </a:xfrm>
        </p:grpSpPr>
        <p:sp>
          <p:nvSpPr>
            <p:cNvPr id="26" name="椭圆 2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27" name="椭圆 2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28" name="椭圆 2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03应用实践_1">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
        <p:nvSpPr>
          <p:cNvPr id="21" name="内容占位符 20"/>
          <p:cNvSpPr>
            <a:spLocks noGrp="1"/>
          </p:cNvSpPr>
          <p:nvPr>
            <p:ph sz="quarter" idx="13"/>
          </p:nvPr>
        </p:nvSpPr>
        <p:spPr>
          <a:xfrm>
            <a:off x="839788" y="1196975"/>
            <a:ext cx="12784137" cy="62944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grpSp>
        <p:nvGrpSpPr>
          <p:cNvPr id="20" name="组合 19"/>
          <p:cNvGrpSpPr/>
          <p:nvPr userDrawn="1"/>
        </p:nvGrpSpPr>
        <p:grpSpPr>
          <a:xfrm>
            <a:off x="7603917" y="315640"/>
            <a:ext cx="6875890" cy="332246"/>
            <a:chOff x="903440" y="4383723"/>
            <a:chExt cx="6875890" cy="332246"/>
          </a:xfrm>
        </p:grpSpPr>
        <p:grpSp>
          <p:nvGrpSpPr>
            <p:cNvPr id="26" name="组合 25"/>
            <p:cNvGrpSpPr/>
            <p:nvPr/>
          </p:nvGrpSpPr>
          <p:grpSpPr>
            <a:xfrm>
              <a:off x="903440" y="4404614"/>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04746" y="4383723"/>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solidFill>
                      <a:schemeClr val="bg1"/>
                    </a:solidFill>
                    <a:sym typeface="+mn-ea"/>
                  </a:rPr>
                  <a:t>ggplot2</a:t>
                </a:r>
                <a:r>
                  <a:rPr kumimoji="1" lang="zh-CN" altLang="en-US" sz="1400">
                    <a:solidFill>
                      <a:schemeClr val="bg1"/>
                    </a:solidFill>
                    <a:sym typeface="+mn-ea"/>
                  </a:rPr>
                  <a:t>实战演练</a:t>
                </a:r>
                <a:endParaRPr kumimoji="1" lang="zh-CN" altLang="en-US" sz="1400">
                  <a:solidFill>
                    <a:schemeClr val="bg1"/>
                  </a:solidFill>
                  <a:sym typeface="+mn-ea"/>
                </a:endParaRPr>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03应用实践_2">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20" name="组合 19"/>
          <p:cNvGrpSpPr/>
          <p:nvPr userDrawn="1"/>
        </p:nvGrpSpPr>
        <p:grpSpPr>
          <a:xfrm>
            <a:off x="7603917" y="315640"/>
            <a:ext cx="6875890" cy="332246"/>
            <a:chOff x="903440" y="4383723"/>
            <a:chExt cx="6875890" cy="332246"/>
          </a:xfrm>
        </p:grpSpPr>
        <p:grpSp>
          <p:nvGrpSpPr>
            <p:cNvPr id="26" name="组合 25"/>
            <p:cNvGrpSpPr/>
            <p:nvPr/>
          </p:nvGrpSpPr>
          <p:grpSpPr>
            <a:xfrm>
              <a:off x="903440" y="4404614"/>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04746" y="4383723"/>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solidFill>
                      <a:schemeClr val="bg1"/>
                    </a:solidFill>
                    <a:sym typeface="+mn-ea"/>
                  </a:rPr>
                  <a:t>ggplot2</a:t>
                </a:r>
                <a:r>
                  <a:rPr kumimoji="1" lang="zh-CN" altLang="en-US" sz="1400">
                    <a:solidFill>
                      <a:schemeClr val="bg1"/>
                    </a:solidFill>
                    <a:sym typeface="+mn-ea"/>
                  </a:rPr>
                  <a:t>实战演练</a:t>
                </a:r>
                <a:endParaRPr kumimoji="1" lang="zh-CN" altLang="en-US" sz="1400">
                  <a:solidFill>
                    <a:schemeClr val="bg1"/>
                  </a:solidFill>
                </a:endParaRPr>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04总结反思_1">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sp>
        <p:nvSpPr>
          <p:cNvPr id="21" name="内容占位符 20"/>
          <p:cNvSpPr>
            <a:spLocks noGrp="1"/>
          </p:cNvSpPr>
          <p:nvPr>
            <p:ph sz="quarter" idx="13"/>
          </p:nvPr>
        </p:nvSpPr>
        <p:spPr>
          <a:xfrm>
            <a:off x="839788" y="1196975"/>
            <a:ext cx="12784137" cy="62944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grpSp>
        <p:nvGrpSpPr>
          <p:cNvPr id="20" name="组合 19"/>
          <p:cNvGrpSpPr/>
          <p:nvPr userDrawn="1"/>
        </p:nvGrpSpPr>
        <p:grpSpPr>
          <a:xfrm>
            <a:off x="7616415" y="345123"/>
            <a:ext cx="6874584" cy="332246"/>
            <a:chOff x="981593" y="6265781"/>
            <a:chExt cx="6874584" cy="332246"/>
          </a:xfrm>
        </p:grpSpPr>
        <p:grpSp>
          <p:nvGrpSpPr>
            <p:cNvPr id="26" name="组合 25"/>
            <p:cNvGrpSpPr/>
            <p:nvPr/>
          </p:nvGrpSpPr>
          <p:grpSpPr>
            <a:xfrm>
              <a:off x="981593" y="6288121"/>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81593" y="6265781"/>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实战演练</a:t>
                </a:r>
                <a:endParaRPr kumimoji="1" lang="zh-CN" altLang="en-US" sz="1400"/>
              </a:p>
              <a:p>
                <a:pPr algn="ctr"/>
                <a:endParaRPr kumimoji="1" lang="zh-CN" altLang="en-US" sz="1400"/>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solidFill>
                      <a:schemeClr val="bg1"/>
                    </a:solidFill>
                  </a:rPr>
                  <a:t>总结与反思</a:t>
                </a:r>
                <a:endParaRPr kumimoji="1" lang="zh-CN" altLang="en-US" sz="1400">
                  <a:solidFill>
                    <a:schemeClr val="bg1"/>
                  </a:solidFill>
                </a:endParaRPr>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04总结反思_2">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en-US" altLang="zh-CN"/>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lang="en-US" altLang="zh-CN"/>
            </a:fld>
            <a:endParaRPr kumimoji="1" lang="zh-CN" altLang="en-US"/>
          </a:p>
        </p:txBody>
      </p:sp>
      <p:grpSp>
        <p:nvGrpSpPr>
          <p:cNvPr id="20" name="组合 19"/>
          <p:cNvGrpSpPr/>
          <p:nvPr userDrawn="1"/>
        </p:nvGrpSpPr>
        <p:grpSpPr>
          <a:xfrm>
            <a:off x="7616415" y="345123"/>
            <a:ext cx="6874584" cy="332246"/>
            <a:chOff x="981593" y="6265781"/>
            <a:chExt cx="6874584" cy="332246"/>
          </a:xfrm>
        </p:grpSpPr>
        <p:grpSp>
          <p:nvGrpSpPr>
            <p:cNvPr id="26" name="组合 25"/>
            <p:cNvGrpSpPr/>
            <p:nvPr/>
          </p:nvGrpSpPr>
          <p:grpSpPr>
            <a:xfrm>
              <a:off x="981593" y="6288121"/>
              <a:ext cx="6874584" cy="307777"/>
              <a:chOff x="839788" y="1658154"/>
              <a:chExt cx="6874584" cy="307777"/>
            </a:xfrm>
          </p:grpSpPr>
          <p:sp>
            <p:nvSpPr>
              <p:cNvPr id="32" name="矩形 3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6216772"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7" name="直线连接符 3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81593" y="6265781"/>
              <a:ext cx="6874584" cy="332246"/>
              <a:chOff x="839788" y="2013295"/>
              <a:chExt cx="6874584" cy="332246"/>
            </a:xfrm>
          </p:grpSpPr>
          <p:sp>
            <p:nvSpPr>
              <p:cNvPr id="28" name="文本框 2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29" name="文本框 2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30" name="文本框 29"/>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实战演练</a:t>
                </a:r>
                <a:endParaRPr kumimoji="1" lang="zh-CN" altLang="en-US" sz="1400"/>
              </a:p>
              <a:p>
                <a:pPr algn="ctr"/>
                <a:endParaRPr kumimoji="1" lang="zh-CN" altLang="en-US" sz="1400"/>
              </a:p>
            </p:txBody>
          </p:sp>
          <p:sp>
            <p:nvSpPr>
              <p:cNvPr id="31" name="文本框 30"/>
              <p:cNvSpPr txBox="1"/>
              <p:nvPr/>
            </p:nvSpPr>
            <p:spPr>
              <a:xfrm>
                <a:off x="6216772" y="2037764"/>
                <a:ext cx="1497600" cy="307777"/>
              </a:xfrm>
              <a:prstGeom prst="rect">
                <a:avLst/>
              </a:prstGeom>
              <a:noFill/>
            </p:spPr>
            <p:txBody>
              <a:bodyPr wrap="square" rtlCol="0">
                <a:noAutofit/>
              </a:bodyPr>
              <a:lstStyle/>
              <a:p>
                <a:pPr algn="ctr"/>
                <a:r>
                  <a:rPr kumimoji="1" lang="zh-CN" altLang="en-US" sz="1400">
                    <a:solidFill>
                      <a:schemeClr val="bg1"/>
                    </a:solidFill>
                  </a:rPr>
                  <a:t>总结与反思</a:t>
                </a:r>
                <a:endParaRPr kumimoji="1" lang="zh-CN" altLang="en-US" sz="1400">
                  <a:solidFill>
                    <a:schemeClr val="bg1"/>
                  </a:solidFill>
                </a:endParaRPr>
              </a:p>
            </p:txBody>
          </p:sp>
        </p:grpSp>
      </p:grpSp>
      <p:grpSp>
        <p:nvGrpSpPr>
          <p:cNvPr id="6" name="组合 5"/>
          <p:cNvGrpSpPr/>
          <p:nvPr userDrawn="1"/>
        </p:nvGrpSpPr>
        <p:grpSpPr>
          <a:xfrm>
            <a:off x="228600" y="335420"/>
            <a:ext cx="499297" cy="497559"/>
            <a:chOff x="643" y="463"/>
            <a:chExt cx="1369" cy="1357"/>
          </a:xfrm>
        </p:grpSpPr>
        <p:sp>
          <p:nvSpPr>
            <p:cNvPr id="7" name="椭圆 6"/>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9" name="椭圆 8"/>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2_仅标题">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11" name="矩形 10"/>
          <p:cNvSpPr/>
          <p:nvPr/>
        </p:nvSpPr>
        <p:spPr>
          <a:xfrm>
            <a:off x="0" y="1"/>
            <a:ext cx="14630400" cy="5351651"/>
          </a:xfrm>
          <a:prstGeom prst="rect">
            <a:avLst/>
          </a:prstGeom>
          <a:gradFill flip="none" rotWithShape="1">
            <a:gsLst>
              <a:gs pos="32000">
                <a:srgbClr val="C5DAEA">
                  <a:alpha val="22353"/>
                </a:srgbClr>
              </a:gs>
              <a:gs pos="100000">
                <a:srgbClr val="90B3C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标题 1"/>
          <p:cNvSpPr>
            <a:spLocks noGrp="1"/>
          </p:cNvSpPr>
          <p:nvPr>
            <p:ph type="title"/>
          </p:nvPr>
        </p:nvSpPr>
        <p:spPr>
          <a:xfrm>
            <a:off x="6151379" y="2236795"/>
            <a:ext cx="8457893" cy="3107900"/>
          </a:xfrm>
          <a:noFill/>
        </p:spPr>
        <p:txBody>
          <a:bodyPr>
            <a:normAutofit/>
          </a:bodyPr>
          <a:lstStyle>
            <a:lvl1pPr algn="ctr">
              <a:lnSpc>
                <a:spcPct val="120000"/>
              </a:lnSpc>
              <a:defRPr sz="6480" b="0">
                <a:solidFill>
                  <a:srgbClr val="27587E"/>
                </a:solidFill>
                <a:effectLst/>
              </a:defRPr>
            </a:lvl1pPr>
          </a:lstStyle>
          <a:p>
            <a:r>
              <a:rPr lang="zh-CN" altLang="en-US"/>
              <a:t>单击此处编辑母版标题样式</a:t>
            </a:r>
            <a:endParaRPr lang="zh-CN" altLang="en-US" dirty="0"/>
          </a:p>
        </p:txBody>
      </p:sp>
      <p:pic>
        <p:nvPicPr>
          <p:cNvPr id="6" name="图片 5"/>
          <p:cNvPicPr>
            <a:picLocks noChangeAspect="1"/>
          </p:cNvPicPr>
          <p:nvPr/>
        </p:nvPicPr>
        <p:blipFill>
          <a:blip r:embed="rId2"/>
          <a:stretch>
            <a:fillRect/>
          </a:stretch>
        </p:blipFill>
        <p:spPr>
          <a:xfrm>
            <a:off x="768045" y="1114921"/>
            <a:ext cx="5362206" cy="5351651"/>
          </a:xfrm>
          <a:prstGeom prst="rect">
            <a:avLst/>
          </a:prstGeom>
        </p:spPr>
      </p:pic>
      <p:sp>
        <p:nvSpPr>
          <p:cNvPr id="9" name="文本占位符 8"/>
          <p:cNvSpPr>
            <a:spLocks noGrp="1"/>
          </p:cNvSpPr>
          <p:nvPr>
            <p:ph type="body" sz="quarter" idx="13"/>
          </p:nvPr>
        </p:nvSpPr>
        <p:spPr>
          <a:xfrm>
            <a:off x="7315200" y="5629155"/>
            <a:ext cx="6321976" cy="1126475"/>
          </a:xfrm>
        </p:spPr>
        <p:txBody>
          <a:bodyPr>
            <a:normAutofit/>
          </a:bodyPr>
          <a:lstStyle>
            <a:lvl1pPr algn="ctr">
              <a:buNone/>
              <a:defRPr sz="3840">
                <a:solidFill>
                  <a:srgbClr val="27587E"/>
                </a:solidFill>
              </a:defRPr>
            </a:lvl1pPr>
          </a:lstStyle>
          <a:p>
            <a:pPr lvl="0"/>
            <a:r>
              <a:rPr kumimoji="1" lang="zh-CN" altLang="en-US"/>
              <a:t>单击此处编辑母版文本样式</a:t>
            </a:r>
            <a:endParaRPr kumimoji="1" lang="zh-CN" altLang="en-US"/>
          </a:p>
        </p:txBody>
      </p:sp>
      <p:sp>
        <p:nvSpPr>
          <p:cNvPr id="7" name="文本占位符 8"/>
          <p:cNvSpPr>
            <a:spLocks noGrp="1"/>
          </p:cNvSpPr>
          <p:nvPr>
            <p:ph type="body" sz="quarter" idx="14"/>
          </p:nvPr>
        </p:nvSpPr>
        <p:spPr>
          <a:xfrm>
            <a:off x="7302585" y="1582125"/>
            <a:ext cx="6321976" cy="647713"/>
          </a:xfrm>
        </p:spPr>
        <p:txBody>
          <a:bodyPr>
            <a:normAutofit/>
          </a:bodyPr>
          <a:lstStyle>
            <a:lvl1pPr algn="ctr">
              <a:buNone/>
              <a:defRPr sz="2880" b="1">
                <a:solidFill>
                  <a:srgbClr val="27587E"/>
                </a:solidFill>
              </a:defRPr>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2_自定义版式">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14813" y="0"/>
            <a:ext cx="4846320" cy="8229600"/>
          </a:xfrm>
          <a:prstGeom prst="rect">
            <a:avLst/>
          </a:prstGeom>
          <a:solidFill>
            <a:srgbClr val="90B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6" name="文本框 5"/>
          <p:cNvSpPr txBox="1"/>
          <p:nvPr/>
        </p:nvSpPr>
        <p:spPr>
          <a:xfrm>
            <a:off x="5689809" y="2089259"/>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01</a:t>
            </a:r>
            <a:endParaRPr lang="en-US" altLang="zh-CN" sz="5280" dirty="0">
              <a:solidFill>
                <a:srgbClr val="595959"/>
              </a:solidFill>
              <a:latin typeface="Marshmallow" panose="00020600040101010101" charset="0"/>
              <a:cs typeface="Marshmallow" panose="00020600040101010101" charset="0"/>
            </a:endParaRPr>
          </a:p>
        </p:txBody>
      </p:sp>
      <p:sp>
        <p:nvSpPr>
          <p:cNvPr id="25" name="文本框 24"/>
          <p:cNvSpPr txBox="1"/>
          <p:nvPr/>
        </p:nvSpPr>
        <p:spPr>
          <a:xfrm>
            <a:off x="5648661" y="3220234"/>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02</a:t>
            </a:r>
            <a:endParaRPr lang="en-US" altLang="zh-CN" sz="5280" dirty="0">
              <a:solidFill>
                <a:srgbClr val="595959"/>
              </a:solidFill>
              <a:latin typeface="Marshmallow" panose="00020600040101010101" charset="0"/>
              <a:cs typeface="Marshmallow" panose="00020600040101010101" charset="0"/>
            </a:endParaRPr>
          </a:p>
        </p:txBody>
      </p:sp>
      <p:sp>
        <p:nvSpPr>
          <p:cNvPr id="32" name="文本框 31"/>
          <p:cNvSpPr txBox="1"/>
          <p:nvPr/>
        </p:nvSpPr>
        <p:spPr>
          <a:xfrm>
            <a:off x="5648661" y="4330635"/>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03</a:t>
            </a:r>
            <a:endParaRPr lang="en-US" altLang="zh-CN" sz="5280" dirty="0">
              <a:solidFill>
                <a:srgbClr val="595959"/>
              </a:solidFill>
              <a:latin typeface="Marshmallow" panose="00020600040101010101" charset="0"/>
              <a:cs typeface="Marshmallow" panose="00020600040101010101" charset="0"/>
            </a:endParaRPr>
          </a:p>
        </p:txBody>
      </p:sp>
      <p:sp>
        <p:nvSpPr>
          <p:cNvPr id="45" name="文本框 44"/>
          <p:cNvSpPr txBox="1"/>
          <p:nvPr/>
        </p:nvSpPr>
        <p:spPr>
          <a:xfrm>
            <a:off x="5648661" y="5431892"/>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04</a:t>
            </a:r>
            <a:endParaRPr lang="en-US" altLang="zh-CN" sz="5280" dirty="0">
              <a:solidFill>
                <a:srgbClr val="595959"/>
              </a:solidFill>
              <a:latin typeface="Marshmallow" panose="00020600040101010101" charset="0"/>
              <a:cs typeface="Marshmallow" panose="00020600040101010101" charset="0"/>
            </a:endParaRPr>
          </a:p>
        </p:txBody>
      </p:sp>
      <p:sp>
        <p:nvSpPr>
          <p:cNvPr id="7" name="文本占位符 6"/>
          <p:cNvSpPr>
            <a:spLocks noGrp="1"/>
          </p:cNvSpPr>
          <p:nvPr>
            <p:ph type="body" idx="1"/>
          </p:nvPr>
        </p:nvSpPr>
        <p:spPr>
          <a:xfrm>
            <a:off x="6907204" y="1846650"/>
            <a:ext cx="6189344"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8" name="文本占位符 7"/>
          <p:cNvSpPr>
            <a:spLocks noGrp="1"/>
          </p:cNvSpPr>
          <p:nvPr>
            <p:ph type="body" idx="13"/>
          </p:nvPr>
        </p:nvSpPr>
        <p:spPr>
          <a:xfrm>
            <a:off x="6907204" y="3029655"/>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9" name="文本占位符 8"/>
          <p:cNvSpPr>
            <a:spLocks noGrp="1"/>
          </p:cNvSpPr>
          <p:nvPr>
            <p:ph type="body" idx="14"/>
          </p:nvPr>
        </p:nvSpPr>
        <p:spPr>
          <a:xfrm>
            <a:off x="6907204" y="4212279"/>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10" name="文本占位符 9"/>
          <p:cNvSpPr>
            <a:spLocks noGrp="1"/>
          </p:cNvSpPr>
          <p:nvPr>
            <p:ph type="body" idx="15"/>
          </p:nvPr>
        </p:nvSpPr>
        <p:spPr>
          <a:xfrm>
            <a:off x="6907204" y="5394903"/>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pic>
        <p:nvPicPr>
          <p:cNvPr id="13" name="图片 12"/>
          <p:cNvPicPr>
            <a:picLocks noChangeAspect="1"/>
          </p:cNvPicPr>
          <p:nvPr/>
        </p:nvPicPr>
        <p:blipFill>
          <a:blip r:embed="rId2"/>
          <a:stretch>
            <a:fillRect/>
          </a:stretch>
        </p:blipFill>
        <p:spPr>
          <a:xfrm>
            <a:off x="850379" y="2903105"/>
            <a:ext cx="2788582" cy="2788582"/>
          </a:xfrm>
          <a:prstGeom prst="rect">
            <a:avLst/>
          </a:prstGeom>
        </p:spPr>
      </p:pic>
      <p:sp>
        <p:nvSpPr>
          <p:cNvPr id="12" name="TextBox 7"/>
          <p:cNvSpPr txBox="1"/>
          <p:nvPr/>
        </p:nvSpPr>
        <p:spPr>
          <a:xfrm>
            <a:off x="1005840" y="1089660"/>
            <a:ext cx="2973084" cy="186512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5760" b="1">
                <a:solidFill>
                  <a:schemeClr val="bg1"/>
                </a:solidFill>
              </a:rPr>
              <a:t>Contents</a:t>
            </a:r>
            <a:endParaRPr lang="en-US" sz="5760" b="1">
              <a:solidFill>
                <a:schemeClr val="bg1"/>
              </a:solidFill>
            </a:endParaRPr>
          </a:p>
        </p:txBody>
      </p:sp>
    </p:spTree>
  </p:cSld>
  <p:clrMapOvr>
    <a:masterClrMapping/>
  </p:clrMapOvr>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5_自定义版式">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14813" y="0"/>
            <a:ext cx="4846320" cy="8229600"/>
          </a:xfrm>
          <a:prstGeom prst="rect">
            <a:avLst/>
          </a:prstGeom>
          <a:solidFill>
            <a:srgbClr val="90B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pic>
        <p:nvPicPr>
          <p:cNvPr id="13" name="图片 12"/>
          <p:cNvPicPr>
            <a:picLocks noChangeAspect="1"/>
          </p:cNvPicPr>
          <p:nvPr/>
        </p:nvPicPr>
        <p:blipFill>
          <a:blip r:embed="rId2"/>
          <a:stretch>
            <a:fillRect/>
          </a:stretch>
        </p:blipFill>
        <p:spPr>
          <a:xfrm>
            <a:off x="850379" y="2903105"/>
            <a:ext cx="2788582" cy="2788582"/>
          </a:xfrm>
          <a:prstGeom prst="rect">
            <a:avLst/>
          </a:prstGeom>
        </p:spPr>
      </p:pic>
      <p:sp>
        <p:nvSpPr>
          <p:cNvPr id="7" name="Text Placeholder 6"/>
          <p:cNvSpPr>
            <a:spLocks noGrp="1"/>
          </p:cNvSpPr>
          <p:nvPr>
            <p:ph type="body" sz="quarter" idx="13"/>
          </p:nvPr>
        </p:nvSpPr>
        <p:spPr>
          <a:xfrm>
            <a:off x="5741671" y="1089660"/>
            <a:ext cx="7247063" cy="630936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8" name="TextBox 7"/>
          <p:cNvSpPr txBox="1"/>
          <p:nvPr/>
        </p:nvSpPr>
        <p:spPr>
          <a:xfrm>
            <a:off x="1007746" y="1089660"/>
            <a:ext cx="2973084" cy="1865126"/>
          </a:xfrm>
          <a:prstGeom prst="rect">
            <a:avLst/>
          </a:prstGeom>
          <a:noFill/>
        </p:spPr>
        <p:txBody>
          <a:bodyPr wrap="square" rtlCol="0">
            <a:spAutoFit/>
          </a:bodyPr>
          <a:lstStyle/>
          <a:p>
            <a:r>
              <a:rPr lang="en-US" sz="5760" b="1">
                <a:solidFill>
                  <a:schemeClr val="bg1"/>
                </a:solidFill>
              </a:rPr>
              <a:t>Contents</a:t>
            </a:r>
            <a:endParaRPr lang="en-US" sz="5760" b="1">
              <a:solidFill>
                <a:schemeClr val="bg1"/>
              </a:solidFill>
            </a:endParaRPr>
          </a:p>
        </p:txBody>
      </p:sp>
    </p:spTree>
  </p:cSld>
  <p:clrMapOvr>
    <a:masterClrMapping/>
  </p:clrMapOvr>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3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10" name="文本占位符 2"/>
          <p:cNvSpPr>
            <a:spLocks noGrp="1"/>
          </p:cNvSpPr>
          <p:nvPr>
            <p:ph idx="1"/>
          </p:nvPr>
        </p:nvSpPr>
        <p:spPr>
          <a:xfrm>
            <a:off x="1005840" y="1436371"/>
            <a:ext cx="12618720" cy="596265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dirty="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grpSp>
        <p:nvGrpSpPr>
          <p:cNvPr id="4" name="组合 3"/>
          <p:cNvGrpSpPr/>
          <p:nvPr userDrawn="1"/>
        </p:nvGrpSpPr>
        <p:grpSpPr>
          <a:xfrm>
            <a:off x="1230557" y="2008358"/>
            <a:ext cx="6874584" cy="332246"/>
            <a:chOff x="839788" y="1645971"/>
            <a:chExt cx="6874584" cy="332246"/>
          </a:xfrm>
        </p:grpSpPr>
        <p:grpSp>
          <p:nvGrpSpPr>
            <p:cNvPr id="5" name="组合 4"/>
            <p:cNvGrpSpPr/>
            <p:nvPr/>
          </p:nvGrpSpPr>
          <p:grpSpPr>
            <a:xfrm>
              <a:off x="839788" y="1658154"/>
              <a:ext cx="6874584" cy="307777"/>
              <a:chOff x="839788" y="1658154"/>
              <a:chExt cx="6874584" cy="307777"/>
            </a:xfrm>
          </p:grpSpPr>
          <p:sp>
            <p:nvSpPr>
              <p:cNvPr id="11" name="矩形 10"/>
              <p:cNvSpPr/>
              <p:nvPr/>
            </p:nvSpPr>
            <p:spPr>
              <a:xfrm>
                <a:off x="839788"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连接符 15"/>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839788" y="1645971"/>
              <a:ext cx="6874584" cy="332246"/>
              <a:chOff x="839788" y="2013295"/>
              <a:chExt cx="6874584" cy="332246"/>
            </a:xfrm>
          </p:grpSpPr>
          <p:sp>
            <p:nvSpPr>
              <p:cNvPr id="7" name="文本框 6"/>
              <p:cNvSpPr txBox="1"/>
              <p:nvPr/>
            </p:nvSpPr>
            <p:spPr>
              <a:xfrm>
                <a:off x="839788" y="2037764"/>
                <a:ext cx="1497600" cy="307777"/>
              </a:xfrm>
              <a:prstGeom prst="rect">
                <a:avLst/>
              </a:prstGeom>
              <a:noFill/>
            </p:spPr>
            <p:txBody>
              <a:bodyPr wrap="square" rtlCol="0">
                <a:noAutofit/>
              </a:bodyPr>
              <a:lstStyle/>
              <a:p>
                <a:pPr algn="ctr"/>
                <a:r>
                  <a:rPr kumimoji="1" lang="zh-CN" altLang="en-US" sz="1400">
                    <a:solidFill>
                      <a:schemeClr val="bg1"/>
                    </a:solidFill>
                  </a:rPr>
                  <a:t>情境导入</a:t>
                </a:r>
                <a:endParaRPr kumimoji="1" lang="zh-CN" altLang="en-US" sz="1400">
                  <a:solidFill>
                    <a:schemeClr val="bg1"/>
                  </a:solidFill>
                </a:endParaRPr>
              </a:p>
            </p:txBody>
          </p:sp>
          <p:sp>
            <p:nvSpPr>
              <p:cNvPr id="8" name="文本框 7"/>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9" name="文本框 8"/>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10" name="文本框 9"/>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18" name="组合 17"/>
          <p:cNvGrpSpPr/>
          <p:nvPr userDrawn="1"/>
        </p:nvGrpSpPr>
        <p:grpSpPr>
          <a:xfrm>
            <a:off x="747132" y="129599"/>
            <a:ext cx="6874584" cy="307777"/>
            <a:chOff x="839788" y="1658154"/>
            <a:chExt cx="6874584" cy="307777"/>
          </a:xfrm>
        </p:grpSpPr>
        <p:sp>
          <p:nvSpPr>
            <p:cNvPr id="19" name="矩形 18"/>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0" name="直线连接符 19"/>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4" name="直线连接符 23"/>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符 24"/>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userDrawn="1"/>
        </p:nvGrpSpPr>
        <p:grpSpPr>
          <a:xfrm>
            <a:off x="894496" y="3104000"/>
            <a:ext cx="6874584" cy="332246"/>
            <a:chOff x="894496" y="3104000"/>
            <a:chExt cx="6874584" cy="332246"/>
          </a:xfrm>
        </p:grpSpPr>
        <p:grpSp>
          <p:nvGrpSpPr>
            <p:cNvPr id="27" name="组合 26"/>
            <p:cNvGrpSpPr/>
            <p:nvPr/>
          </p:nvGrpSpPr>
          <p:grpSpPr>
            <a:xfrm>
              <a:off x="894496" y="3104000"/>
              <a:ext cx="6874584" cy="307777"/>
              <a:chOff x="839788" y="1658154"/>
              <a:chExt cx="6874584" cy="307777"/>
            </a:xfrm>
          </p:grpSpPr>
          <p:sp>
            <p:nvSpPr>
              <p:cNvPr id="33" name="矩形 32"/>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4" name="直线连接符 33"/>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632116"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8" name="直线连接符 37"/>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符 38"/>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894496" y="3104000"/>
              <a:ext cx="6874584" cy="332246"/>
              <a:chOff x="839788" y="2013295"/>
              <a:chExt cx="6874584" cy="332246"/>
            </a:xfrm>
          </p:grpSpPr>
          <p:sp>
            <p:nvSpPr>
              <p:cNvPr id="29" name="文本框 28"/>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30" name="文本框 29"/>
              <p:cNvSpPr txBox="1"/>
              <p:nvPr/>
            </p:nvSpPr>
            <p:spPr>
              <a:xfrm>
                <a:off x="2631521" y="2013295"/>
                <a:ext cx="1498494" cy="332246"/>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绘图基础</a:t>
                </a:r>
                <a:endParaRPr kumimoji="1" lang="zh-CN" altLang="en-US" sz="1400">
                  <a:solidFill>
                    <a:schemeClr val="bg1"/>
                  </a:solidFill>
                </a:endParaRPr>
              </a:p>
            </p:txBody>
          </p:sp>
          <p:sp>
            <p:nvSpPr>
              <p:cNvPr id="31" name="文本框 30"/>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32" name="文本框 31"/>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40" name="组合 39"/>
          <p:cNvGrpSpPr/>
          <p:nvPr userDrawn="1"/>
        </p:nvGrpSpPr>
        <p:grpSpPr>
          <a:xfrm>
            <a:off x="747132" y="484740"/>
            <a:ext cx="6874584" cy="332246"/>
            <a:chOff x="839788" y="2013295"/>
            <a:chExt cx="6874584" cy="332246"/>
          </a:xfrm>
        </p:grpSpPr>
        <p:sp>
          <p:nvSpPr>
            <p:cNvPr id="41" name="文本框 40"/>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42" name="文本框 41"/>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43" name="文本框 42"/>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44" name="文本框 43"/>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nvGrpSpPr>
          <p:cNvPr id="45" name="组合 44"/>
          <p:cNvGrpSpPr/>
          <p:nvPr userDrawn="1"/>
        </p:nvGrpSpPr>
        <p:grpSpPr>
          <a:xfrm>
            <a:off x="903440" y="4383723"/>
            <a:ext cx="6875890" cy="332246"/>
            <a:chOff x="903440" y="4383723"/>
            <a:chExt cx="6875890" cy="332246"/>
          </a:xfrm>
        </p:grpSpPr>
        <p:grpSp>
          <p:nvGrpSpPr>
            <p:cNvPr id="46" name="组合 45"/>
            <p:cNvGrpSpPr/>
            <p:nvPr/>
          </p:nvGrpSpPr>
          <p:grpSpPr>
            <a:xfrm>
              <a:off x="903440" y="4404614"/>
              <a:ext cx="6874584" cy="307777"/>
              <a:chOff x="839788" y="1658154"/>
              <a:chExt cx="6874584" cy="307777"/>
            </a:xfrm>
          </p:grpSpPr>
          <p:sp>
            <p:nvSpPr>
              <p:cNvPr id="52" name="矩形 51"/>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3" name="直线连接符 52"/>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p:cNvSpPr/>
              <p:nvPr/>
            </p:nvSpPr>
            <p:spPr>
              <a:xfrm>
                <a:off x="4424444"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p:cNvSpPr/>
              <p:nvPr/>
            </p:nvSpPr>
            <p:spPr>
              <a:xfrm>
                <a:off x="6216772"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7" name="直线连接符 56"/>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符 57"/>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904746" y="4383723"/>
              <a:ext cx="6874584" cy="332246"/>
              <a:chOff x="839788" y="2013295"/>
              <a:chExt cx="6874584" cy="332246"/>
            </a:xfrm>
          </p:grpSpPr>
          <p:sp>
            <p:nvSpPr>
              <p:cNvPr id="48" name="文本框 47"/>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49" name="文本框 48"/>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50" name="文本框 49"/>
              <p:cNvSpPr txBox="1"/>
              <p:nvPr/>
            </p:nvSpPr>
            <p:spPr>
              <a:xfrm>
                <a:off x="4424148" y="2037764"/>
                <a:ext cx="1498490" cy="307777"/>
              </a:xfrm>
              <a:prstGeom prst="rect">
                <a:avLst/>
              </a:prstGeom>
              <a:noFill/>
            </p:spPr>
            <p:txBody>
              <a:bodyPr wrap="square" rtlCol="0">
                <a:noAutofit/>
              </a:bodyPr>
              <a:lstStyle/>
              <a:p>
                <a:pPr algn="ctr"/>
                <a:r>
                  <a:rPr kumimoji="1" lang="en-US" altLang="zh-CN" sz="1400">
                    <a:solidFill>
                      <a:schemeClr val="bg1"/>
                    </a:solidFill>
                  </a:rPr>
                  <a:t>ggplot2</a:t>
                </a:r>
                <a:r>
                  <a:rPr kumimoji="1" lang="zh-CN" altLang="en-US" sz="1400">
                    <a:solidFill>
                      <a:schemeClr val="bg1"/>
                    </a:solidFill>
                  </a:rPr>
                  <a:t>实战案例</a:t>
                </a:r>
                <a:endParaRPr kumimoji="1" lang="zh-CN" altLang="en-US" sz="1400">
                  <a:solidFill>
                    <a:schemeClr val="bg1"/>
                  </a:solidFill>
                </a:endParaRPr>
              </a:p>
            </p:txBody>
          </p:sp>
          <p:sp>
            <p:nvSpPr>
              <p:cNvPr id="51" name="文本框 50"/>
              <p:cNvSpPr txBox="1"/>
              <p:nvPr/>
            </p:nvSpPr>
            <p:spPr>
              <a:xfrm>
                <a:off x="6216772" y="2037764"/>
                <a:ext cx="1497600" cy="307777"/>
              </a:xfrm>
              <a:prstGeom prst="rect">
                <a:avLst/>
              </a:prstGeom>
              <a:noFill/>
            </p:spPr>
            <p:txBody>
              <a:bodyPr wrap="square" rtlCol="0">
                <a:noAutofit/>
              </a:bodyPr>
              <a:lstStyle/>
              <a:p>
                <a:pPr algn="ctr"/>
                <a:r>
                  <a:rPr kumimoji="1" lang="zh-CN" altLang="en-US" sz="1400"/>
                  <a:t>总结与反思</a:t>
                </a:r>
                <a:endParaRPr kumimoji="1" lang="zh-CN" altLang="en-US" sz="1400"/>
              </a:p>
            </p:txBody>
          </p:sp>
        </p:grpSp>
      </p:grpSp>
      <p:grpSp>
        <p:nvGrpSpPr>
          <p:cNvPr id="59" name="组合 58"/>
          <p:cNvGrpSpPr/>
          <p:nvPr userDrawn="1"/>
        </p:nvGrpSpPr>
        <p:grpSpPr>
          <a:xfrm>
            <a:off x="981593" y="6265781"/>
            <a:ext cx="6874584" cy="332246"/>
            <a:chOff x="981593" y="6265781"/>
            <a:chExt cx="6874584" cy="332246"/>
          </a:xfrm>
        </p:grpSpPr>
        <p:grpSp>
          <p:nvGrpSpPr>
            <p:cNvPr id="60" name="组合 59"/>
            <p:cNvGrpSpPr/>
            <p:nvPr/>
          </p:nvGrpSpPr>
          <p:grpSpPr>
            <a:xfrm>
              <a:off x="981593" y="6288121"/>
              <a:ext cx="6874584" cy="307777"/>
              <a:chOff x="839788" y="1658154"/>
              <a:chExt cx="6874584" cy="307777"/>
            </a:xfrm>
          </p:grpSpPr>
          <p:sp>
            <p:nvSpPr>
              <p:cNvPr id="66" name="矩形 65"/>
              <p:cNvSpPr/>
              <p:nvPr/>
            </p:nvSpPr>
            <p:spPr>
              <a:xfrm>
                <a:off x="839788"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7" name="直线连接符 66"/>
              <p:cNvCxnSpPr/>
              <p:nvPr/>
            </p:nvCxnSpPr>
            <p:spPr>
              <a:xfrm>
                <a:off x="2480848"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2632116"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矩形 68"/>
              <p:cNvSpPr/>
              <p:nvPr/>
            </p:nvSpPr>
            <p:spPr>
              <a:xfrm>
                <a:off x="4424444" y="1658154"/>
                <a:ext cx="1497600" cy="30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p:cNvSpPr/>
              <p:nvPr/>
            </p:nvSpPr>
            <p:spPr>
              <a:xfrm>
                <a:off x="6216772" y="1658154"/>
                <a:ext cx="1497600" cy="3077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1" name="直线连接符 70"/>
              <p:cNvCxnSpPr/>
              <p:nvPr/>
            </p:nvCxnSpPr>
            <p:spPr>
              <a:xfrm>
                <a:off x="4278386"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直线连接符 71"/>
              <p:cNvCxnSpPr/>
              <p:nvPr/>
            </p:nvCxnSpPr>
            <p:spPr>
              <a:xfrm>
                <a:off x="6068109" y="1659931"/>
                <a:ext cx="0" cy="306000"/>
              </a:xfrm>
              <a:prstGeom prst="line">
                <a:avLst/>
              </a:prstGeom>
              <a:ln w="254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981593" y="6265781"/>
              <a:ext cx="6874584" cy="332246"/>
              <a:chOff x="839788" y="2013295"/>
              <a:chExt cx="6874584" cy="332246"/>
            </a:xfrm>
          </p:grpSpPr>
          <p:sp>
            <p:nvSpPr>
              <p:cNvPr id="62" name="文本框 61"/>
              <p:cNvSpPr txBox="1"/>
              <p:nvPr/>
            </p:nvSpPr>
            <p:spPr>
              <a:xfrm>
                <a:off x="839788" y="2037764"/>
                <a:ext cx="1497600" cy="307777"/>
              </a:xfrm>
              <a:prstGeom prst="rect">
                <a:avLst/>
              </a:prstGeom>
              <a:noFill/>
            </p:spPr>
            <p:txBody>
              <a:bodyPr wrap="square" rtlCol="0">
                <a:noAutofit/>
              </a:bodyPr>
              <a:lstStyle/>
              <a:p>
                <a:pPr algn="ctr"/>
                <a:r>
                  <a:rPr kumimoji="1" lang="zh-CN" altLang="en-US" sz="1400"/>
                  <a:t>情境导入</a:t>
                </a:r>
                <a:endParaRPr kumimoji="1" lang="zh-CN" altLang="en-US" sz="1400"/>
              </a:p>
            </p:txBody>
          </p:sp>
          <p:sp>
            <p:nvSpPr>
              <p:cNvPr id="63" name="文本框 62"/>
              <p:cNvSpPr txBox="1"/>
              <p:nvPr/>
            </p:nvSpPr>
            <p:spPr>
              <a:xfrm>
                <a:off x="2631521" y="2013295"/>
                <a:ext cx="1498494" cy="332246"/>
              </a:xfrm>
              <a:prstGeom prst="rect">
                <a:avLst/>
              </a:prstGeom>
              <a:noFill/>
            </p:spPr>
            <p:txBody>
              <a:bodyPr wrap="square" rtlCol="0">
                <a:noAutofit/>
              </a:bodyPr>
              <a:lstStyle/>
              <a:p>
                <a:pPr algn="ctr"/>
                <a:r>
                  <a:rPr kumimoji="1" lang="en-US" altLang="zh-CN" sz="1400"/>
                  <a:t>ggplot2</a:t>
                </a:r>
                <a:r>
                  <a:rPr kumimoji="1" lang="zh-CN" altLang="en-US" sz="1400"/>
                  <a:t>绘图基础</a:t>
                </a:r>
                <a:endParaRPr kumimoji="1" lang="zh-CN" altLang="en-US" sz="1400"/>
              </a:p>
            </p:txBody>
          </p:sp>
          <p:sp>
            <p:nvSpPr>
              <p:cNvPr id="64" name="文本框 63"/>
              <p:cNvSpPr txBox="1"/>
              <p:nvPr/>
            </p:nvSpPr>
            <p:spPr>
              <a:xfrm>
                <a:off x="4424148" y="2037764"/>
                <a:ext cx="1498490" cy="307777"/>
              </a:xfrm>
              <a:prstGeom prst="rect">
                <a:avLst/>
              </a:prstGeom>
              <a:noFill/>
            </p:spPr>
            <p:txBody>
              <a:bodyPr wrap="square" rtlCol="0">
                <a:noAutofit/>
              </a:bodyPr>
              <a:lstStyle/>
              <a:p>
                <a:pPr algn="ctr"/>
                <a:r>
                  <a:rPr kumimoji="1" lang="en-US" altLang="zh-CN" sz="1400"/>
                  <a:t>ggplot2</a:t>
                </a:r>
                <a:r>
                  <a:rPr kumimoji="1" lang="zh-CN" altLang="en-US" sz="1400"/>
                  <a:t>实战案例</a:t>
                </a:r>
                <a:endParaRPr kumimoji="1" lang="zh-CN" altLang="en-US" sz="1400"/>
              </a:p>
            </p:txBody>
          </p:sp>
          <p:sp>
            <p:nvSpPr>
              <p:cNvPr id="65" name="文本框 64"/>
              <p:cNvSpPr txBox="1"/>
              <p:nvPr/>
            </p:nvSpPr>
            <p:spPr>
              <a:xfrm>
                <a:off x="6216772" y="2037764"/>
                <a:ext cx="1497600" cy="307777"/>
              </a:xfrm>
              <a:prstGeom prst="rect">
                <a:avLst/>
              </a:prstGeom>
              <a:noFill/>
            </p:spPr>
            <p:txBody>
              <a:bodyPr wrap="square" rtlCol="0">
                <a:noAutofit/>
              </a:bodyPr>
              <a:lstStyle/>
              <a:p>
                <a:pPr algn="ctr"/>
                <a:r>
                  <a:rPr kumimoji="1" lang="zh-CN" altLang="en-US" sz="1400">
                    <a:solidFill>
                      <a:schemeClr val="bg1"/>
                    </a:solidFill>
                  </a:rPr>
                  <a:t>总结与反思</a:t>
                </a:r>
                <a:endParaRPr kumimoji="1" lang="zh-CN" altLang="en-US" sz="1400">
                  <a:solidFill>
                    <a:schemeClr val="bg1"/>
                  </a:solidFill>
                </a:endParaRPr>
              </a:p>
            </p:txBody>
          </p:sp>
        </p:gr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9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cxnSp>
        <p:nvCxnSpPr>
          <p:cNvPr id="11" name="直线连接符 10"/>
          <p:cNvCxnSpPr/>
          <p:nvPr/>
        </p:nvCxnSpPr>
        <p:spPr>
          <a:xfrm>
            <a:off x="7315200" y="1684618"/>
            <a:ext cx="0" cy="5714402"/>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8"/>
          </p:nvPr>
        </p:nvSpPr>
        <p:spPr>
          <a:xfrm>
            <a:off x="1007746" y="2239004"/>
            <a:ext cx="6187440" cy="313256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3" name="Text Placeholder 11"/>
          <p:cNvSpPr>
            <a:spLocks noGrp="1"/>
          </p:cNvSpPr>
          <p:nvPr>
            <p:ph type="body" sz="quarter" idx="19"/>
          </p:nvPr>
        </p:nvSpPr>
        <p:spPr>
          <a:xfrm>
            <a:off x="7435214" y="2245172"/>
            <a:ext cx="6187440" cy="312639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4" name="Text Placeholder 12"/>
          <p:cNvSpPr>
            <a:spLocks noGrp="1"/>
          </p:cNvSpPr>
          <p:nvPr>
            <p:ph type="body" sz="quarter" idx="14"/>
          </p:nvPr>
        </p:nvSpPr>
        <p:spPr>
          <a:xfrm>
            <a:off x="1005840" y="1594486"/>
            <a:ext cx="6187438" cy="644519"/>
          </a:xfrm>
        </p:spPr>
        <p:txBody>
          <a:bodyPr/>
          <a:lstStyle>
            <a:lvl1pPr marL="0" indent="0">
              <a:buNone/>
              <a:defRPr b="1">
                <a:solidFill>
                  <a:srgbClr val="618CAC"/>
                </a:solidFill>
              </a:defRPr>
            </a:lvl1pPr>
            <a:lvl2pPr marL="431800" indent="0">
              <a:buNone/>
              <a:defRPr/>
            </a:lvl2pPr>
          </a:lstStyle>
          <a:p>
            <a:pPr lvl="0"/>
            <a:r>
              <a:rPr lang="zh-CN" altLang="en-US"/>
              <a:t>单击此处编辑母版文本样式</a:t>
            </a:r>
            <a:endParaRPr lang="zh-CN" altLang="en-US"/>
          </a:p>
        </p:txBody>
      </p:sp>
      <p:sp>
        <p:nvSpPr>
          <p:cNvPr id="15" name="Text Placeholder 12"/>
          <p:cNvSpPr>
            <a:spLocks noGrp="1"/>
          </p:cNvSpPr>
          <p:nvPr>
            <p:ph type="body" sz="quarter" idx="20"/>
          </p:nvPr>
        </p:nvSpPr>
        <p:spPr>
          <a:xfrm>
            <a:off x="7413950" y="1563644"/>
            <a:ext cx="6187438" cy="644519"/>
          </a:xfrm>
        </p:spPr>
        <p:txBody>
          <a:bodyPr/>
          <a:lstStyle>
            <a:lvl1pPr marL="0" indent="0">
              <a:buNone/>
              <a:defRPr b="1">
                <a:solidFill>
                  <a:srgbClr val="618CAC"/>
                </a:solidFill>
              </a:defRPr>
            </a:lvl1pPr>
            <a:lvl2pPr marL="431800" indent="0">
              <a:buNone/>
              <a:defRPr/>
            </a:lvl2pPr>
          </a:lstStyle>
          <a:p>
            <a:pPr lvl="0"/>
            <a:r>
              <a:rPr lang="zh-CN" altLang="en-US"/>
              <a:t>单击此处编辑母版文本样式</a:t>
            </a:r>
            <a:endParaRPr lang="zh-CN" altLang="en-US"/>
          </a:p>
        </p:txBody>
      </p:sp>
    </p:spTree>
  </p:cSld>
  <p:clrMapOvr>
    <a:masterClrMapping/>
  </p:clrMapOvr>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28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2346960"/>
            <a:ext cx="6099810" cy="486156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3" name="Text Placeholder 12"/>
          <p:cNvSpPr>
            <a:spLocks noGrp="1"/>
          </p:cNvSpPr>
          <p:nvPr>
            <p:ph type="body" sz="quarter" idx="14"/>
          </p:nvPr>
        </p:nvSpPr>
        <p:spPr>
          <a:xfrm>
            <a:off x="1005840" y="1594486"/>
            <a:ext cx="6101716" cy="650749"/>
          </a:xfrm>
        </p:spPr>
        <p:txBody>
          <a:bodyPr/>
          <a:lstStyle>
            <a:lvl1pPr marL="0" indent="0">
              <a:buNone/>
              <a:defRPr b="1">
                <a:solidFill>
                  <a:srgbClr val="618CAC"/>
                </a:solidFill>
              </a:defRPr>
            </a:lvl1pPr>
            <a:lvl2pPr marL="431800" indent="0">
              <a:buNone/>
              <a:defRPr/>
            </a:lvl2pPr>
          </a:lstStyle>
          <a:p>
            <a:pPr lvl="0"/>
            <a:r>
              <a:rPr lang="zh-CN" altLang="en-US"/>
              <a:t>单击此处编辑母版文本样式</a:t>
            </a:r>
            <a:endParaRPr lang="zh-CN" altLang="en-US"/>
          </a:p>
        </p:txBody>
      </p:sp>
    </p:spTree>
  </p:cSld>
  <p:clrMapOvr>
    <a:masterClrMapping/>
  </p:clrMapOvr>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36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1604772"/>
            <a:ext cx="6099810" cy="2510028"/>
          </a:xfrm>
        </p:spPr>
        <p:txBody>
          <a:bodyPr>
            <a:normAutofit/>
          </a:bodyPr>
          <a:lstStyle>
            <a:lvl1pPr marL="0" indent="0">
              <a:buFontTx/>
              <a:buNone/>
              <a:defRPr sz="2400"/>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38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1604773"/>
            <a:ext cx="12616814" cy="972560"/>
          </a:xfrm>
        </p:spPr>
        <p:txBody>
          <a:bodyPr>
            <a:normAutofit/>
          </a:bodyPr>
          <a:lstStyle>
            <a:lvl1pPr marL="0" indent="0">
              <a:buFontTx/>
              <a:buNone/>
              <a:defRPr sz="2400"/>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37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Text Placeholder 10"/>
          <p:cNvSpPr>
            <a:spLocks noGrp="1"/>
          </p:cNvSpPr>
          <p:nvPr>
            <p:ph type="body" sz="quarter" idx="13"/>
          </p:nvPr>
        </p:nvSpPr>
        <p:spPr>
          <a:xfrm>
            <a:off x="1007746" y="1604772"/>
            <a:ext cx="6099810" cy="681228"/>
          </a:xfrm>
        </p:spPr>
        <p:txBody>
          <a:bodyPr>
            <a:normAutofit/>
          </a:bodyPr>
          <a:lstStyle>
            <a:lvl1pPr marL="0" indent="0">
              <a:buFontTx/>
              <a:buNone/>
              <a:defRPr sz="2400" b="1">
                <a:solidFill>
                  <a:schemeClr val="accent1"/>
                </a:solidFill>
              </a:defRPr>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en-US"/>
              <a:t>Click to edit Master text styles</a:t>
            </a:r>
            <a:endParaRPr lang="en-US"/>
          </a:p>
        </p:txBody>
      </p:sp>
      <p:sp>
        <p:nvSpPr>
          <p:cNvPr id="5" name="Text Placeholder 10"/>
          <p:cNvSpPr>
            <a:spLocks noGrp="1"/>
          </p:cNvSpPr>
          <p:nvPr>
            <p:ph type="body" sz="quarter" idx="14"/>
          </p:nvPr>
        </p:nvSpPr>
        <p:spPr>
          <a:xfrm>
            <a:off x="1007746" y="2286000"/>
            <a:ext cx="6099810" cy="2510028"/>
          </a:xfrm>
        </p:spPr>
        <p:txBody>
          <a:bodyPr>
            <a:normAutofit/>
          </a:bodyPr>
          <a:lstStyle>
            <a:lvl1pPr marL="0" indent="0">
              <a:buFontTx/>
              <a:buNone/>
              <a:defRPr sz="2400"/>
            </a:lvl1pPr>
            <a:lvl2pPr marL="431800" indent="0">
              <a:buFontTx/>
              <a:buNone/>
              <a:defRPr sz="2400"/>
            </a:lvl2pPr>
            <a:lvl3pPr marL="864235" indent="0">
              <a:buFontTx/>
              <a:buNone/>
              <a:defRPr sz="2400"/>
            </a:lvl3pPr>
            <a:lvl4pPr marL="864235" indent="0">
              <a:buFontTx/>
              <a:buNone/>
              <a:defRPr sz="2400"/>
            </a:lvl4pPr>
            <a:lvl5pPr marL="864235" indent="0">
              <a:buFontTx/>
              <a:buNone/>
              <a:defRPr sz="24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Tree>
  </p:cSld>
  <p:clrMapOvr>
    <a:masterClrMapping/>
  </p:clrMapOvr>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30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7" name="文本占位符 16"/>
          <p:cNvSpPr>
            <a:spLocks noGrp="1"/>
          </p:cNvSpPr>
          <p:nvPr>
            <p:ph type="body" sz="quarter" idx="13" hasCustomPrompt="1"/>
          </p:nvPr>
        </p:nvSpPr>
        <p:spPr>
          <a:xfrm>
            <a:off x="99822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8" name="文本占位符 22"/>
          <p:cNvSpPr>
            <a:spLocks noGrp="1"/>
          </p:cNvSpPr>
          <p:nvPr>
            <p:ph type="body" sz="quarter" idx="16" hasCustomPrompt="1"/>
          </p:nvPr>
        </p:nvSpPr>
        <p:spPr>
          <a:xfrm>
            <a:off x="1005840" y="2272409"/>
            <a:ext cx="6094147" cy="1842391"/>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5" name="文本占位符 16"/>
          <p:cNvSpPr>
            <a:spLocks noGrp="1"/>
          </p:cNvSpPr>
          <p:nvPr>
            <p:ph type="body" sz="quarter" idx="17" hasCustomPrompt="1"/>
          </p:nvPr>
        </p:nvSpPr>
        <p:spPr>
          <a:xfrm>
            <a:off x="752094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文本占位符 22"/>
          <p:cNvSpPr>
            <a:spLocks noGrp="1"/>
          </p:cNvSpPr>
          <p:nvPr>
            <p:ph type="body" sz="quarter" idx="18" hasCustomPrompt="1"/>
          </p:nvPr>
        </p:nvSpPr>
        <p:spPr>
          <a:xfrm>
            <a:off x="7528560" y="2272409"/>
            <a:ext cx="6094147" cy="1842391"/>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1007746" y="4114800"/>
            <a:ext cx="6092190" cy="3042286"/>
          </a:xfrm>
          <a:ln w="12700">
            <a:solidFill>
              <a:schemeClr val="bg1">
                <a:lumMod val="75000"/>
              </a:schemeClr>
            </a:solidFill>
          </a:ln>
        </p:spPr>
        <p:txBody>
          <a:bodyPr/>
          <a:lstStyle/>
          <a:p>
            <a:r>
              <a:rPr kumimoji="1" lang="zh-CN" altLang="en-US"/>
              <a:t>单击图标添加图片</a:t>
            </a:r>
            <a:endParaRPr kumimoji="1" lang="zh-CN" altLang="en-US"/>
          </a:p>
        </p:txBody>
      </p:sp>
      <p:sp>
        <p:nvSpPr>
          <p:cNvPr id="12" name="图片占位符 10"/>
          <p:cNvSpPr>
            <a:spLocks noGrp="1"/>
          </p:cNvSpPr>
          <p:nvPr>
            <p:ph type="pic" sz="quarter" idx="20"/>
          </p:nvPr>
        </p:nvSpPr>
        <p:spPr>
          <a:xfrm>
            <a:off x="7525917" y="4114800"/>
            <a:ext cx="6092190" cy="3042286"/>
          </a:xfrm>
          <a:ln w="12700">
            <a:solidFill>
              <a:schemeClr val="bg1">
                <a:lumMod val="75000"/>
              </a:schemeClr>
            </a:solidFill>
          </a:ln>
        </p:spPr>
        <p:txBody>
          <a:bodyPr/>
          <a:lstStyle/>
          <a:p>
            <a:r>
              <a:rPr kumimoji="1" lang="zh-CN" altLang="en-US"/>
              <a:t>单击图标添加图片</a:t>
            </a:r>
            <a:endParaRPr kumimoji="1" lang="zh-CN" altLang="en-US"/>
          </a:p>
        </p:txBody>
      </p:sp>
    </p:spTree>
  </p:cSld>
  <p:clrMapOvr>
    <a:masterClrMapping/>
  </p:clrMapOvr>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3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8" name="文本占位符 22"/>
          <p:cNvSpPr>
            <a:spLocks noGrp="1"/>
          </p:cNvSpPr>
          <p:nvPr>
            <p:ph type="body" sz="quarter" idx="16" hasCustomPrompt="1"/>
          </p:nvPr>
        </p:nvSpPr>
        <p:spPr>
          <a:xfrm>
            <a:off x="1011936" y="2256854"/>
            <a:ext cx="5864352" cy="257117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315200" y="1138985"/>
            <a:ext cx="6303264" cy="6260035"/>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5870448"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33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8" name="文本占位符 22"/>
          <p:cNvSpPr>
            <a:spLocks noGrp="1"/>
          </p:cNvSpPr>
          <p:nvPr>
            <p:ph type="body" sz="quarter" idx="16" hasCustomPrompt="1"/>
          </p:nvPr>
        </p:nvSpPr>
        <p:spPr>
          <a:xfrm>
            <a:off x="1011936" y="2256854"/>
            <a:ext cx="6059424" cy="135197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315200" y="1138985"/>
            <a:ext cx="6303264" cy="6260035"/>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图片占位符 6"/>
          <p:cNvSpPr>
            <a:spLocks noGrp="1"/>
          </p:cNvSpPr>
          <p:nvPr>
            <p:ph type="pic" sz="quarter" idx="20"/>
          </p:nvPr>
        </p:nvSpPr>
        <p:spPr>
          <a:xfrm>
            <a:off x="1007746" y="3728174"/>
            <a:ext cx="6063614" cy="3670846"/>
          </a:xfrm>
        </p:spPr>
        <p:txBody>
          <a:bodyPr/>
          <a:lstStyle/>
          <a:p>
            <a:r>
              <a:rPr kumimoji="1" lang="zh-CN" altLang="en-US"/>
              <a:t>单击图标添加图片</a:t>
            </a:r>
            <a:endParaRPr kumimoji="1" lang="zh-CN" altLang="en-US"/>
          </a:p>
        </p:txBody>
      </p:sp>
    </p:spTree>
  </p:cSld>
  <p:clrMapOvr>
    <a:masterClrMapping/>
  </p:clrMapOvr>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35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8" name="文本占位符 22"/>
          <p:cNvSpPr>
            <a:spLocks noGrp="1"/>
          </p:cNvSpPr>
          <p:nvPr>
            <p:ph type="body" sz="quarter" idx="16" hasCustomPrompt="1"/>
          </p:nvPr>
        </p:nvSpPr>
        <p:spPr>
          <a:xfrm>
            <a:off x="1011936" y="2256854"/>
            <a:ext cx="6059424" cy="1857947"/>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315200" y="4114800"/>
            <a:ext cx="6303264" cy="3284220"/>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图片占位符 6"/>
          <p:cNvSpPr>
            <a:spLocks noGrp="1"/>
          </p:cNvSpPr>
          <p:nvPr>
            <p:ph type="pic" sz="quarter" idx="20"/>
          </p:nvPr>
        </p:nvSpPr>
        <p:spPr>
          <a:xfrm>
            <a:off x="1007746" y="4114800"/>
            <a:ext cx="6063614" cy="3284220"/>
          </a:xfrm>
        </p:spPr>
        <p:txBody>
          <a:bodyPr/>
          <a:lstStyle/>
          <a:p>
            <a:r>
              <a:rPr kumimoji="1" lang="zh-CN" altLang="en-US"/>
              <a:t>单击图标添加图片</a:t>
            </a:r>
            <a:endParaRPr kumimoji="1" lang="zh-CN" altLang="en-US"/>
          </a:p>
        </p:txBody>
      </p:sp>
      <p:sp>
        <p:nvSpPr>
          <p:cNvPr id="5" name="文本占位符 22"/>
          <p:cNvSpPr>
            <a:spLocks noGrp="1"/>
          </p:cNvSpPr>
          <p:nvPr>
            <p:ph type="body" sz="quarter" idx="21" hasCustomPrompt="1"/>
          </p:nvPr>
        </p:nvSpPr>
        <p:spPr>
          <a:xfrm>
            <a:off x="7412736" y="2256854"/>
            <a:ext cx="6059424" cy="1857947"/>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2" name="文本占位符 16"/>
          <p:cNvSpPr>
            <a:spLocks noGrp="1"/>
          </p:cNvSpPr>
          <p:nvPr>
            <p:ph type="body" sz="quarter" idx="22" hasCustomPrompt="1"/>
          </p:nvPr>
        </p:nvSpPr>
        <p:spPr>
          <a:xfrm>
            <a:off x="74066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34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图片占位符 10"/>
          <p:cNvSpPr>
            <a:spLocks noGrp="1"/>
          </p:cNvSpPr>
          <p:nvPr>
            <p:ph type="pic" sz="quarter" idx="19"/>
          </p:nvPr>
        </p:nvSpPr>
        <p:spPr>
          <a:xfrm>
            <a:off x="7741921" y="2078316"/>
            <a:ext cx="5357449" cy="5320705"/>
          </a:xfrm>
          <a:ln w="12700">
            <a:solidFill>
              <a:schemeClr val="bg1">
                <a:lumMod val="75000"/>
              </a:schemeClr>
            </a:solidFill>
          </a:ln>
        </p:spPr>
        <p:txBody>
          <a:bodyPr/>
          <a:lstStyle/>
          <a:p>
            <a:r>
              <a:rPr kumimoji="1" lang="zh-CN" altLang="en-US"/>
              <a:t>单击图标添加图片</a:t>
            </a:r>
            <a:endParaRPr kumimoji="1" lang="zh-CN" altLang="en-US"/>
          </a:p>
        </p:txBody>
      </p:sp>
      <p:sp>
        <p:nvSpPr>
          <p:cNvPr id="6" name="文本占位符 16"/>
          <p:cNvSpPr>
            <a:spLocks noGrp="1"/>
          </p:cNvSpPr>
          <p:nvPr>
            <p:ph type="body" sz="quarter" idx="13" hasCustomPrompt="1"/>
          </p:nvPr>
        </p:nvSpPr>
        <p:spPr>
          <a:xfrm>
            <a:off x="1005840"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7" name="图片占位符 6"/>
          <p:cNvSpPr>
            <a:spLocks noGrp="1"/>
          </p:cNvSpPr>
          <p:nvPr>
            <p:ph type="pic" sz="quarter" idx="20"/>
          </p:nvPr>
        </p:nvSpPr>
        <p:spPr>
          <a:xfrm>
            <a:off x="1007746" y="4620769"/>
            <a:ext cx="6063614" cy="2778251"/>
          </a:xfrm>
        </p:spPr>
        <p:txBody>
          <a:bodyPr/>
          <a:lstStyle/>
          <a:p>
            <a:r>
              <a:rPr kumimoji="1" lang="zh-CN" altLang="en-US"/>
              <a:t>单击图标添加图片</a:t>
            </a:r>
            <a:endParaRPr kumimoji="1" lang="zh-CN" altLang="en-US"/>
          </a:p>
        </p:txBody>
      </p:sp>
      <p:sp>
        <p:nvSpPr>
          <p:cNvPr id="12" name="图片占位符 11"/>
          <p:cNvSpPr>
            <a:spLocks noGrp="1"/>
          </p:cNvSpPr>
          <p:nvPr>
            <p:ph type="pic" sz="quarter" idx="21"/>
          </p:nvPr>
        </p:nvSpPr>
        <p:spPr>
          <a:xfrm>
            <a:off x="1007747" y="2151887"/>
            <a:ext cx="6057517" cy="1949478"/>
          </a:xfrm>
        </p:spPr>
        <p:txBody>
          <a:bodyPr/>
          <a:lstStyle/>
          <a:p>
            <a:r>
              <a:rPr kumimoji="1" lang="zh-CN" altLang="en-US"/>
              <a:t>单击图标添加图片</a:t>
            </a:r>
            <a:endParaRPr kumimoji="1" lang="zh-CN" altLang="en-US"/>
          </a:p>
        </p:txBody>
      </p:sp>
      <p:sp>
        <p:nvSpPr>
          <p:cNvPr id="13" name="文本占位符 16"/>
          <p:cNvSpPr>
            <a:spLocks noGrp="1"/>
          </p:cNvSpPr>
          <p:nvPr>
            <p:ph type="body" sz="quarter" idx="22" hasCustomPrompt="1"/>
          </p:nvPr>
        </p:nvSpPr>
        <p:spPr>
          <a:xfrm>
            <a:off x="1005840" y="401899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4" name="文本占位符 16"/>
          <p:cNvSpPr>
            <a:spLocks noGrp="1"/>
          </p:cNvSpPr>
          <p:nvPr>
            <p:ph type="body" sz="quarter" idx="23" hasCustomPrompt="1"/>
          </p:nvPr>
        </p:nvSpPr>
        <p:spPr>
          <a:xfrm>
            <a:off x="7568418" y="1550115"/>
            <a:ext cx="6059424"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3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7" name="文本占位符 16"/>
          <p:cNvSpPr>
            <a:spLocks noGrp="1"/>
          </p:cNvSpPr>
          <p:nvPr>
            <p:ph type="body" sz="quarter" idx="13" hasCustomPrompt="1"/>
          </p:nvPr>
        </p:nvSpPr>
        <p:spPr>
          <a:xfrm>
            <a:off x="99822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8" name="文本占位符 22"/>
          <p:cNvSpPr>
            <a:spLocks noGrp="1"/>
          </p:cNvSpPr>
          <p:nvPr>
            <p:ph type="body" sz="quarter" idx="16" hasCustomPrompt="1"/>
          </p:nvPr>
        </p:nvSpPr>
        <p:spPr>
          <a:xfrm>
            <a:off x="1005840" y="2272409"/>
            <a:ext cx="6094147" cy="4884677"/>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2" name="图片占位符 10"/>
          <p:cNvSpPr>
            <a:spLocks noGrp="1"/>
          </p:cNvSpPr>
          <p:nvPr>
            <p:ph type="pic" sz="quarter" idx="20"/>
          </p:nvPr>
        </p:nvSpPr>
        <p:spPr>
          <a:xfrm>
            <a:off x="7525917" y="2272409"/>
            <a:ext cx="6092190" cy="4884677"/>
          </a:xfrm>
          <a:ln w="12700">
            <a:solidFill>
              <a:schemeClr val="bg1">
                <a:lumMod val="75000"/>
              </a:schemeClr>
            </a:solidFill>
          </a:ln>
        </p:spPr>
        <p:txBody>
          <a:bodyPr/>
          <a:lstStyle/>
          <a:p>
            <a:r>
              <a:rPr kumimoji="1" lang="zh-CN" altLang="en-US"/>
              <a:t>单击图标添加图片</a:t>
            </a:r>
            <a:endParaRPr kumimoji="1" lang="zh-CN" altLang="en-US"/>
          </a:p>
        </p:txBody>
      </p:sp>
    </p:spTree>
  </p:cSld>
  <p:clrMapOvr>
    <a:masterClrMapping/>
  </p:clrMapOvr>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13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7" name="图片占位符 6"/>
          <p:cNvSpPr>
            <a:spLocks noGrp="1"/>
          </p:cNvSpPr>
          <p:nvPr>
            <p:ph type="pic" sz="quarter" idx="13"/>
          </p:nvPr>
        </p:nvSpPr>
        <p:spPr>
          <a:xfrm>
            <a:off x="1005841" y="2726055"/>
            <a:ext cx="10848703" cy="1280944"/>
          </a:xfrm>
        </p:spPr>
        <p:txBody>
          <a:bodyPr/>
          <a:lstStyle/>
          <a:p>
            <a:r>
              <a:rPr kumimoji="1" lang="zh-CN" altLang="en-US"/>
              <a:t>单击图标添加图片</a:t>
            </a:r>
            <a:endParaRPr kumimoji="1" lang="zh-CN" altLang="en-US"/>
          </a:p>
        </p:txBody>
      </p:sp>
      <p:sp>
        <p:nvSpPr>
          <p:cNvPr id="10" name="图片占位符 6"/>
          <p:cNvSpPr>
            <a:spLocks noGrp="1"/>
          </p:cNvSpPr>
          <p:nvPr>
            <p:ph type="pic" sz="quarter" idx="14"/>
          </p:nvPr>
        </p:nvSpPr>
        <p:spPr>
          <a:xfrm>
            <a:off x="1005841" y="5273312"/>
            <a:ext cx="10848703" cy="1280944"/>
          </a:xfrm>
        </p:spPr>
        <p:txBody>
          <a:bodyPr/>
          <a:lstStyle/>
          <a:p>
            <a:r>
              <a:rPr kumimoji="1" lang="zh-CN" altLang="en-US"/>
              <a:t>单击图标添加图片</a:t>
            </a:r>
            <a:endParaRPr kumimoji="1" lang="zh-CN" altLang="en-US"/>
          </a:p>
        </p:txBody>
      </p:sp>
      <p:sp>
        <p:nvSpPr>
          <p:cNvPr id="11" name="文本占位符 16"/>
          <p:cNvSpPr>
            <a:spLocks noGrp="1"/>
          </p:cNvSpPr>
          <p:nvPr>
            <p:ph type="body" sz="quarter" idx="15" hasCustomPrompt="1"/>
          </p:nvPr>
        </p:nvSpPr>
        <p:spPr>
          <a:xfrm>
            <a:off x="998220" y="1685013"/>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2" name="文本占位符 16"/>
          <p:cNvSpPr>
            <a:spLocks noGrp="1"/>
          </p:cNvSpPr>
          <p:nvPr>
            <p:ph type="body" sz="quarter" idx="16" hasCustomPrompt="1"/>
          </p:nvPr>
        </p:nvSpPr>
        <p:spPr>
          <a:xfrm>
            <a:off x="1007746" y="4450840"/>
            <a:ext cx="4015740" cy="587396"/>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Tree>
  </p:cSld>
  <p:clrMapOvr>
    <a:masterClrMapping/>
  </p:clrMapOvr>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占位符 1"/>
          <p:cNvSpPr>
            <a:spLocks noGrp="1"/>
          </p:cNvSpPr>
          <p:nvPr>
            <p:ph type="title"/>
          </p:nvPr>
        </p:nvSpPr>
        <p:spPr>
          <a:xfrm>
            <a:off x="1735836" y="352807"/>
            <a:ext cx="11888724" cy="1058418"/>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7" name="文本占位符 16"/>
          <p:cNvSpPr>
            <a:spLocks noGrp="1"/>
          </p:cNvSpPr>
          <p:nvPr>
            <p:ph type="body" sz="quarter" idx="13" hasCustomPrompt="1"/>
          </p:nvPr>
        </p:nvSpPr>
        <p:spPr>
          <a:xfrm>
            <a:off x="1007746" y="1784696"/>
            <a:ext cx="4015740" cy="538544"/>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8" name="文本占位符 22"/>
          <p:cNvSpPr>
            <a:spLocks noGrp="1"/>
          </p:cNvSpPr>
          <p:nvPr>
            <p:ph type="body" sz="quarter" idx="16" hasCustomPrompt="1"/>
          </p:nvPr>
        </p:nvSpPr>
        <p:spPr>
          <a:xfrm>
            <a:off x="1005841" y="2352581"/>
            <a:ext cx="11650218" cy="176221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
        <p:nvSpPr>
          <p:cNvPr id="10" name="文本占位符 16"/>
          <p:cNvSpPr>
            <a:spLocks noGrp="1"/>
          </p:cNvSpPr>
          <p:nvPr>
            <p:ph type="body" sz="quarter" idx="17" hasCustomPrompt="1"/>
          </p:nvPr>
        </p:nvSpPr>
        <p:spPr>
          <a:xfrm>
            <a:off x="1007746" y="4436456"/>
            <a:ext cx="4015740" cy="538544"/>
          </a:xfrm>
        </p:spPr>
        <p:txBody>
          <a:bodyPr/>
          <a:lstStyle>
            <a:lvl1pPr marL="0">
              <a:buNone/>
              <a:defRPr b="1">
                <a:solidFill>
                  <a:srgbClr val="618BAC"/>
                </a:solidFill>
              </a:defRPr>
            </a:lvl1pPr>
          </a:lstStyle>
          <a:p>
            <a:pPr lvl="0"/>
            <a:r>
              <a:rPr kumimoji="1" lang="zh-CN" altLang="en-US" dirty="0"/>
              <a:t>文本</a:t>
            </a:r>
            <a:endParaRPr kumimoji="1" lang="zh-CN" altLang="en-US" dirty="0"/>
          </a:p>
        </p:txBody>
      </p:sp>
      <p:sp>
        <p:nvSpPr>
          <p:cNvPr id="11" name="文本占位符 22"/>
          <p:cNvSpPr>
            <a:spLocks noGrp="1"/>
          </p:cNvSpPr>
          <p:nvPr>
            <p:ph type="body" sz="quarter" idx="18" hasCustomPrompt="1"/>
          </p:nvPr>
        </p:nvSpPr>
        <p:spPr>
          <a:xfrm>
            <a:off x="1005841" y="5004341"/>
            <a:ext cx="11650218" cy="2082259"/>
          </a:xfrm>
        </p:spPr>
        <p:txBody>
          <a:bodyPr>
            <a:normAutofit/>
          </a:bodyPr>
          <a:lstStyle>
            <a:lvl1pPr marL="0">
              <a:lnSpc>
                <a:spcPct val="110000"/>
              </a:lnSpc>
              <a:buNone/>
              <a:defRPr sz="2400"/>
            </a:lvl1pPr>
          </a:lstStyle>
          <a:p>
            <a:pPr lvl="0"/>
            <a:r>
              <a:rPr kumimoji="1" lang="zh-CN" altLang="en-US" dirty="0"/>
              <a:t>文本</a:t>
            </a:r>
            <a:endParaRPr kumimoji="1" lang="en-US" altLang="zh-CN" dirty="0"/>
          </a:p>
        </p:txBody>
      </p:sp>
    </p:spTree>
  </p:cSld>
  <p:clrMapOvr>
    <a:masterClrMapping/>
  </p:clrMapOvr>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9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矩形 9"/>
          <p:cNvSpPr/>
          <p:nvPr/>
        </p:nvSpPr>
        <p:spPr>
          <a:xfrm>
            <a:off x="1005840" y="1693920"/>
            <a:ext cx="12616816" cy="2420880"/>
          </a:xfrm>
          <a:prstGeom prst="rect">
            <a:avLst/>
          </a:prstGeom>
          <a:gradFill flip="none" rotWithShape="1">
            <a:gsLst>
              <a:gs pos="99000">
                <a:schemeClr val="accent1">
                  <a:lumMod val="5000"/>
                  <a:lumOff val="95000"/>
                </a:schemeClr>
              </a:gs>
              <a:gs pos="100000">
                <a:srgbClr val="90B3C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pic>
        <p:nvPicPr>
          <p:cNvPr id="15" name="图形 14" descr="数据库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27280" y="2517074"/>
            <a:ext cx="1097280" cy="1097280"/>
          </a:xfrm>
          <a:prstGeom prst="rect">
            <a:avLst/>
          </a:prstGeom>
        </p:spPr>
      </p:pic>
      <p:sp>
        <p:nvSpPr>
          <p:cNvPr id="19" name="矩形 18"/>
          <p:cNvSpPr/>
          <p:nvPr/>
        </p:nvSpPr>
        <p:spPr>
          <a:xfrm>
            <a:off x="1007745" y="4695058"/>
            <a:ext cx="12553187" cy="2419199"/>
          </a:xfrm>
          <a:prstGeom prst="rect">
            <a:avLst/>
          </a:prstGeom>
          <a:gradFill flip="none" rotWithShape="1">
            <a:gsLst>
              <a:gs pos="99000">
                <a:schemeClr val="accent1">
                  <a:lumMod val="5000"/>
                  <a:lumOff val="95000"/>
                </a:schemeClr>
              </a:gs>
              <a:gs pos="100000">
                <a:srgbClr val="90B3C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1" name="文本占位符 16"/>
          <p:cNvSpPr>
            <a:spLocks noGrp="1"/>
          </p:cNvSpPr>
          <p:nvPr>
            <p:ph type="body" sz="quarter" idx="17" hasCustomPrompt="1"/>
          </p:nvPr>
        </p:nvSpPr>
        <p:spPr>
          <a:xfrm>
            <a:off x="1171194" y="1728861"/>
            <a:ext cx="4015740" cy="538544"/>
          </a:xfrm>
        </p:spPr>
        <p:txBody>
          <a:bodyPr/>
          <a:lstStyle>
            <a:lvl1pPr>
              <a:buNone/>
              <a:defRPr b="1">
                <a:solidFill>
                  <a:srgbClr val="618BAC"/>
                </a:solidFill>
              </a:defRPr>
            </a:lvl1pPr>
          </a:lstStyle>
          <a:p>
            <a:pPr lvl="0"/>
            <a:r>
              <a:rPr kumimoji="1" lang="zh-CN" altLang="en-US" dirty="0"/>
              <a:t>文本</a:t>
            </a:r>
            <a:endParaRPr kumimoji="1" lang="zh-CN" altLang="en-US" dirty="0"/>
          </a:p>
        </p:txBody>
      </p:sp>
      <p:sp>
        <p:nvSpPr>
          <p:cNvPr id="22" name="文本占位符 22"/>
          <p:cNvSpPr>
            <a:spLocks noGrp="1"/>
          </p:cNvSpPr>
          <p:nvPr>
            <p:ph type="body" sz="quarter" idx="18" hasCustomPrompt="1"/>
          </p:nvPr>
        </p:nvSpPr>
        <p:spPr>
          <a:xfrm>
            <a:off x="1171194" y="2296745"/>
            <a:ext cx="11462767" cy="1818054"/>
          </a:xfrm>
        </p:spPr>
        <p:txBody>
          <a:bodyPr>
            <a:normAutofit/>
          </a:bodyPr>
          <a:lstStyle>
            <a:lvl1pPr>
              <a:lnSpc>
                <a:spcPct val="110000"/>
              </a:lnSpc>
              <a:buNone/>
              <a:defRPr sz="2400"/>
            </a:lvl1pPr>
          </a:lstStyle>
          <a:p>
            <a:pPr lvl="0"/>
            <a:r>
              <a:rPr kumimoji="1" lang="zh-CN" altLang="en-US" dirty="0"/>
              <a:t>文本</a:t>
            </a:r>
            <a:endParaRPr kumimoji="1" lang="en-US" altLang="zh-CN" dirty="0"/>
          </a:p>
        </p:txBody>
      </p:sp>
      <p:pic>
        <p:nvPicPr>
          <p:cNvPr id="24" name="图形 23" descr="条形图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480797" y="5916551"/>
            <a:ext cx="1097280" cy="1097280"/>
          </a:xfrm>
          <a:prstGeom prst="rect">
            <a:avLst/>
          </a:prstGeom>
        </p:spPr>
      </p:pic>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7" name="文本占位符 16"/>
          <p:cNvSpPr>
            <a:spLocks noGrp="1"/>
          </p:cNvSpPr>
          <p:nvPr>
            <p:ph type="body" sz="quarter" idx="19" hasCustomPrompt="1"/>
          </p:nvPr>
        </p:nvSpPr>
        <p:spPr>
          <a:xfrm>
            <a:off x="1171194" y="4728369"/>
            <a:ext cx="4015740" cy="538544"/>
          </a:xfrm>
        </p:spPr>
        <p:txBody>
          <a:bodyPr/>
          <a:lstStyle>
            <a:lvl1pPr>
              <a:buNone/>
              <a:defRPr b="1">
                <a:solidFill>
                  <a:srgbClr val="618BAC"/>
                </a:solidFill>
              </a:defRPr>
            </a:lvl1pPr>
          </a:lstStyle>
          <a:p>
            <a:pPr lvl="0"/>
            <a:r>
              <a:rPr kumimoji="1" lang="zh-CN" altLang="en-US" dirty="0"/>
              <a:t>文本</a:t>
            </a:r>
            <a:endParaRPr kumimoji="1" lang="zh-CN" altLang="en-US" dirty="0"/>
          </a:p>
        </p:txBody>
      </p:sp>
      <p:sp>
        <p:nvSpPr>
          <p:cNvPr id="11" name="文本占位符 22"/>
          <p:cNvSpPr>
            <a:spLocks noGrp="1"/>
          </p:cNvSpPr>
          <p:nvPr>
            <p:ph type="body" sz="quarter" idx="20" hasCustomPrompt="1"/>
          </p:nvPr>
        </p:nvSpPr>
        <p:spPr>
          <a:xfrm>
            <a:off x="1171194" y="5296253"/>
            <a:ext cx="11462767" cy="1818054"/>
          </a:xfrm>
        </p:spPr>
        <p:txBody>
          <a:bodyPr>
            <a:normAutofit/>
          </a:bodyPr>
          <a:lstStyle>
            <a:lvl1pPr>
              <a:lnSpc>
                <a:spcPct val="110000"/>
              </a:lnSpc>
              <a:buNone/>
              <a:defRPr sz="2400"/>
            </a:lvl1pPr>
          </a:lstStyle>
          <a:p>
            <a:pPr lvl="0"/>
            <a:r>
              <a:rPr kumimoji="1" lang="zh-CN" altLang="en-US" dirty="0"/>
              <a:t>文本</a:t>
            </a:r>
            <a:endParaRPr kumimoji="1" lang="en-US" altLang="zh-CN" dirty="0"/>
          </a:p>
        </p:txBody>
      </p:sp>
    </p:spTree>
  </p:cSld>
  <p:clrMapOvr>
    <a:masterClrMapping/>
  </p:clrMapOvr>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18_空白">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776733" y="1915669"/>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占位符 1"/>
          <p:cNvSpPr>
            <a:spLocks noGrp="1"/>
          </p:cNvSpPr>
          <p:nvPr>
            <p:ph type="title"/>
          </p:nvPr>
        </p:nvSpPr>
        <p:spPr>
          <a:xfrm>
            <a:off x="1735836" y="352807"/>
            <a:ext cx="11888724" cy="1058418"/>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7" name="文本占位符 10"/>
          <p:cNvSpPr>
            <a:spLocks noGrp="1"/>
          </p:cNvSpPr>
          <p:nvPr>
            <p:ph type="body" sz="quarter" idx="13" hasCustomPrompt="1"/>
          </p:nvPr>
        </p:nvSpPr>
        <p:spPr>
          <a:xfrm>
            <a:off x="851916" y="2027678"/>
            <a:ext cx="6057010"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10" name="文本占位符 12"/>
          <p:cNvSpPr>
            <a:spLocks noGrp="1"/>
          </p:cNvSpPr>
          <p:nvPr>
            <p:ph type="body" sz="quarter" idx="14"/>
          </p:nvPr>
        </p:nvSpPr>
        <p:spPr>
          <a:xfrm>
            <a:off x="851916" y="2563541"/>
            <a:ext cx="6057010" cy="17710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15" name="矩形 14"/>
          <p:cNvSpPr/>
          <p:nvPr/>
        </p:nvSpPr>
        <p:spPr>
          <a:xfrm>
            <a:off x="7703567" y="1915669"/>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矩形 15"/>
          <p:cNvSpPr/>
          <p:nvPr/>
        </p:nvSpPr>
        <p:spPr>
          <a:xfrm>
            <a:off x="776732" y="4771645"/>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7" name="矩形 16"/>
          <p:cNvSpPr/>
          <p:nvPr/>
        </p:nvSpPr>
        <p:spPr>
          <a:xfrm>
            <a:off x="7680199" y="4771644"/>
            <a:ext cx="6150102" cy="2418968"/>
          </a:xfrm>
          <a:prstGeom prst="rect">
            <a:avLst/>
          </a:prstGeom>
          <a:solidFill>
            <a:schemeClr val="bg1"/>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8" name="文本占位符 10"/>
          <p:cNvSpPr>
            <a:spLocks noGrp="1"/>
          </p:cNvSpPr>
          <p:nvPr>
            <p:ph type="body" sz="quarter" idx="15" hasCustomPrompt="1"/>
          </p:nvPr>
        </p:nvSpPr>
        <p:spPr>
          <a:xfrm>
            <a:off x="7721477" y="2044822"/>
            <a:ext cx="6114029"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19" name="文本占位符 12"/>
          <p:cNvSpPr>
            <a:spLocks noGrp="1"/>
          </p:cNvSpPr>
          <p:nvPr>
            <p:ph type="body" sz="quarter" idx="16"/>
          </p:nvPr>
        </p:nvSpPr>
        <p:spPr>
          <a:xfrm>
            <a:off x="7721477" y="2580686"/>
            <a:ext cx="6114029" cy="17710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20" name="文本占位符 10"/>
          <p:cNvSpPr>
            <a:spLocks noGrp="1"/>
          </p:cNvSpPr>
          <p:nvPr>
            <p:ph type="body" sz="quarter" idx="17" hasCustomPrompt="1"/>
          </p:nvPr>
        </p:nvSpPr>
        <p:spPr>
          <a:xfrm>
            <a:off x="758824" y="4908037"/>
            <a:ext cx="6150102"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1" name="文本占位符 12"/>
          <p:cNvSpPr>
            <a:spLocks noGrp="1"/>
          </p:cNvSpPr>
          <p:nvPr>
            <p:ph type="body" sz="quarter" idx="18"/>
          </p:nvPr>
        </p:nvSpPr>
        <p:spPr>
          <a:xfrm>
            <a:off x="758824" y="5443900"/>
            <a:ext cx="6150102" cy="17710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22" name="文本占位符 10"/>
          <p:cNvSpPr>
            <a:spLocks noGrp="1"/>
          </p:cNvSpPr>
          <p:nvPr>
            <p:ph type="body" sz="quarter" idx="19" hasCustomPrompt="1"/>
          </p:nvPr>
        </p:nvSpPr>
        <p:spPr>
          <a:xfrm>
            <a:off x="7680198" y="4908037"/>
            <a:ext cx="6155308" cy="526729"/>
          </a:xfrm>
        </p:spPr>
        <p:txBody>
          <a:bodyPr>
            <a:noAutofit/>
          </a:bodyPr>
          <a:lstStyle>
            <a:lvl1pPr>
              <a:buNone/>
              <a:defRPr sz="264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3" name="文本占位符 12"/>
          <p:cNvSpPr>
            <a:spLocks noGrp="1"/>
          </p:cNvSpPr>
          <p:nvPr>
            <p:ph type="body" sz="quarter" idx="20"/>
          </p:nvPr>
        </p:nvSpPr>
        <p:spPr>
          <a:xfrm>
            <a:off x="7680198" y="5443900"/>
            <a:ext cx="6155308" cy="1771096"/>
          </a:xfrm>
        </p:spPr>
        <p:txBody>
          <a:bodyPr>
            <a:normAutofit/>
          </a:bodyPr>
          <a:lstStyle>
            <a:lvl1pPr>
              <a:buNone/>
              <a:defRPr sz="2400"/>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27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1042805" y="2060411"/>
            <a:ext cx="2165195" cy="2146216"/>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grpSp>
        <p:nvGrpSpPr>
          <p:cNvPr id="5" name="Group 10"/>
          <p:cNvGrpSpPr/>
          <p:nvPr/>
        </p:nvGrpSpPr>
        <p:grpSpPr>
          <a:xfrm>
            <a:off x="4270993" y="1499276"/>
            <a:ext cx="9217523" cy="1417883"/>
            <a:chOff x="3492253" y="1182489"/>
            <a:chExt cx="7681269" cy="1181569"/>
          </a:xfrm>
        </p:grpSpPr>
        <p:sp>
          <p:nvSpPr>
            <p:cNvPr id="7" name="Rectangle 4"/>
            <p:cNvSpPr/>
            <p:nvPr/>
          </p:nvSpPr>
          <p:spPr>
            <a:xfrm>
              <a:off x="3492253" y="1182489"/>
              <a:ext cx="7681269" cy="1181569"/>
            </a:xfrm>
            <a:prstGeom prst="rect">
              <a:avLst/>
            </a:prstGeom>
            <a:solidFill>
              <a:schemeClr val="bg1"/>
            </a:solidFill>
            <a:ln>
              <a:noFill/>
            </a:ln>
            <a:effectLst>
              <a:outerShdw blurRad="381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defRPr/>
              </a:pPr>
              <a:endParaRPr kumimoji="0" lang="en-US" sz="216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0" name="Straight Connector 5"/>
            <p:cNvCxnSpPr/>
            <p:nvPr/>
          </p:nvCxnSpPr>
          <p:spPr>
            <a:xfrm>
              <a:off x="4845524" y="1214905"/>
              <a:ext cx="6327998" cy="0"/>
            </a:xfrm>
            <a:prstGeom prst="line">
              <a:avLst/>
            </a:prstGeom>
            <a:ln w="63500">
              <a:solidFill>
                <a:srgbClr val="618CAC"/>
              </a:solidFill>
            </a:ln>
          </p:spPr>
          <p:style>
            <a:lnRef idx="1">
              <a:schemeClr val="accent1"/>
            </a:lnRef>
            <a:fillRef idx="0">
              <a:schemeClr val="accent1"/>
            </a:fillRef>
            <a:effectRef idx="0">
              <a:schemeClr val="accent1"/>
            </a:effectRef>
            <a:fontRef idx="minor">
              <a:schemeClr val="tx1"/>
            </a:fontRef>
          </p:style>
        </p:cxnSp>
        <p:sp>
          <p:nvSpPr>
            <p:cNvPr id="12" name="Title 3"/>
            <p:cNvSpPr txBox="1"/>
            <p:nvPr/>
          </p:nvSpPr>
          <p:spPr>
            <a:xfrm>
              <a:off x="3679043" y="1384559"/>
              <a:ext cx="1166481" cy="847547"/>
            </a:xfrm>
            <a:prstGeom prst="rect">
              <a:avLst/>
            </a:prstGeom>
          </p:spPr>
          <p:txBody>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1097280" rtl="0" eaLnBrk="1" fontAlgn="auto" latinLnBrk="0" hangingPunct="1">
                <a:lnSpc>
                  <a:spcPct val="80000"/>
                </a:lnSpc>
                <a:spcBef>
                  <a:spcPct val="0"/>
                </a:spcBef>
                <a:spcAft>
                  <a:spcPts val="0"/>
                </a:spcAft>
                <a:buClrTx/>
                <a:buSzTx/>
                <a:buFontTx/>
                <a:buNone/>
                <a:defRPr/>
              </a:pPr>
              <a:r>
                <a:rPr kumimoji="0" lang="en-US" sz="7920" b="1" i="0" u="none" strike="noStrike" kern="1200" cap="none" spc="0" normalizeH="0" baseline="0" noProof="0" dirty="0">
                  <a:ln>
                    <a:noFill/>
                  </a:ln>
                  <a:solidFill>
                    <a:srgbClr val="222222">
                      <a:alpha val="30000"/>
                    </a:srgbClr>
                  </a:solidFill>
                  <a:effectLst/>
                  <a:uLnTx/>
                  <a:uFillTx/>
                  <a:latin typeface="Bebas Neue" charset="0"/>
                </a:rPr>
                <a:t>01</a:t>
              </a:r>
              <a:endParaRPr kumimoji="0" lang="en-US" sz="7920" b="1" i="0" u="none" strike="noStrike" kern="1200" cap="none" spc="0" normalizeH="0" baseline="0" noProof="0" dirty="0">
                <a:ln>
                  <a:noFill/>
                </a:ln>
                <a:solidFill>
                  <a:srgbClr val="222222">
                    <a:alpha val="30000"/>
                  </a:srgbClr>
                </a:solidFill>
                <a:effectLst/>
                <a:uLnTx/>
                <a:uFillTx/>
                <a:latin typeface="Bebas Neue" charset="0"/>
              </a:endParaRPr>
            </a:p>
          </p:txBody>
        </p:sp>
      </p:grpSp>
      <p:grpSp>
        <p:nvGrpSpPr>
          <p:cNvPr id="13" name="Group 22"/>
          <p:cNvGrpSpPr/>
          <p:nvPr/>
        </p:nvGrpSpPr>
        <p:grpSpPr>
          <a:xfrm>
            <a:off x="4270993" y="3479680"/>
            <a:ext cx="9217523" cy="1417883"/>
            <a:chOff x="3492253" y="1182489"/>
            <a:chExt cx="7681269" cy="1181569"/>
          </a:xfrm>
        </p:grpSpPr>
        <p:sp>
          <p:nvSpPr>
            <p:cNvPr id="14" name="Rectangle 23"/>
            <p:cNvSpPr/>
            <p:nvPr/>
          </p:nvSpPr>
          <p:spPr>
            <a:xfrm>
              <a:off x="3492253" y="1182489"/>
              <a:ext cx="7681269" cy="1181569"/>
            </a:xfrm>
            <a:prstGeom prst="rect">
              <a:avLst/>
            </a:prstGeom>
            <a:solidFill>
              <a:schemeClr val="bg1"/>
            </a:solidFill>
            <a:ln>
              <a:noFill/>
            </a:ln>
            <a:effectLst>
              <a:outerShdw blurRad="381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defRPr/>
              </a:pPr>
              <a:endParaRPr kumimoji="0" lang="en-US" sz="216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5" name="Straight Connector 24"/>
            <p:cNvCxnSpPr/>
            <p:nvPr/>
          </p:nvCxnSpPr>
          <p:spPr>
            <a:xfrm>
              <a:off x="4845524" y="1214905"/>
              <a:ext cx="6327998" cy="0"/>
            </a:xfrm>
            <a:prstGeom prst="line">
              <a:avLst/>
            </a:prstGeom>
            <a:ln w="63500">
              <a:solidFill>
                <a:srgbClr val="618CAC"/>
              </a:solidFill>
            </a:ln>
          </p:spPr>
          <p:style>
            <a:lnRef idx="1">
              <a:schemeClr val="accent1"/>
            </a:lnRef>
            <a:fillRef idx="0">
              <a:schemeClr val="accent1"/>
            </a:fillRef>
            <a:effectRef idx="0">
              <a:schemeClr val="accent1"/>
            </a:effectRef>
            <a:fontRef idx="minor">
              <a:schemeClr val="tx1"/>
            </a:fontRef>
          </p:style>
        </p:cxnSp>
        <p:sp>
          <p:nvSpPr>
            <p:cNvPr id="17" name="Title 3"/>
            <p:cNvSpPr txBox="1"/>
            <p:nvPr/>
          </p:nvSpPr>
          <p:spPr>
            <a:xfrm>
              <a:off x="3679043" y="1384559"/>
              <a:ext cx="1166481" cy="847547"/>
            </a:xfrm>
            <a:prstGeom prst="rect">
              <a:avLst/>
            </a:prstGeom>
          </p:spPr>
          <p:txBody>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1097280" rtl="0" eaLnBrk="1" fontAlgn="auto" latinLnBrk="0" hangingPunct="1">
                <a:lnSpc>
                  <a:spcPct val="80000"/>
                </a:lnSpc>
                <a:spcBef>
                  <a:spcPct val="0"/>
                </a:spcBef>
                <a:spcAft>
                  <a:spcPts val="0"/>
                </a:spcAft>
                <a:buClrTx/>
                <a:buSzTx/>
                <a:buFontTx/>
                <a:buNone/>
                <a:defRPr/>
              </a:pPr>
              <a:r>
                <a:rPr kumimoji="0" lang="en-US" sz="7920" b="1" i="0" u="none" strike="noStrike" kern="1200" cap="none" spc="0" normalizeH="0" baseline="0" noProof="0" dirty="0">
                  <a:ln>
                    <a:noFill/>
                  </a:ln>
                  <a:solidFill>
                    <a:srgbClr val="222222">
                      <a:alpha val="30000"/>
                    </a:srgbClr>
                  </a:solidFill>
                  <a:effectLst/>
                  <a:uLnTx/>
                  <a:uFillTx/>
                  <a:latin typeface="Bebas Neue" charset="0"/>
                </a:rPr>
                <a:t>02</a:t>
              </a:r>
              <a:endParaRPr kumimoji="0" lang="en-US" sz="7920" b="1" i="0" u="none" strike="noStrike" kern="1200" cap="none" spc="0" normalizeH="0" baseline="0" noProof="0" dirty="0">
                <a:ln>
                  <a:noFill/>
                </a:ln>
                <a:solidFill>
                  <a:srgbClr val="222222">
                    <a:alpha val="30000"/>
                  </a:srgbClr>
                </a:solidFill>
                <a:effectLst/>
                <a:uLnTx/>
                <a:uFillTx/>
                <a:latin typeface="Bebas Neue" charset="0"/>
              </a:endParaRPr>
            </a:p>
          </p:txBody>
        </p:sp>
      </p:grpSp>
      <p:grpSp>
        <p:nvGrpSpPr>
          <p:cNvPr id="18" name="Group 27"/>
          <p:cNvGrpSpPr/>
          <p:nvPr/>
        </p:nvGrpSpPr>
        <p:grpSpPr>
          <a:xfrm>
            <a:off x="4270993" y="5279421"/>
            <a:ext cx="9217523" cy="1417883"/>
            <a:chOff x="3492253" y="1182489"/>
            <a:chExt cx="7681269" cy="1181569"/>
          </a:xfrm>
        </p:grpSpPr>
        <p:sp>
          <p:nvSpPr>
            <p:cNvPr id="19" name="Rectangle 28"/>
            <p:cNvSpPr/>
            <p:nvPr/>
          </p:nvSpPr>
          <p:spPr>
            <a:xfrm>
              <a:off x="3492253" y="1182489"/>
              <a:ext cx="7681269" cy="1181569"/>
            </a:xfrm>
            <a:prstGeom prst="rect">
              <a:avLst/>
            </a:prstGeom>
            <a:solidFill>
              <a:schemeClr val="bg1"/>
            </a:solidFill>
            <a:ln>
              <a:noFill/>
            </a:ln>
            <a:effectLst>
              <a:outerShdw blurRad="381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defRPr/>
              </a:pPr>
              <a:endParaRPr kumimoji="0" lang="en-US" sz="216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20" name="Straight Connector 29"/>
            <p:cNvCxnSpPr/>
            <p:nvPr/>
          </p:nvCxnSpPr>
          <p:spPr>
            <a:xfrm>
              <a:off x="4845524" y="1214905"/>
              <a:ext cx="6327998" cy="0"/>
            </a:xfrm>
            <a:prstGeom prst="line">
              <a:avLst/>
            </a:prstGeom>
            <a:ln w="63500">
              <a:solidFill>
                <a:srgbClr val="618CAC"/>
              </a:solidFill>
            </a:ln>
          </p:spPr>
          <p:style>
            <a:lnRef idx="1">
              <a:schemeClr val="accent1"/>
            </a:lnRef>
            <a:fillRef idx="0">
              <a:schemeClr val="accent1"/>
            </a:fillRef>
            <a:effectRef idx="0">
              <a:schemeClr val="accent1"/>
            </a:effectRef>
            <a:fontRef idx="minor">
              <a:schemeClr val="tx1"/>
            </a:fontRef>
          </p:style>
        </p:cxnSp>
        <p:sp>
          <p:nvSpPr>
            <p:cNvPr id="22" name="Title 3"/>
            <p:cNvSpPr txBox="1"/>
            <p:nvPr/>
          </p:nvSpPr>
          <p:spPr>
            <a:xfrm>
              <a:off x="3679043" y="1384559"/>
              <a:ext cx="1166481" cy="847547"/>
            </a:xfrm>
            <a:prstGeom prst="rect">
              <a:avLst/>
            </a:prstGeom>
          </p:spPr>
          <p:txBody>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1097280" rtl="0" eaLnBrk="1" fontAlgn="auto" latinLnBrk="0" hangingPunct="1">
                <a:lnSpc>
                  <a:spcPct val="80000"/>
                </a:lnSpc>
                <a:spcBef>
                  <a:spcPct val="0"/>
                </a:spcBef>
                <a:spcAft>
                  <a:spcPts val="0"/>
                </a:spcAft>
                <a:buClrTx/>
                <a:buSzTx/>
                <a:buFontTx/>
                <a:buNone/>
                <a:defRPr/>
              </a:pPr>
              <a:r>
                <a:rPr kumimoji="0" lang="en-US" sz="7920" b="1" i="0" u="none" strike="noStrike" kern="1200" cap="none" spc="0" normalizeH="0" baseline="0" noProof="0" dirty="0">
                  <a:ln>
                    <a:noFill/>
                  </a:ln>
                  <a:solidFill>
                    <a:srgbClr val="222222">
                      <a:alpha val="30000"/>
                    </a:srgbClr>
                  </a:solidFill>
                  <a:effectLst/>
                  <a:uLnTx/>
                  <a:uFillTx/>
                  <a:latin typeface="Bebas Neue" charset="0"/>
                </a:rPr>
                <a:t>03</a:t>
              </a:r>
              <a:endParaRPr kumimoji="0" lang="en-US" sz="7920" b="1" i="0" u="none" strike="noStrike" kern="1200" cap="none" spc="0" normalizeH="0" baseline="0" noProof="0" dirty="0">
                <a:ln>
                  <a:noFill/>
                </a:ln>
                <a:solidFill>
                  <a:srgbClr val="222222">
                    <a:alpha val="30000"/>
                  </a:srgbClr>
                </a:solidFill>
                <a:effectLst/>
                <a:uLnTx/>
                <a:uFillTx/>
                <a:latin typeface="Bebas Neue" charset="0"/>
              </a:endParaRPr>
            </a:p>
          </p:txBody>
        </p:sp>
      </p:grpSp>
      <p:sp>
        <p:nvSpPr>
          <p:cNvPr id="23" name="标题占位符 1"/>
          <p:cNvSpPr>
            <a:spLocks noGrp="1"/>
          </p:cNvSpPr>
          <p:nvPr>
            <p:ph type="title"/>
          </p:nvPr>
        </p:nvSpPr>
        <p:spPr>
          <a:xfrm>
            <a:off x="5894917" y="1716024"/>
            <a:ext cx="7593598" cy="950136"/>
          </a:xfrm>
          <a:prstGeom prst="rect">
            <a:avLst/>
          </a:prstGeom>
        </p:spPr>
        <p:txBody>
          <a:bodyPr vert="horz" lIns="91440" tIns="45720" rIns="91440" bIns="45720" rtlCol="0" anchor="ctr">
            <a:normAutofit/>
          </a:bodyPr>
          <a:lstStyle>
            <a:lvl1pPr>
              <a:defRPr lang="zh-CN" altLang="en-US" dirty="0"/>
            </a:lvl1pPr>
          </a:lstStyle>
          <a:p>
            <a:pPr lvl="0"/>
            <a:r>
              <a:rPr lang="zh-CN" altLang="en-US"/>
              <a:t>单击此处编辑母版标题样式</a:t>
            </a:r>
            <a:endParaRPr lang="zh-CN" altLang="en-US" dirty="0"/>
          </a:p>
        </p:txBody>
      </p:sp>
      <p:sp>
        <p:nvSpPr>
          <p:cNvPr id="43" name="文本占位符 42"/>
          <p:cNvSpPr>
            <a:spLocks noGrp="1"/>
          </p:cNvSpPr>
          <p:nvPr>
            <p:ph type="body" sz="quarter" idx="13"/>
          </p:nvPr>
        </p:nvSpPr>
        <p:spPr>
          <a:xfrm>
            <a:off x="5894917" y="3750184"/>
            <a:ext cx="7593598" cy="808398"/>
          </a:xfrm>
        </p:spPr>
        <p:txBody>
          <a:bodyPr>
            <a:normAutofit/>
          </a:bodyPr>
          <a:lstStyle>
            <a:lvl1pPr marL="0">
              <a:buNone/>
              <a:defRPr sz="3360" b="1"/>
            </a:lvl1pPr>
          </a:lstStyle>
          <a:p>
            <a:pPr lvl="0"/>
            <a:r>
              <a:rPr kumimoji="1" lang="zh-CN" altLang="en-US"/>
              <a:t>单击此处编辑母版文本样式</a:t>
            </a:r>
            <a:endParaRPr kumimoji="1" lang="zh-CN" altLang="en-US"/>
          </a:p>
        </p:txBody>
      </p:sp>
      <p:sp>
        <p:nvSpPr>
          <p:cNvPr id="44" name="文本占位符 42"/>
          <p:cNvSpPr>
            <a:spLocks noGrp="1"/>
          </p:cNvSpPr>
          <p:nvPr>
            <p:ph type="body" sz="quarter" idx="14"/>
          </p:nvPr>
        </p:nvSpPr>
        <p:spPr>
          <a:xfrm>
            <a:off x="5914868" y="5505832"/>
            <a:ext cx="7593598" cy="808398"/>
          </a:xfrm>
        </p:spPr>
        <p:txBody>
          <a:bodyPr>
            <a:normAutofit/>
          </a:bodyPr>
          <a:lstStyle>
            <a:lvl1pPr marL="0">
              <a:buNone/>
              <a:defRPr sz="3360" b="1"/>
            </a:lvl1pPr>
          </a:lstStyle>
          <a:p>
            <a:pPr lvl="0"/>
            <a:r>
              <a:rPr kumimoji="1" lang="zh-CN" altLang="en-US"/>
              <a:t>单击此处编辑母版文本样式</a:t>
            </a:r>
            <a:endParaRPr kumimoji="1" lang="zh-CN" altLang="en-US"/>
          </a:p>
        </p:txBody>
      </p:sp>
      <p:sp>
        <p:nvSpPr>
          <p:cNvPr id="45" name="文本占位符 42"/>
          <p:cNvSpPr>
            <a:spLocks noGrp="1"/>
          </p:cNvSpPr>
          <p:nvPr>
            <p:ph type="body" sz="quarter" idx="15"/>
          </p:nvPr>
        </p:nvSpPr>
        <p:spPr>
          <a:xfrm>
            <a:off x="448420" y="4687859"/>
            <a:ext cx="3291840" cy="1540468"/>
          </a:xfrm>
        </p:spPr>
        <p:txBody>
          <a:bodyPr>
            <a:normAutofit/>
          </a:bodyPr>
          <a:lstStyle>
            <a:lvl1pPr marL="0" algn="ctr">
              <a:buNone/>
              <a:defRPr sz="3840" b="1"/>
            </a:lvl1pPr>
          </a:lstStyle>
          <a:p>
            <a:pPr lvl="0"/>
            <a:r>
              <a:rPr kumimoji="1" lang="zh-CN" altLang="en-US"/>
              <a:t>单击此处编辑母版文本样式</a:t>
            </a: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5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1+#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50000" fill="hold" nodeType="withEffect">
                                  <p:stCondLst>
                                    <p:cond delay="3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500" fill="hold"/>
                                        <p:tgtEl>
                                          <p:spTgt spid="13"/>
                                        </p:tgtEl>
                                        <p:attrNameLst>
                                          <p:attrName>ppt_x</p:attrName>
                                        </p:attrNameLst>
                                      </p:cBhvr>
                                      <p:tavLst>
                                        <p:tav tm="0">
                                          <p:val>
                                            <p:strVal val="1+#ppt_w/2"/>
                                          </p:val>
                                        </p:tav>
                                        <p:tav tm="100000">
                                          <p:val>
                                            <p:strVal val="#ppt_x"/>
                                          </p:val>
                                        </p:tav>
                                      </p:tavLst>
                                    </p:anim>
                                    <p:anim calcmode="lin" valueType="num">
                                      <p:cBhvr additive="base">
                                        <p:cTn id="12" dur="1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50000" fill="hold" nodeType="withEffect">
                                  <p:stCondLst>
                                    <p:cond delay="60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1500" fill="hold"/>
                                        <p:tgtEl>
                                          <p:spTgt spid="18"/>
                                        </p:tgtEl>
                                        <p:attrNameLst>
                                          <p:attrName>ppt_x</p:attrName>
                                        </p:attrNameLst>
                                      </p:cBhvr>
                                      <p:tavLst>
                                        <p:tav tm="0">
                                          <p:val>
                                            <p:strVal val="1+#ppt_w/2"/>
                                          </p:val>
                                        </p:tav>
                                        <p:tav tm="100000">
                                          <p:val>
                                            <p:strVal val="#ppt_x"/>
                                          </p:val>
                                        </p:tav>
                                      </p:tavLst>
                                    </p:anim>
                                    <p:anim calcmode="lin" valueType="num">
                                      <p:cBhvr additive="base">
                                        <p:cTn id="16" dur="1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10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0" name="任意形状 9"/>
          <p:cNvSpPr/>
          <p:nvPr/>
        </p:nvSpPr>
        <p:spPr>
          <a:xfrm>
            <a:off x="154304" y="1405891"/>
            <a:ext cx="14333220" cy="5640706"/>
          </a:xfrm>
          <a:custGeom>
            <a:avLst/>
            <a:gdLst>
              <a:gd name="connsiteX0" fmla="*/ 0 w 12615862"/>
              <a:gd name="connsiteY0" fmla="*/ 4783223 h 4783223"/>
              <a:gd name="connsiteX1" fmla="*/ 2371725 w 12615862"/>
              <a:gd name="connsiteY1" fmla="*/ 2668673 h 4783223"/>
              <a:gd name="connsiteX2" fmla="*/ 6415087 w 12615862"/>
              <a:gd name="connsiteY2" fmla="*/ 2682960 h 4783223"/>
              <a:gd name="connsiteX3" fmla="*/ 9144000 w 12615862"/>
              <a:gd name="connsiteY3" fmla="*/ 1197060 h 4783223"/>
              <a:gd name="connsiteX4" fmla="*/ 11944350 w 12615862"/>
              <a:gd name="connsiteY4" fmla="*/ 82635 h 4783223"/>
              <a:gd name="connsiteX5" fmla="*/ 12615862 w 12615862"/>
              <a:gd name="connsiteY5" fmla="*/ 168360 h 4783223"/>
              <a:gd name="connsiteX0-1" fmla="*/ 0 w 12615862"/>
              <a:gd name="connsiteY0-2" fmla="*/ 4783223 h 4783223"/>
              <a:gd name="connsiteX1-3" fmla="*/ 2671762 w 12615862"/>
              <a:gd name="connsiteY1-4" fmla="*/ 3025860 h 4783223"/>
              <a:gd name="connsiteX2-5" fmla="*/ 6415087 w 12615862"/>
              <a:gd name="connsiteY2-6" fmla="*/ 2682960 h 4783223"/>
              <a:gd name="connsiteX3-7" fmla="*/ 9144000 w 12615862"/>
              <a:gd name="connsiteY3-8" fmla="*/ 1197060 h 4783223"/>
              <a:gd name="connsiteX4-9" fmla="*/ 11944350 w 12615862"/>
              <a:gd name="connsiteY4-10" fmla="*/ 82635 h 4783223"/>
              <a:gd name="connsiteX5-11" fmla="*/ 12615862 w 12615862"/>
              <a:gd name="connsiteY5-12" fmla="*/ 168360 h 4783223"/>
              <a:gd name="connsiteX0-13" fmla="*/ 0 w 12615862"/>
              <a:gd name="connsiteY0-14" fmla="*/ 4783223 h 4783223"/>
              <a:gd name="connsiteX1-15" fmla="*/ 2671762 w 12615862"/>
              <a:gd name="connsiteY1-16" fmla="*/ 3025860 h 4783223"/>
              <a:gd name="connsiteX2-17" fmla="*/ 6415087 w 12615862"/>
              <a:gd name="connsiteY2-18" fmla="*/ 2682960 h 4783223"/>
              <a:gd name="connsiteX3-19" fmla="*/ 8972550 w 12615862"/>
              <a:gd name="connsiteY3-20" fmla="*/ 1725697 h 4783223"/>
              <a:gd name="connsiteX4-21" fmla="*/ 11944350 w 12615862"/>
              <a:gd name="connsiteY4-22" fmla="*/ 82635 h 4783223"/>
              <a:gd name="connsiteX5-23" fmla="*/ 12615862 w 12615862"/>
              <a:gd name="connsiteY5-24" fmla="*/ 168360 h 4783223"/>
              <a:gd name="connsiteX0-25" fmla="*/ 0 w 12615862"/>
              <a:gd name="connsiteY0-26" fmla="*/ 4783223 h 4783223"/>
              <a:gd name="connsiteX1-27" fmla="*/ 2671762 w 12615862"/>
              <a:gd name="connsiteY1-28" fmla="*/ 3025860 h 4783223"/>
              <a:gd name="connsiteX2-29" fmla="*/ 6515100 w 12615862"/>
              <a:gd name="connsiteY2-30" fmla="*/ 3168735 h 4783223"/>
              <a:gd name="connsiteX3-31" fmla="*/ 8972550 w 12615862"/>
              <a:gd name="connsiteY3-32" fmla="*/ 1725697 h 4783223"/>
              <a:gd name="connsiteX4-33" fmla="*/ 11944350 w 12615862"/>
              <a:gd name="connsiteY4-34" fmla="*/ 82635 h 4783223"/>
              <a:gd name="connsiteX5-35" fmla="*/ 12615862 w 12615862"/>
              <a:gd name="connsiteY5-36" fmla="*/ 168360 h 4783223"/>
              <a:gd name="connsiteX0-37" fmla="*/ 0 w 12615862"/>
              <a:gd name="connsiteY0-38" fmla="*/ 4783223 h 4783223"/>
              <a:gd name="connsiteX1-39" fmla="*/ 2843212 w 12615862"/>
              <a:gd name="connsiteY1-40" fmla="*/ 3483060 h 4783223"/>
              <a:gd name="connsiteX2-41" fmla="*/ 6515100 w 12615862"/>
              <a:gd name="connsiteY2-42" fmla="*/ 3168735 h 4783223"/>
              <a:gd name="connsiteX3-43" fmla="*/ 8972550 w 12615862"/>
              <a:gd name="connsiteY3-44" fmla="*/ 1725697 h 4783223"/>
              <a:gd name="connsiteX4-45" fmla="*/ 11944350 w 12615862"/>
              <a:gd name="connsiteY4-46" fmla="*/ 82635 h 4783223"/>
              <a:gd name="connsiteX5-47" fmla="*/ 12615862 w 12615862"/>
              <a:gd name="connsiteY5-48" fmla="*/ 168360 h 4783223"/>
              <a:gd name="connsiteX0-49" fmla="*/ 0 w 12615862"/>
              <a:gd name="connsiteY0-50" fmla="*/ 4783223 h 4783223"/>
              <a:gd name="connsiteX1-51" fmla="*/ 2843212 w 12615862"/>
              <a:gd name="connsiteY1-52" fmla="*/ 3483060 h 4783223"/>
              <a:gd name="connsiteX2-53" fmla="*/ 6643687 w 12615862"/>
              <a:gd name="connsiteY2-54" fmla="*/ 2911560 h 4783223"/>
              <a:gd name="connsiteX3-55" fmla="*/ 8972550 w 12615862"/>
              <a:gd name="connsiteY3-56" fmla="*/ 1725697 h 4783223"/>
              <a:gd name="connsiteX4-57" fmla="*/ 11944350 w 12615862"/>
              <a:gd name="connsiteY4-58" fmla="*/ 82635 h 4783223"/>
              <a:gd name="connsiteX5-59" fmla="*/ 12615862 w 12615862"/>
              <a:gd name="connsiteY5-60" fmla="*/ 168360 h 4783223"/>
              <a:gd name="connsiteX0-61" fmla="*/ 0 w 12558712"/>
              <a:gd name="connsiteY0-62" fmla="*/ 4996987 h 4996987"/>
              <a:gd name="connsiteX1-63" fmla="*/ 2843212 w 12558712"/>
              <a:gd name="connsiteY1-64" fmla="*/ 3696824 h 4996987"/>
              <a:gd name="connsiteX2-65" fmla="*/ 6643687 w 12558712"/>
              <a:gd name="connsiteY2-66" fmla="*/ 3125324 h 4996987"/>
              <a:gd name="connsiteX3-67" fmla="*/ 8972550 w 12558712"/>
              <a:gd name="connsiteY3-68" fmla="*/ 1939461 h 4996987"/>
              <a:gd name="connsiteX4-69" fmla="*/ 11944350 w 12558712"/>
              <a:gd name="connsiteY4-70" fmla="*/ 296399 h 4996987"/>
              <a:gd name="connsiteX5-71" fmla="*/ 12558712 w 12558712"/>
              <a:gd name="connsiteY5-72" fmla="*/ 39224 h 4996987"/>
              <a:gd name="connsiteX0-73" fmla="*/ 0 w 12294055"/>
              <a:gd name="connsiteY0-74" fmla="*/ 4749052 h 4749052"/>
              <a:gd name="connsiteX1-75" fmla="*/ 2843212 w 12294055"/>
              <a:gd name="connsiteY1-76" fmla="*/ 3448889 h 4749052"/>
              <a:gd name="connsiteX2-77" fmla="*/ 6643687 w 12294055"/>
              <a:gd name="connsiteY2-78" fmla="*/ 2877389 h 4749052"/>
              <a:gd name="connsiteX3-79" fmla="*/ 8972550 w 12294055"/>
              <a:gd name="connsiteY3-80" fmla="*/ 1691526 h 4749052"/>
              <a:gd name="connsiteX4-81" fmla="*/ 11944350 w 12294055"/>
              <a:gd name="connsiteY4-82" fmla="*/ 48464 h 4749052"/>
              <a:gd name="connsiteX5-83" fmla="*/ 12244387 w 12294055"/>
              <a:gd name="connsiteY5-84" fmla="*/ 334214 h 4749052"/>
              <a:gd name="connsiteX0-85" fmla="*/ 0 w 12268476"/>
              <a:gd name="connsiteY0-86" fmla="*/ 4796600 h 4796600"/>
              <a:gd name="connsiteX1-87" fmla="*/ 2843212 w 12268476"/>
              <a:gd name="connsiteY1-88" fmla="*/ 3496437 h 4796600"/>
              <a:gd name="connsiteX2-89" fmla="*/ 6643687 w 12268476"/>
              <a:gd name="connsiteY2-90" fmla="*/ 2924937 h 4796600"/>
              <a:gd name="connsiteX3-91" fmla="*/ 8972550 w 12268476"/>
              <a:gd name="connsiteY3-92" fmla="*/ 1739074 h 4796600"/>
              <a:gd name="connsiteX4-93" fmla="*/ 11944350 w 12268476"/>
              <a:gd name="connsiteY4-94" fmla="*/ 96012 h 4796600"/>
              <a:gd name="connsiteX5-95" fmla="*/ 12187237 w 12268476"/>
              <a:gd name="connsiteY5-96" fmla="*/ 138874 h 4796600"/>
              <a:gd name="connsiteX0-97" fmla="*/ 0 w 12644437"/>
              <a:gd name="connsiteY0-98" fmla="*/ 4959796 h 4959796"/>
              <a:gd name="connsiteX1-99" fmla="*/ 2843212 w 12644437"/>
              <a:gd name="connsiteY1-100" fmla="*/ 3659633 h 4959796"/>
              <a:gd name="connsiteX2-101" fmla="*/ 6643687 w 12644437"/>
              <a:gd name="connsiteY2-102" fmla="*/ 3088133 h 4959796"/>
              <a:gd name="connsiteX3-103" fmla="*/ 8972550 w 12644437"/>
              <a:gd name="connsiteY3-104" fmla="*/ 1902270 h 4959796"/>
              <a:gd name="connsiteX4-105" fmla="*/ 11944350 w 12644437"/>
              <a:gd name="connsiteY4-106" fmla="*/ 259208 h 4959796"/>
              <a:gd name="connsiteX5-107" fmla="*/ 12644437 w 12644437"/>
              <a:gd name="connsiteY5-108" fmla="*/ 44895 h 4959796"/>
              <a:gd name="connsiteX0-109" fmla="*/ 0 w 13258799"/>
              <a:gd name="connsiteY0-110" fmla="*/ 4713321 h 4713321"/>
              <a:gd name="connsiteX1-111" fmla="*/ 2843212 w 13258799"/>
              <a:gd name="connsiteY1-112" fmla="*/ 3413158 h 4713321"/>
              <a:gd name="connsiteX2-113" fmla="*/ 6643687 w 13258799"/>
              <a:gd name="connsiteY2-114" fmla="*/ 2841658 h 4713321"/>
              <a:gd name="connsiteX3-115" fmla="*/ 8972550 w 13258799"/>
              <a:gd name="connsiteY3-116" fmla="*/ 1655795 h 4713321"/>
              <a:gd name="connsiteX4-117" fmla="*/ 11944350 w 13258799"/>
              <a:gd name="connsiteY4-118" fmla="*/ 12733 h 4713321"/>
              <a:gd name="connsiteX5-119" fmla="*/ 13258799 w 13258799"/>
              <a:gd name="connsiteY5-120" fmla="*/ 1584357 h 4713321"/>
              <a:gd name="connsiteX0-121" fmla="*/ 0 w 13264535"/>
              <a:gd name="connsiteY0-122" fmla="*/ 4904709 h 4904709"/>
              <a:gd name="connsiteX1-123" fmla="*/ 2843212 w 13264535"/>
              <a:gd name="connsiteY1-124" fmla="*/ 3604546 h 4904709"/>
              <a:gd name="connsiteX2-125" fmla="*/ 6643687 w 13264535"/>
              <a:gd name="connsiteY2-126" fmla="*/ 3033046 h 4904709"/>
              <a:gd name="connsiteX3-127" fmla="*/ 8972550 w 13264535"/>
              <a:gd name="connsiteY3-128" fmla="*/ 1847183 h 4904709"/>
              <a:gd name="connsiteX4-129" fmla="*/ 11944350 w 13264535"/>
              <a:gd name="connsiteY4-130" fmla="*/ 204121 h 4904709"/>
              <a:gd name="connsiteX5-131" fmla="*/ 13258799 w 13264535"/>
              <a:gd name="connsiteY5-132" fmla="*/ 1775745 h 4904709"/>
              <a:gd name="connsiteX0-133" fmla="*/ 0 w 12827149"/>
              <a:gd name="connsiteY0-134" fmla="*/ 5459774 h 5459774"/>
              <a:gd name="connsiteX1-135" fmla="*/ 2843212 w 12827149"/>
              <a:gd name="connsiteY1-136" fmla="*/ 4159611 h 5459774"/>
              <a:gd name="connsiteX2-137" fmla="*/ 6643687 w 12827149"/>
              <a:gd name="connsiteY2-138" fmla="*/ 3588111 h 5459774"/>
              <a:gd name="connsiteX3-139" fmla="*/ 8972550 w 12827149"/>
              <a:gd name="connsiteY3-140" fmla="*/ 2402248 h 5459774"/>
              <a:gd name="connsiteX4-141" fmla="*/ 11944350 w 12827149"/>
              <a:gd name="connsiteY4-142" fmla="*/ 759186 h 5459774"/>
              <a:gd name="connsiteX5-143" fmla="*/ 12815887 w 12827149"/>
              <a:gd name="connsiteY5-144" fmla="*/ 1244960 h 5459774"/>
              <a:gd name="connsiteX0-145" fmla="*/ 0 w 11944350"/>
              <a:gd name="connsiteY0-146" fmla="*/ 4700588 h 4700588"/>
              <a:gd name="connsiteX1-147" fmla="*/ 2843212 w 11944350"/>
              <a:gd name="connsiteY1-148" fmla="*/ 3400425 h 4700588"/>
              <a:gd name="connsiteX2-149" fmla="*/ 6643687 w 11944350"/>
              <a:gd name="connsiteY2-150" fmla="*/ 2828925 h 4700588"/>
              <a:gd name="connsiteX3-151" fmla="*/ 8972550 w 11944350"/>
              <a:gd name="connsiteY3-152" fmla="*/ 1643062 h 4700588"/>
              <a:gd name="connsiteX4-153" fmla="*/ 11944350 w 11944350"/>
              <a:gd name="connsiteY4-154" fmla="*/ 0 h 47005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944350" h="4700588">
                <a:moveTo>
                  <a:pt x="0" y="4700588"/>
                </a:moveTo>
                <a:cubicBezTo>
                  <a:pt x="651272" y="3818335"/>
                  <a:pt x="1735931" y="3712369"/>
                  <a:pt x="2843212" y="3400425"/>
                </a:cubicBezTo>
                <a:cubicBezTo>
                  <a:pt x="3950493" y="3088481"/>
                  <a:pt x="5622131" y="3121819"/>
                  <a:pt x="6643687" y="2828925"/>
                </a:cubicBezTo>
                <a:cubicBezTo>
                  <a:pt x="7665243" y="2536031"/>
                  <a:pt x="8089106" y="2114549"/>
                  <a:pt x="8972550" y="1643062"/>
                </a:cubicBezTo>
                <a:cubicBezTo>
                  <a:pt x="9855994" y="1171575"/>
                  <a:pt x="11365706" y="171450"/>
                  <a:pt x="11944350" y="0"/>
                </a:cubicBezTo>
              </a:path>
            </a:pathLst>
          </a:custGeom>
          <a:no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椭圆 15"/>
          <p:cNvSpPr/>
          <p:nvPr/>
        </p:nvSpPr>
        <p:spPr>
          <a:xfrm>
            <a:off x="1192531" y="6053710"/>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7" name="椭圆 16"/>
          <p:cNvSpPr/>
          <p:nvPr/>
        </p:nvSpPr>
        <p:spPr>
          <a:xfrm>
            <a:off x="3714748" y="5263515"/>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8" name="椭圆 17"/>
          <p:cNvSpPr/>
          <p:nvPr/>
        </p:nvSpPr>
        <p:spPr>
          <a:xfrm>
            <a:off x="8783860" y="4269098"/>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9" name="椭圆 18"/>
          <p:cNvSpPr/>
          <p:nvPr/>
        </p:nvSpPr>
        <p:spPr>
          <a:xfrm>
            <a:off x="5480686" y="5023485"/>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0" name="椭圆 19"/>
          <p:cNvSpPr/>
          <p:nvPr/>
        </p:nvSpPr>
        <p:spPr>
          <a:xfrm>
            <a:off x="11725657" y="2708912"/>
            <a:ext cx="274321" cy="274321"/>
          </a:xfrm>
          <a:prstGeom prst="ellipse">
            <a:avLst/>
          </a:prstGeom>
          <a:solidFill>
            <a:schemeClr val="bg1"/>
          </a:solidFill>
          <a:ln w="635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3" name="文本占位符 22"/>
          <p:cNvSpPr>
            <a:spLocks noGrp="1"/>
          </p:cNvSpPr>
          <p:nvPr>
            <p:ph type="body" sz="quarter" idx="13" hasCustomPrompt="1"/>
          </p:nvPr>
        </p:nvSpPr>
        <p:spPr>
          <a:xfrm>
            <a:off x="1533143" y="2846073"/>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24" name="文本占位符 22"/>
          <p:cNvSpPr>
            <a:spLocks noGrp="1"/>
          </p:cNvSpPr>
          <p:nvPr>
            <p:ph type="body" sz="quarter" idx="14" hasCustomPrompt="1"/>
          </p:nvPr>
        </p:nvSpPr>
        <p:spPr>
          <a:xfrm>
            <a:off x="1533143" y="3481582"/>
            <a:ext cx="2238756" cy="1456180"/>
          </a:xfrm>
        </p:spPr>
        <p:txBody>
          <a:bodyPr>
            <a:normAutofit/>
          </a:bodyPr>
          <a:lstStyle>
            <a:lvl1pPr>
              <a:buNone/>
              <a:defRPr sz="2160"/>
            </a:lvl1pPr>
          </a:lstStyle>
          <a:p>
            <a:pPr lvl="0"/>
            <a:r>
              <a:rPr kumimoji="1" lang="zh-CN" altLang="en-US" dirty="0"/>
              <a:t>文本</a:t>
            </a:r>
            <a:endParaRPr kumimoji="1" lang="en-US" altLang="zh-CN" dirty="0"/>
          </a:p>
        </p:txBody>
      </p:sp>
      <p:cxnSp>
        <p:nvCxnSpPr>
          <p:cNvPr id="26" name="直线连接符 25"/>
          <p:cNvCxnSpPr/>
          <p:nvPr/>
        </p:nvCxnSpPr>
        <p:spPr>
          <a:xfrm>
            <a:off x="1278636" y="2846073"/>
            <a:ext cx="0" cy="2931793"/>
          </a:xfrm>
          <a:prstGeom prst="line">
            <a:avLst/>
          </a:prstGeom>
          <a:ln w="38100">
            <a:gradFill flip="none" rotWithShape="1">
              <a:gsLst>
                <a:gs pos="0">
                  <a:schemeClr val="accent1">
                    <a:lumMod val="5000"/>
                    <a:lumOff val="95000"/>
                  </a:schemeClr>
                </a:gs>
                <a:gs pos="100000">
                  <a:srgbClr val="618BAC"/>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28" name="文本占位符 22"/>
          <p:cNvSpPr>
            <a:spLocks noGrp="1"/>
          </p:cNvSpPr>
          <p:nvPr>
            <p:ph type="body" sz="quarter" idx="15" hasCustomPrompt="1"/>
          </p:nvPr>
        </p:nvSpPr>
        <p:spPr>
          <a:xfrm>
            <a:off x="4227766" y="5592130"/>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29" name="文本占位符 22"/>
          <p:cNvSpPr>
            <a:spLocks noGrp="1"/>
          </p:cNvSpPr>
          <p:nvPr>
            <p:ph type="body" sz="quarter" idx="16" hasCustomPrompt="1"/>
          </p:nvPr>
        </p:nvSpPr>
        <p:spPr>
          <a:xfrm>
            <a:off x="4227766" y="6227639"/>
            <a:ext cx="2238756" cy="1456180"/>
          </a:xfrm>
        </p:spPr>
        <p:txBody>
          <a:bodyPr>
            <a:normAutofit/>
          </a:bodyPr>
          <a:lstStyle>
            <a:lvl1pPr>
              <a:buNone/>
              <a:defRPr sz="2160"/>
            </a:lvl1pPr>
          </a:lstStyle>
          <a:p>
            <a:pPr lvl="0"/>
            <a:r>
              <a:rPr kumimoji="1" lang="zh-CN" altLang="en-US" dirty="0"/>
              <a:t>文本</a:t>
            </a:r>
            <a:endParaRPr kumimoji="1" lang="en-US" altLang="zh-CN" dirty="0"/>
          </a:p>
        </p:txBody>
      </p:sp>
      <p:cxnSp>
        <p:nvCxnSpPr>
          <p:cNvPr id="31" name="直线连接符 30"/>
          <p:cNvCxnSpPr/>
          <p:nvPr/>
        </p:nvCxnSpPr>
        <p:spPr>
          <a:xfrm>
            <a:off x="4017643" y="5684712"/>
            <a:ext cx="0" cy="1681736"/>
          </a:xfrm>
          <a:prstGeom prst="line">
            <a:avLst/>
          </a:prstGeom>
          <a:ln w="38100">
            <a:gradFill>
              <a:gsLst>
                <a:gs pos="0">
                  <a:schemeClr val="accent1">
                    <a:lumMod val="5000"/>
                    <a:lumOff val="95000"/>
                  </a:schemeClr>
                </a:gs>
                <a:gs pos="100000">
                  <a:srgbClr val="618BAC"/>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2"/>
          <p:cNvSpPr>
            <a:spLocks noGrp="1"/>
          </p:cNvSpPr>
          <p:nvPr>
            <p:ph type="body" sz="quarter" idx="17" hasCustomPrompt="1"/>
          </p:nvPr>
        </p:nvSpPr>
        <p:spPr>
          <a:xfrm>
            <a:off x="5715194" y="2803596"/>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35" name="文本占位符 22"/>
          <p:cNvSpPr>
            <a:spLocks noGrp="1"/>
          </p:cNvSpPr>
          <p:nvPr>
            <p:ph type="body" sz="quarter" idx="18" hasCustomPrompt="1"/>
          </p:nvPr>
        </p:nvSpPr>
        <p:spPr>
          <a:xfrm>
            <a:off x="5715193" y="3439104"/>
            <a:ext cx="2238756" cy="1456180"/>
          </a:xfrm>
        </p:spPr>
        <p:txBody>
          <a:bodyPr>
            <a:normAutofit/>
          </a:bodyPr>
          <a:lstStyle>
            <a:lvl1pPr>
              <a:buNone/>
              <a:defRPr sz="2160"/>
            </a:lvl1pPr>
          </a:lstStyle>
          <a:p>
            <a:pPr lvl="0"/>
            <a:r>
              <a:rPr kumimoji="1" lang="zh-CN" altLang="en-US" dirty="0"/>
              <a:t>文本</a:t>
            </a:r>
            <a:endParaRPr kumimoji="1" lang="en-US" altLang="zh-CN" dirty="0"/>
          </a:p>
        </p:txBody>
      </p:sp>
      <p:sp>
        <p:nvSpPr>
          <p:cNvPr id="36" name="文本占位符 22"/>
          <p:cNvSpPr>
            <a:spLocks noGrp="1"/>
          </p:cNvSpPr>
          <p:nvPr>
            <p:ph type="body" sz="quarter" idx="19" hasCustomPrompt="1"/>
          </p:nvPr>
        </p:nvSpPr>
        <p:spPr>
          <a:xfrm>
            <a:off x="8986267" y="4680584"/>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37" name="文本占位符 22"/>
          <p:cNvSpPr>
            <a:spLocks noGrp="1"/>
          </p:cNvSpPr>
          <p:nvPr>
            <p:ph type="body" sz="quarter" idx="20" hasCustomPrompt="1"/>
          </p:nvPr>
        </p:nvSpPr>
        <p:spPr>
          <a:xfrm>
            <a:off x="8986266" y="5316093"/>
            <a:ext cx="2238756" cy="1456180"/>
          </a:xfrm>
        </p:spPr>
        <p:txBody>
          <a:bodyPr>
            <a:normAutofit/>
          </a:bodyPr>
          <a:lstStyle>
            <a:lvl1pPr>
              <a:buNone/>
              <a:defRPr sz="2160"/>
            </a:lvl1pPr>
          </a:lstStyle>
          <a:p>
            <a:pPr lvl="0"/>
            <a:r>
              <a:rPr kumimoji="1" lang="zh-CN" altLang="en-US" dirty="0"/>
              <a:t>文本</a:t>
            </a:r>
            <a:endParaRPr kumimoji="1" lang="en-US" altLang="zh-CN" dirty="0"/>
          </a:p>
        </p:txBody>
      </p:sp>
      <p:sp>
        <p:nvSpPr>
          <p:cNvPr id="38" name="文本占位符 22"/>
          <p:cNvSpPr>
            <a:spLocks noGrp="1"/>
          </p:cNvSpPr>
          <p:nvPr>
            <p:ph type="body" sz="quarter" idx="21" hasCustomPrompt="1"/>
          </p:nvPr>
        </p:nvSpPr>
        <p:spPr>
          <a:xfrm>
            <a:off x="11967974" y="3190116"/>
            <a:ext cx="2238755" cy="565784"/>
          </a:xfrm>
        </p:spPr>
        <p:txBody>
          <a:bodyPr>
            <a:normAutofit/>
          </a:bodyPr>
          <a:lstStyle>
            <a:lvl1pPr>
              <a:buNone/>
              <a:defRPr sz="2400" b="1">
                <a:solidFill>
                  <a:srgbClr val="F6C678"/>
                </a:solidFill>
              </a:defRPr>
            </a:lvl1pPr>
          </a:lstStyle>
          <a:p>
            <a:pPr lvl="0"/>
            <a:r>
              <a:rPr kumimoji="1" lang="zh-CN" altLang="en-US" dirty="0"/>
              <a:t>文本</a:t>
            </a:r>
            <a:endParaRPr kumimoji="1" lang="en-US" altLang="zh-CN" dirty="0"/>
          </a:p>
        </p:txBody>
      </p:sp>
      <p:sp>
        <p:nvSpPr>
          <p:cNvPr id="39" name="文本占位符 22"/>
          <p:cNvSpPr>
            <a:spLocks noGrp="1"/>
          </p:cNvSpPr>
          <p:nvPr>
            <p:ph type="body" sz="quarter" idx="22" hasCustomPrompt="1"/>
          </p:nvPr>
        </p:nvSpPr>
        <p:spPr>
          <a:xfrm>
            <a:off x="11967973" y="3825624"/>
            <a:ext cx="2238756" cy="1456180"/>
          </a:xfrm>
        </p:spPr>
        <p:txBody>
          <a:bodyPr>
            <a:normAutofit/>
          </a:bodyPr>
          <a:lstStyle>
            <a:lvl1pPr>
              <a:buNone/>
              <a:defRPr sz="2160"/>
            </a:lvl1pPr>
          </a:lstStyle>
          <a:p>
            <a:pPr lvl="0"/>
            <a:r>
              <a:rPr kumimoji="1" lang="zh-CN" altLang="en-US" dirty="0"/>
              <a:t>文本</a:t>
            </a:r>
            <a:endParaRPr kumimoji="1" lang="en-US" altLang="zh-CN" dirty="0"/>
          </a:p>
        </p:txBody>
      </p:sp>
      <p:sp>
        <p:nvSpPr>
          <p:cNvPr id="42" name="文本占位符 22"/>
          <p:cNvSpPr>
            <a:spLocks noGrp="1"/>
          </p:cNvSpPr>
          <p:nvPr>
            <p:ph type="body" sz="quarter" idx="23" hasCustomPrompt="1"/>
          </p:nvPr>
        </p:nvSpPr>
        <p:spPr>
          <a:xfrm>
            <a:off x="1859281" y="1229204"/>
            <a:ext cx="10108693" cy="1382368"/>
          </a:xfrm>
        </p:spPr>
        <p:txBody>
          <a:bodyPr>
            <a:normAutofit/>
          </a:bodyPr>
          <a:lstStyle>
            <a:lvl1pPr>
              <a:buNone/>
              <a:defRPr sz="2160"/>
            </a:lvl1pPr>
          </a:lstStyle>
          <a:p>
            <a:pPr lvl="0"/>
            <a:r>
              <a:rPr kumimoji="1" lang="zh-CN" altLang="en-US" dirty="0"/>
              <a:t>文本</a:t>
            </a:r>
            <a:endParaRPr kumimoji="1" lang="en-US" altLang="zh-CN" dirty="0"/>
          </a:p>
        </p:txBody>
      </p:sp>
      <p:cxnSp>
        <p:nvCxnSpPr>
          <p:cNvPr id="43" name="直线连接符 42"/>
          <p:cNvCxnSpPr/>
          <p:nvPr/>
        </p:nvCxnSpPr>
        <p:spPr>
          <a:xfrm>
            <a:off x="8875394" y="4869942"/>
            <a:ext cx="0" cy="1895476"/>
          </a:xfrm>
          <a:prstGeom prst="line">
            <a:avLst/>
          </a:prstGeom>
          <a:ln w="38100">
            <a:gradFill>
              <a:gsLst>
                <a:gs pos="0">
                  <a:schemeClr val="accent1">
                    <a:lumMod val="5000"/>
                    <a:lumOff val="95000"/>
                  </a:schemeClr>
                </a:gs>
                <a:gs pos="100000">
                  <a:srgbClr val="618BAC"/>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4" name="直线连接符 43"/>
          <p:cNvCxnSpPr/>
          <p:nvPr/>
        </p:nvCxnSpPr>
        <p:spPr>
          <a:xfrm>
            <a:off x="11858624" y="3138298"/>
            <a:ext cx="0" cy="2108070"/>
          </a:xfrm>
          <a:prstGeom prst="line">
            <a:avLst/>
          </a:prstGeom>
          <a:ln w="38100">
            <a:gradFill>
              <a:gsLst>
                <a:gs pos="0">
                  <a:schemeClr val="accent1">
                    <a:lumMod val="5000"/>
                    <a:lumOff val="95000"/>
                  </a:schemeClr>
                </a:gs>
                <a:gs pos="100000">
                  <a:srgbClr val="618BAC"/>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8" name="直线连接符 47"/>
          <p:cNvCxnSpPr/>
          <p:nvPr/>
        </p:nvCxnSpPr>
        <p:spPr>
          <a:xfrm>
            <a:off x="5628413" y="2737964"/>
            <a:ext cx="0" cy="2131978"/>
          </a:xfrm>
          <a:prstGeom prst="line">
            <a:avLst/>
          </a:prstGeom>
          <a:ln w="38100">
            <a:gradFill flip="none" rotWithShape="1">
              <a:gsLst>
                <a:gs pos="0">
                  <a:schemeClr val="accent1">
                    <a:lumMod val="5000"/>
                    <a:lumOff val="95000"/>
                  </a:schemeClr>
                </a:gs>
                <a:gs pos="100000">
                  <a:srgbClr val="618BAC"/>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21_空白">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a:xfrm>
            <a:off x="776733" y="1915669"/>
            <a:ext cx="6150102" cy="2418968"/>
          </a:xfrm>
          <a:prstGeom prst="rect">
            <a:avLst/>
          </a:prstGeom>
          <a:solidFill>
            <a:srgbClr val="618BAC"/>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7" name="文本占位符 10"/>
          <p:cNvSpPr>
            <a:spLocks noGrp="1"/>
          </p:cNvSpPr>
          <p:nvPr>
            <p:ph type="body" sz="quarter" idx="13" hasCustomPrompt="1"/>
          </p:nvPr>
        </p:nvSpPr>
        <p:spPr>
          <a:xfrm>
            <a:off x="758570" y="2027678"/>
            <a:ext cx="6150356" cy="526729"/>
          </a:xfrm>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10" name="文本占位符 12"/>
          <p:cNvSpPr>
            <a:spLocks noGrp="1"/>
          </p:cNvSpPr>
          <p:nvPr>
            <p:ph type="body" sz="quarter" idx="14"/>
          </p:nvPr>
        </p:nvSpPr>
        <p:spPr>
          <a:xfrm>
            <a:off x="758570" y="2563541"/>
            <a:ext cx="6150356"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15" name="矩形 14"/>
          <p:cNvSpPr/>
          <p:nvPr/>
        </p:nvSpPr>
        <p:spPr>
          <a:xfrm>
            <a:off x="7703567" y="1915669"/>
            <a:ext cx="6150102" cy="2418968"/>
          </a:xfrm>
          <a:prstGeom prst="rect">
            <a:avLst/>
          </a:prstGeom>
          <a:solidFill>
            <a:srgbClr val="F6C678"/>
          </a:solidFill>
          <a:ln>
            <a:noFill/>
          </a:ln>
          <a:effectLst>
            <a:glow rad="63500">
              <a:srgbClr val="F6C678">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矩形 15"/>
          <p:cNvSpPr/>
          <p:nvPr/>
        </p:nvSpPr>
        <p:spPr>
          <a:xfrm>
            <a:off x="776732" y="4771645"/>
            <a:ext cx="6150102" cy="2418968"/>
          </a:xfrm>
          <a:prstGeom prst="rect">
            <a:avLst/>
          </a:prstGeom>
          <a:solidFill>
            <a:srgbClr val="F6C678"/>
          </a:solidFill>
          <a:ln>
            <a:noFill/>
          </a:ln>
          <a:effectLst>
            <a:glow rad="63500">
              <a:srgbClr val="F6C678">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7" name="矩形 16"/>
          <p:cNvSpPr/>
          <p:nvPr/>
        </p:nvSpPr>
        <p:spPr>
          <a:xfrm>
            <a:off x="7680199" y="4771644"/>
            <a:ext cx="6150102" cy="2418968"/>
          </a:xfrm>
          <a:prstGeom prst="rect">
            <a:avLst/>
          </a:prstGeom>
          <a:solidFill>
            <a:srgbClr val="618BAC"/>
          </a:solidFill>
          <a:ln>
            <a:noFill/>
          </a:ln>
          <a:effectLst>
            <a:glow rad="63500">
              <a:srgbClr val="618BAC">
                <a:alpha val="5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8" name="文本占位符 10"/>
          <p:cNvSpPr>
            <a:spLocks noGrp="1"/>
          </p:cNvSpPr>
          <p:nvPr>
            <p:ph type="body" sz="quarter" idx="15" hasCustomPrompt="1"/>
          </p:nvPr>
        </p:nvSpPr>
        <p:spPr>
          <a:xfrm>
            <a:off x="7703567" y="2044822"/>
            <a:ext cx="6131939" cy="526729"/>
          </a:xfrm>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19" name="文本占位符 12"/>
          <p:cNvSpPr>
            <a:spLocks noGrp="1"/>
          </p:cNvSpPr>
          <p:nvPr>
            <p:ph type="body" sz="quarter" idx="16"/>
          </p:nvPr>
        </p:nvSpPr>
        <p:spPr>
          <a:xfrm>
            <a:off x="7703567" y="2580686"/>
            <a:ext cx="6131939"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20" name="文本占位符 10"/>
          <p:cNvSpPr>
            <a:spLocks noGrp="1"/>
          </p:cNvSpPr>
          <p:nvPr>
            <p:ph type="body" sz="quarter" idx="17" hasCustomPrompt="1"/>
          </p:nvPr>
        </p:nvSpPr>
        <p:spPr>
          <a:xfrm>
            <a:off x="758570" y="4908037"/>
            <a:ext cx="6150356" cy="526729"/>
          </a:xfrm>
          <a:effectLst/>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21" name="文本占位符 12"/>
          <p:cNvSpPr>
            <a:spLocks noGrp="1"/>
          </p:cNvSpPr>
          <p:nvPr>
            <p:ph type="body" sz="quarter" idx="18"/>
          </p:nvPr>
        </p:nvSpPr>
        <p:spPr>
          <a:xfrm>
            <a:off x="758570" y="5443900"/>
            <a:ext cx="6150356"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22" name="文本占位符 10"/>
          <p:cNvSpPr>
            <a:spLocks noGrp="1"/>
          </p:cNvSpPr>
          <p:nvPr>
            <p:ph type="body" sz="quarter" idx="19" hasCustomPrompt="1"/>
          </p:nvPr>
        </p:nvSpPr>
        <p:spPr>
          <a:xfrm>
            <a:off x="7680198" y="4908037"/>
            <a:ext cx="6155308" cy="526729"/>
          </a:xfrm>
        </p:spPr>
        <p:txBody>
          <a:bodyPr>
            <a:noAutofit/>
          </a:bodyPr>
          <a:lstStyle>
            <a:lvl1pPr>
              <a:buNone/>
              <a:defRPr sz="2640" b="1">
                <a:solidFill>
                  <a:schemeClr val="bg1"/>
                </a:solidFill>
              </a:defRPr>
            </a:lvl1pPr>
          </a:lstStyle>
          <a:p>
            <a:pPr lvl="0"/>
            <a:r>
              <a:rPr kumimoji="1" lang="en-US" altLang="zh-CN" dirty="0"/>
              <a:t>1924</a:t>
            </a:r>
            <a:r>
              <a:rPr kumimoji="1" lang="zh-CN" altLang="en-US" dirty="0"/>
              <a:t>年</a:t>
            </a:r>
            <a:endParaRPr kumimoji="1" lang="zh-CN" altLang="en-US" dirty="0"/>
          </a:p>
        </p:txBody>
      </p:sp>
      <p:sp>
        <p:nvSpPr>
          <p:cNvPr id="23" name="文本占位符 12"/>
          <p:cNvSpPr>
            <a:spLocks noGrp="1"/>
          </p:cNvSpPr>
          <p:nvPr>
            <p:ph type="body" sz="quarter" idx="20"/>
          </p:nvPr>
        </p:nvSpPr>
        <p:spPr>
          <a:xfrm>
            <a:off x="7680198" y="5443900"/>
            <a:ext cx="6155308" cy="1771096"/>
          </a:xfrm>
        </p:spPr>
        <p:txBody>
          <a:bodyPr>
            <a:normAutofit/>
          </a:bodyPr>
          <a:lstStyle>
            <a:lvl1pPr>
              <a:buNone/>
              <a:defRPr sz="2400">
                <a:solidFill>
                  <a:schemeClr val="bg1"/>
                </a:solidFill>
              </a:defRPr>
            </a:lvl1pPr>
          </a:lstStyle>
          <a:p>
            <a:pPr lvl="0"/>
            <a:r>
              <a:rPr kumimoji="1" lang="zh-CN" altLang="en-US"/>
              <a:t>单击此处编辑母版文本样式</a:t>
            </a:r>
            <a:endParaRPr kumimoji="1" lang="zh-CN" altLang="en-US"/>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19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grpSp>
        <p:nvGrpSpPr>
          <p:cNvPr id="36" name="组合 35"/>
          <p:cNvGrpSpPr/>
          <p:nvPr/>
        </p:nvGrpSpPr>
        <p:grpSpPr>
          <a:xfrm>
            <a:off x="558642" y="2345435"/>
            <a:ext cx="3081910" cy="4929379"/>
            <a:chOff x="646430" y="1954529"/>
            <a:chExt cx="2568258" cy="4107816"/>
          </a:xfrm>
        </p:grpSpPr>
        <p:sp>
          <p:nvSpPr>
            <p:cNvPr id="7" name="圆角矩形 6"/>
            <p:cNvSpPr/>
            <p:nvPr/>
          </p:nvSpPr>
          <p:spPr>
            <a:xfrm>
              <a:off x="646430" y="1954529"/>
              <a:ext cx="2568258" cy="4107816"/>
            </a:xfrm>
            <a:prstGeom prst="roundRect">
              <a:avLst>
                <a:gd name="adj" fmla="val 7766"/>
              </a:avLst>
            </a:prstGeom>
            <a:solidFill>
              <a:srgbClr val="F2E1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11" name="直线连接符 10"/>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15" name="图形 14" descr="上升趋势条形图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25734" y="2029280"/>
              <a:ext cx="914400" cy="914400"/>
            </a:xfrm>
            <a:prstGeom prst="rect">
              <a:avLst/>
            </a:prstGeom>
          </p:spPr>
        </p:pic>
      </p:grpSp>
      <p:grpSp>
        <p:nvGrpSpPr>
          <p:cNvPr id="37" name="组合 36"/>
          <p:cNvGrpSpPr/>
          <p:nvPr/>
        </p:nvGrpSpPr>
        <p:grpSpPr>
          <a:xfrm>
            <a:off x="4003015" y="2345435"/>
            <a:ext cx="3081910" cy="4929379"/>
            <a:chOff x="646430" y="1954529"/>
            <a:chExt cx="2568258" cy="4107816"/>
          </a:xfrm>
        </p:grpSpPr>
        <p:sp>
          <p:nvSpPr>
            <p:cNvPr id="38" name="圆角矩形 37"/>
            <p:cNvSpPr/>
            <p:nvPr/>
          </p:nvSpPr>
          <p:spPr>
            <a:xfrm>
              <a:off x="646430" y="1954529"/>
              <a:ext cx="2568258" cy="4107816"/>
            </a:xfrm>
            <a:prstGeom prst="roundRect">
              <a:avLst>
                <a:gd name="adj" fmla="val 7766"/>
              </a:avLst>
            </a:prstGeom>
            <a:solidFill>
              <a:srgbClr val="F2E1C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39" name="直线连接符 38"/>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40" name="图形 39" descr="合上的书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425734" y="2029280"/>
              <a:ext cx="914400" cy="914400"/>
            </a:xfrm>
            <a:prstGeom prst="rect">
              <a:avLst/>
            </a:prstGeom>
          </p:spPr>
        </p:pic>
      </p:grpSp>
      <p:grpSp>
        <p:nvGrpSpPr>
          <p:cNvPr id="41" name="组合 40"/>
          <p:cNvGrpSpPr/>
          <p:nvPr/>
        </p:nvGrpSpPr>
        <p:grpSpPr>
          <a:xfrm>
            <a:off x="7447388" y="2345435"/>
            <a:ext cx="3081910" cy="4929379"/>
            <a:chOff x="646430" y="1954529"/>
            <a:chExt cx="2568258" cy="4107816"/>
          </a:xfrm>
        </p:grpSpPr>
        <p:sp>
          <p:nvSpPr>
            <p:cNvPr id="42" name="圆角矩形 41"/>
            <p:cNvSpPr/>
            <p:nvPr/>
          </p:nvSpPr>
          <p:spPr>
            <a:xfrm>
              <a:off x="646430" y="1954529"/>
              <a:ext cx="2568258" cy="4107816"/>
            </a:xfrm>
            <a:prstGeom prst="roundRect">
              <a:avLst>
                <a:gd name="adj" fmla="val 7766"/>
              </a:avLst>
            </a:prstGeom>
            <a:solidFill>
              <a:srgbClr val="F2E1C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43" name="直线连接符 42"/>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44" name="图形 43" descr="书架上的书籍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1425734" y="2029280"/>
              <a:ext cx="914400" cy="914400"/>
            </a:xfrm>
            <a:prstGeom prst="rect">
              <a:avLst/>
            </a:prstGeom>
          </p:spPr>
        </p:pic>
      </p:grpSp>
      <p:grpSp>
        <p:nvGrpSpPr>
          <p:cNvPr id="45" name="组合 44"/>
          <p:cNvGrpSpPr/>
          <p:nvPr/>
        </p:nvGrpSpPr>
        <p:grpSpPr>
          <a:xfrm>
            <a:off x="10891761" y="2345435"/>
            <a:ext cx="3081910" cy="4929379"/>
            <a:chOff x="646430" y="1954529"/>
            <a:chExt cx="2568258" cy="4107816"/>
          </a:xfrm>
        </p:grpSpPr>
        <p:sp>
          <p:nvSpPr>
            <p:cNvPr id="46" name="圆角矩形 45"/>
            <p:cNvSpPr/>
            <p:nvPr/>
          </p:nvSpPr>
          <p:spPr>
            <a:xfrm>
              <a:off x="646430" y="1954529"/>
              <a:ext cx="2568258" cy="4107816"/>
            </a:xfrm>
            <a:prstGeom prst="roundRect">
              <a:avLst>
                <a:gd name="adj" fmla="val 7766"/>
              </a:avLst>
            </a:prstGeom>
            <a:solidFill>
              <a:srgbClr val="F2E1CD">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47" name="直线连接符 46"/>
            <p:cNvCxnSpPr/>
            <p:nvPr/>
          </p:nvCxnSpPr>
          <p:spPr>
            <a:xfrm>
              <a:off x="756285" y="3429000"/>
              <a:ext cx="2272665" cy="0"/>
            </a:xfrm>
            <a:prstGeom prst="line">
              <a:avLst/>
            </a:prstGeom>
            <a:ln w="38100">
              <a:solidFill>
                <a:srgbClr val="AF8F69"/>
              </a:solidFill>
            </a:ln>
          </p:spPr>
          <p:style>
            <a:lnRef idx="1">
              <a:schemeClr val="accent1"/>
            </a:lnRef>
            <a:fillRef idx="0">
              <a:schemeClr val="accent1"/>
            </a:fillRef>
            <a:effectRef idx="0">
              <a:schemeClr val="accent1"/>
            </a:effectRef>
            <a:fontRef idx="minor">
              <a:schemeClr val="tx1"/>
            </a:fontRef>
          </p:style>
        </p:cxnSp>
        <p:pic>
          <p:nvPicPr>
            <p:cNvPr id="48" name="图形 47" descr="地球仪 纯色填充"/>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1425734" y="2029280"/>
              <a:ext cx="914400" cy="914400"/>
            </a:xfrm>
            <a:prstGeom prst="rect">
              <a:avLst/>
            </a:prstGeom>
          </p:spPr>
        </p:pic>
      </p:grpSp>
      <p:sp>
        <p:nvSpPr>
          <p:cNvPr id="12" name="文本占位符 10"/>
          <p:cNvSpPr>
            <a:spLocks noGrp="1"/>
          </p:cNvSpPr>
          <p:nvPr>
            <p:ph type="body" sz="quarter" idx="13" hasCustomPrompt="1"/>
          </p:nvPr>
        </p:nvSpPr>
        <p:spPr>
          <a:xfrm>
            <a:off x="560802" y="3545157"/>
            <a:ext cx="3108992"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13" name="文本占位符 12"/>
          <p:cNvSpPr>
            <a:spLocks noGrp="1"/>
          </p:cNvSpPr>
          <p:nvPr>
            <p:ph type="body" sz="quarter" idx="14"/>
          </p:nvPr>
        </p:nvSpPr>
        <p:spPr>
          <a:xfrm>
            <a:off x="558642" y="4183377"/>
            <a:ext cx="3081910"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49" name="文本占位符 10"/>
          <p:cNvSpPr>
            <a:spLocks noGrp="1"/>
          </p:cNvSpPr>
          <p:nvPr>
            <p:ph type="body" sz="quarter" idx="15" hasCustomPrompt="1"/>
          </p:nvPr>
        </p:nvSpPr>
        <p:spPr>
          <a:xfrm>
            <a:off x="4005460" y="3579447"/>
            <a:ext cx="3087047"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50" name="文本占位符 12"/>
          <p:cNvSpPr>
            <a:spLocks noGrp="1"/>
          </p:cNvSpPr>
          <p:nvPr>
            <p:ph type="body" sz="quarter" idx="16"/>
          </p:nvPr>
        </p:nvSpPr>
        <p:spPr>
          <a:xfrm>
            <a:off x="4003015" y="4217667"/>
            <a:ext cx="3060155"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51" name="文本占位符 10"/>
          <p:cNvSpPr>
            <a:spLocks noGrp="1"/>
          </p:cNvSpPr>
          <p:nvPr>
            <p:ph type="body" sz="quarter" idx="17" hasCustomPrompt="1"/>
          </p:nvPr>
        </p:nvSpPr>
        <p:spPr>
          <a:xfrm>
            <a:off x="7442471" y="3545157"/>
            <a:ext cx="3061890"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52" name="文本占位符 12"/>
          <p:cNvSpPr>
            <a:spLocks noGrp="1"/>
          </p:cNvSpPr>
          <p:nvPr>
            <p:ph type="body" sz="quarter" idx="18"/>
          </p:nvPr>
        </p:nvSpPr>
        <p:spPr>
          <a:xfrm>
            <a:off x="7439807" y="4183377"/>
            <a:ext cx="3035218"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57" name="文本占位符 10"/>
          <p:cNvSpPr>
            <a:spLocks noGrp="1"/>
          </p:cNvSpPr>
          <p:nvPr>
            <p:ph type="body" sz="quarter" idx="19" hasCustomPrompt="1"/>
          </p:nvPr>
        </p:nvSpPr>
        <p:spPr>
          <a:xfrm>
            <a:off x="10858659" y="3528013"/>
            <a:ext cx="3108992" cy="526729"/>
          </a:xfrm>
        </p:spPr>
        <p:txBody>
          <a:bodyPr>
            <a:noAutofit/>
          </a:bodyPr>
          <a:lstStyle>
            <a:lvl1pPr>
              <a:buNone/>
              <a:defRPr sz="2640" b="1">
                <a:solidFill>
                  <a:srgbClr val="AF8F69"/>
                </a:solidFill>
              </a:defRPr>
            </a:lvl1pPr>
          </a:lstStyle>
          <a:p>
            <a:pPr lvl="0"/>
            <a:r>
              <a:rPr kumimoji="1" lang="en-US" altLang="zh-CN" dirty="0"/>
              <a:t>1924</a:t>
            </a:r>
            <a:r>
              <a:rPr kumimoji="1" lang="zh-CN" altLang="en-US" dirty="0"/>
              <a:t>年</a:t>
            </a:r>
            <a:endParaRPr kumimoji="1" lang="zh-CN" altLang="en-US" dirty="0"/>
          </a:p>
        </p:txBody>
      </p:sp>
      <p:sp>
        <p:nvSpPr>
          <p:cNvPr id="58" name="文本占位符 12"/>
          <p:cNvSpPr>
            <a:spLocks noGrp="1"/>
          </p:cNvSpPr>
          <p:nvPr>
            <p:ph type="body" sz="quarter" idx="20"/>
          </p:nvPr>
        </p:nvSpPr>
        <p:spPr>
          <a:xfrm>
            <a:off x="10856405" y="4166232"/>
            <a:ext cx="3081910" cy="3035596"/>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
        <p:nvSpPr>
          <p:cNvPr id="14" name="文本占位符 13"/>
          <p:cNvSpPr>
            <a:spLocks noGrp="1"/>
          </p:cNvSpPr>
          <p:nvPr>
            <p:ph type="body" sz="quarter" idx="21"/>
          </p:nvPr>
        </p:nvSpPr>
        <p:spPr>
          <a:xfrm>
            <a:off x="1005841" y="1436370"/>
            <a:ext cx="12618720" cy="836078"/>
          </a:xfrm>
        </p:spPr>
        <p:txBody>
          <a:bodyPr>
            <a:normAutofit/>
          </a:bodyPr>
          <a:lstStyle>
            <a:lvl1pPr marL="0" indent="0">
              <a:buNone/>
              <a:defRPr sz="2400"/>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5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1" name="圆角矩形 10"/>
          <p:cNvSpPr/>
          <p:nvPr/>
        </p:nvSpPr>
        <p:spPr>
          <a:xfrm>
            <a:off x="1735836" y="2310759"/>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文本占位符 10"/>
          <p:cNvSpPr>
            <a:spLocks noGrp="1"/>
          </p:cNvSpPr>
          <p:nvPr>
            <p:ph type="body" sz="quarter" idx="13" hasCustomPrompt="1"/>
          </p:nvPr>
        </p:nvSpPr>
        <p:spPr>
          <a:xfrm>
            <a:off x="1735837" y="1694589"/>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18" name="文本占位符 10"/>
          <p:cNvSpPr>
            <a:spLocks noGrp="1"/>
          </p:cNvSpPr>
          <p:nvPr>
            <p:ph type="body" sz="quarter" idx="14" hasCustomPrompt="1"/>
          </p:nvPr>
        </p:nvSpPr>
        <p:spPr>
          <a:xfrm>
            <a:off x="1680210" y="4587418"/>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19" name="圆角矩形 18"/>
          <p:cNvSpPr/>
          <p:nvPr/>
        </p:nvSpPr>
        <p:spPr>
          <a:xfrm>
            <a:off x="1715885" y="5203589"/>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20" name="圆角矩形 19"/>
          <p:cNvSpPr/>
          <p:nvPr/>
        </p:nvSpPr>
        <p:spPr>
          <a:xfrm>
            <a:off x="4668566" y="2310759"/>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1" name="文本占位符 10"/>
          <p:cNvSpPr>
            <a:spLocks noGrp="1"/>
          </p:cNvSpPr>
          <p:nvPr>
            <p:ph type="body" sz="quarter" idx="15" hasCustomPrompt="1"/>
          </p:nvPr>
        </p:nvSpPr>
        <p:spPr>
          <a:xfrm>
            <a:off x="4668568" y="1694589"/>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22" name="文本占位符 10"/>
          <p:cNvSpPr>
            <a:spLocks noGrp="1"/>
          </p:cNvSpPr>
          <p:nvPr>
            <p:ph type="body" sz="quarter" idx="16" hasCustomPrompt="1"/>
          </p:nvPr>
        </p:nvSpPr>
        <p:spPr>
          <a:xfrm>
            <a:off x="4612941" y="4587418"/>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23" name="圆角矩形 22"/>
          <p:cNvSpPr/>
          <p:nvPr/>
        </p:nvSpPr>
        <p:spPr>
          <a:xfrm>
            <a:off x="4648615" y="5203589"/>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24" name="圆角矩形 23"/>
          <p:cNvSpPr/>
          <p:nvPr/>
        </p:nvSpPr>
        <p:spPr>
          <a:xfrm>
            <a:off x="7421742" y="2290808"/>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5" name="文本占位符 10"/>
          <p:cNvSpPr>
            <a:spLocks noGrp="1"/>
          </p:cNvSpPr>
          <p:nvPr>
            <p:ph type="body" sz="quarter" idx="17" hasCustomPrompt="1"/>
          </p:nvPr>
        </p:nvSpPr>
        <p:spPr>
          <a:xfrm>
            <a:off x="7421743" y="1674638"/>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26" name="文本占位符 10"/>
          <p:cNvSpPr>
            <a:spLocks noGrp="1"/>
          </p:cNvSpPr>
          <p:nvPr>
            <p:ph type="body" sz="quarter" idx="18" hasCustomPrompt="1"/>
          </p:nvPr>
        </p:nvSpPr>
        <p:spPr>
          <a:xfrm>
            <a:off x="7366116" y="4567467"/>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27" name="圆角矩形 26"/>
          <p:cNvSpPr/>
          <p:nvPr/>
        </p:nvSpPr>
        <p:spPr>
          <a:xfrm>
            <a:off x="7401791" y="5183637"/>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28" name="圆角矩形 27"/>
          <p:cNvSpPr/>
          <p:nvPr/>
        </p:nvSpPr>
        <p:spPr>
          <a:xfrm>
            <a:off x="10135016" y="2270857"/>
            <a:ext cx="2140666" cy="2140666"/>
          </a:xfrm>
          <a:prstGeom prst="roundRect">
            <a:avLst>
              <a:gd name="adj" fmla="val 10304"/>
            </a:avLst>
          </a:prstGeom>
          <a:solidFill>
            <a:srgbClr val="D5E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9" name="文本占位符 10"/>
          <p:cNvSpPr>
            <a:spLocks noGrp="1"/>
          </p:cNvSpPr>
          <p:nvPr>
            <p:ph type="body" sz="quarter" idx="19" hasCustomPrompt="1"/>
          </p:nvPr>
        </p:nvSpPr>
        <p:spPr>
          <a:xfrm>
            <a:off x="10135018" y="1654687"/>
            <a:ext cx="2120714" cy="526729"/>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30" name="文本占位符 10"/>
          <p:cNvSpPr>
            <a:spLocks noGrp="1"/>
          </p:cNvSpPr>
          <p:nvPr>
            <p:ph type="body" sz="quarter" idx="20" hasCustomPrompt="1"/>
          </p:nvPr>
        </p:nvSpPr>
        <p:spPr>
          <a:xfrm>
            <a:off x="10079391" y="4547516"/>
            <a:ext cx="2196292" cy="526729"/>
          </a:xfrm>
        </p:spPr>
        <p:txBody>
          <a:bodyPr>
            <a:noAutofit/>
          </a:bodyPr>
          <a:lstStyle>
            <a:lvl1pPr>
              <a:buNone/>
              <a:defRPr sz="2640" b="1">
                <a:solidFill>
                  <a:srgbClr val="F6C678"/>
                </a:solidFill>
              </a:defRPr>
            </a:lvl1pPr>
          </a:lstStyle>
          <a:p>
            <a:pPr lvl="0"/>
            <a:r>
              <a:rPr kumimoji="1" lang="en-US" altLang="zh-CN" dirty="0"/>
              <a:t>1924</a:t>
            </a:r>
            <a:r>
              <a:rPr kumimoji="1" lang="zh-CN" altLang="en-US" dirty="0"/>
              <a:t>年</a:t>
            </a:r>
            <a:endParaRPr kumimoji="1" lang="zh-CN" altLang="en-US" dirty="0"/>
          </a:p>
        </p:txBody>
      </p:sp>
      <p:sp>
        <p:nvSpPr>
          <p:cNvPr id="31" name="圆角矩形 30"/>
          <p:cNvSpPr/>
          <p:nvPr/>
        </p:nvSpPr>
        <p:spPr>
          <a:xfrm>
            <a:off x="10115065" y="5163686"/>
            <a:ext cx="2140666" cy="2140666"/>
          </a:xfrm>
          <a:prstGeom prst="roundRect">
            <a:avLst>
              <a:gd name="adj" fmla="val 1030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solidFill>
                <a:schemeClr val="accent4">
                  <a:lumMod val="40000"/>
                  <a:lumOff val="60000"/>
                </a:schemeClr>
              </a:solidFill>
            </a:endParaRPr>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20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占位符 1"/>
          <p:cNvSpPr>
            <a:spLocks noGrp="1"/>
          </p:cNvSpPr>
          <p:nvPr>
            <p:ph type="title"/>
          </p:nvPr>
        </p:nvSpPr>
        <p:spPr>
          <a:xfrm>
            <a:off x="1735836" y="352807"/>
            <a:ext cx="11888724" cy="1058418"/>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3" name="文本占位符 12"/>
          <p:cNvSpPr>
            <a:spLocks noGrp="1"/>
          </p:cNvSpPr>
          <p:nvPr>
            <p:ph type="body" sz="quarter" idx="14"/>
          </p:nvPr>
        </p:nvSpPr>
        <p:spPr>
          <a:xfrm>
            <a:off x="1005841" y="2205992"/>
            <a:ext cx="6155815" cy="1843271"/>
          </a:xfrm>
        </p:spPr>
        <p:txBody>
          <a:bodyPr>
            <a:normAutofit/>
          </a:bodyPr>
          <a:lstStyle>
            <a:lvl1pPr>
              <a:buNone/>
              <a:defRPr sz="2400"/>
            </a:lvl1pPr>
          </a:lstStyle>
          <a:p>
            <a:pPr lvl="0"/>
            <a:r>
              <a:rPr kumimoji="1" lang="zh-CN" altLang="en-US"/>
              <a:t>单击此处编辑母版文本样式</a:t>
            </a:r>
            <a:endParaRPr kumimoji="1" lang="zh-CN" altLang="en-US"/>
          </a:p>
        </p:txBody>
      </p:sp>
      <p:cxnSp>
        <p:nvCxnSpPr>
          <p:cNvPr id="17" name="直线连接符 16"/>
          <p:cNvCxnSpPr/>
          <p:nvPr/>
        </p:nvCxnSpPr>
        <p:spPr>
          <a:xfrm>
            <a:off x="7315200" y="1882898"/>
            <a:ext cx="0" cy="5249422"/>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a:off x="4167566" y="4426096"/>
            <a:ext cx="0" cy="264033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20"/>
          <p:cNvCxnSpPr/>
          <p:nvPr/>
        </p:nvCxnSpPr>
        <p:spPr>
          <a:xfrm>
            <a:off x="10668000" y="4419425"/>
            <a:ext cx="0" cy="264033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线连接符 22"/>
          <p:cNvCxnSpPr/>
          <p:nvPr/>
        </p:nvCxnSpPr>
        <p:spPr>
          <a:xfrm>
            <a:off x="536448" y="4114800"/>
            <a:ext cx="6407278" cy="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线连接符 23"/>
          <p:cNvCxnSpPr/>
          <p:nvPr/>
        </p:nvCxnSpPr>
        <p:spPr>
          <a:xfrm>
            <a:off x="7680198" y="4114800"/>
            <a:ext cx="6407278" cy="0"/>
          </a:xfrm>
          <a:prstGeom prst="line">
            <a:avLst/>
          </a:prstGeom>
          <a:ln w="38100">
            <a:solidFill>
              <a:srgbClr val="90B3CE"/>
            </a:solidFill>
            <a:prstDash val="sysDot"/>
          </a:ln>
        </p:spPr>
        <p:style>
          <a:lnRef idx="1">
            <a:schemeClr val="accent1"/>
          </a:lnRef>
          <a:fillRef idx="0">
            <a:schemeClr val="accent1"/>
          </a:fillRef>
          <a:effectRef idx="0">
            <a:schemeClr val="accent1"/>
          </a:effectRef>
          <a:fontRef idx="minor">
            <a:schemeClr val="tx1"/>
          </a:fontRef>
        </p:style>
      </p:cxnSp>
      <p:sp>
        <p:nvSpPr>
          <p:cNvPr id="25" name="文本占位符 10"/>
          <p:cNvSpPr>
            <a:spLocks noGrp="1"/>
          </p:cNvSpPr>
          <p:nvPr>
            <p:ph type="body" sz="quarter" idx="13" hasCustomPrompt="1"/>
          </p:nvPr>
        </p:nvSpPr>
        <p:spPr>
          <a:xfrm>
            <a:off x="1005841" y="1643157"/>
            <a:ext cx="6155818" cy="570091"/>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26" name="文本占位符 12"/>
          <p:cNvSpPr>
            <a:spLocks noGrp="1"/>
          </p:cNvSpPr>
          <p:nvPr>
            <p:ph type="body" sz="quarter" idx="15"/>
          </p:nvPr>
        </p:nvSpPr>
        <p:spPr>
          <a:xfrm>
            <a:off x="7468740" y="2188846"/>
            <a:ext cx="6153916" cy="1843271"/>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27" name="文本占位符 10"/>
          <p:cNvSpPr>
            <a:spLocks noGrp="1"/>
          </p:cNvSpPr>
          <p:nvPr>
            <p:ph type="body" sz="quarter" idx="16" hasCustomPrompt="1"/>
          </p:nvPr>
        </p:nvSpPr>
        <p:spPr>
          <a:xfrm>
            <a:off x="7468741" y="1626011"/>
            <a:ext cx="6153918" cy="570091"/>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34" name="文本占位符 12"/>
          <p:cNvSpPr>
            <a:spLocks noGrp="1"/>
          </p:cNvSpPr>
          <p:nvPr>
            <p:ph type="body" sz="quarter" idx="21"/>
          </p:nvPr>
        </p:nvSpPr>
        <p:spPr>
          <a:xfrm>
            <a:off x="1021652" y="4982356"/>
            <a:ext cx="2992360"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35" name="文本占位符 10"/>
          <p:cNvSpPr>
            <a:spLocks noGrp="1"/>
          </p:cNvSpPr>
          <p:nvPr>
            <p:ph type="body" sz="quarter" idx="22" hasCustomPrompt="1"/>
          </p:nvPr>
        </p:nvSpPr>
        <p:spPr>
          <a:xfrm>
            <a:off x="1007746" y="4339853"/>
            <a:ext cx="2992361"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5" name="文本占位符 12"/>
          <p:cNvSpPr>
            <a:spLocks noGrp="1"/>
          </p:cNvSpPr>
          <p:nvPr>
            <p:ph type="body" sz="quarter" idx="23"/>
          </p:nvPr>
        </p:nvSpPr>
        <p:spPr>
          <a:xfrm>
            <a:off x="4267772" y="4967116"/>
            <a:ext cx="2992360"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7" name="文本占位符 10"/>
          <p:cNvSpPr>
            <a:spLocks noGrp="1"/>
          </p:cNvSpPr>
          <p:nvPr>
            <p:ph type="body" sz="quarter" idx="24" hasCustomPrompt="1"/>
          </p:nvPr>
        </p:nvSpPr>
        <p:spPr>
          <a:xfrm>
            <a:off x="4253866" y="4324613"/>
            <a:ext cx="2992361"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10" name="文本占位符 12"/>
          <p:cNvSpPr>
            <a:spLocks noGrp="1"/>
          </p:cNvSpPr>
          <p:nvPr>
            <p:ph type="body" sz="quarter" idx="25"/>
          </p:nvPr>
        </p:nvSpPr>
        <p:spPr>
          <a:xfrm>
            <a:off x="7483412" y="4967116"/>
            <a:ext cx="2992360"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11" name="文本占位符 10"/>
          <p:cNvSpPr>
            <a:spLocks noGrp="1"/>
          </p:cNvSpPr>
          <p:nvPr>
            <p:ph type="body" sz="quarter" idx="26" hasCustomPrompt="1"/>
          </p:nvPr>
        </p:nvSpPr>
        <p:spPr>
          <a:xfrm>
            <a:off x="7469506" y="4324613"/>
            <a:ext cx="2992361"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
        <p:nvSpPr>
          <p:cNvPr id="12" name="文本占位符 12"/>
          <p:cNvSpPr>
            <a:spLocks noGrp="1"/>
          </p:cNvSpPr>
          <p:nvPr>
            <p:ph type="body" sz="quarter" idx="27"/>
          </p:nvPr>
        </p:nvSpPr>
        <p:spPr>
          <a:xfrm>
            <a:off x="10790492" y="4967116"/>
            <a:ext cx="2832164" cy="2077399"/>
          </a:xfrm>
        </p:spPr>
        <p:txBody>
          <a:bodyPr>
            <a:normAutofit/>
          </a:bodyPr>
          <a:lstStyle>
            <a:lvl1pPr>
              <a:buNone/>
              <a:defRPr sz="2400"/>
            </a:lvl1pPr>
          </a:lstStyle>
          <a:p>
            <a:pPr lvl="0"/>
            <a:r>
              <a:rPr kumimoji="1" lang="zh-CN" altLang="en-US"/>
              <a:t>单击此处编辑母版文本样式</a:t>
            </a:r>
            <a:endParaRPr kumimoji="1" lang="zh-CN" altLang="en-US"/>
          </a:p>
        </p:txBody>
      </p:sp>
      <p:sp>
        <p:nvSpPr>
          <p:cNvPr id="14" name="文本占位符 10"/>
          <p:cNvSpPr>
            <a:spLocks noGrp="1"/>
          </p:cNvSpPr>
          <p:nvPr>
            <p:ph type="body" sz="quarter" idx="28" hasCustomPrompt="1"/>
          </p:nvPr>
        </p:nvSpPr>
        <p:spPr>
          <a:xfrm>
            <a:off x="10776585" y="4324613"/>
            <a:ext cx="2832166" cy="642503"/>
          </a:xfrm>
        </p:spPr>
        <p:txBody>
          <a:bodyPr>
            <a:noAutofit/>
          </a:bodyPr>
          <a:lstStyle>
            <a:lvl1pPr>
              <a:buNone/>
              <a:defRPr sz="2640" b="1">
                <a:solidFill>
                  <a:srgbClr val="618CAC"/>
                </a:solidFill>
              </a:defRPr>
            </a:lvl1pPr>
          </a:lstStyle>
          <a:p>
            <a:pPr lvl="0"/>
            <a:r>
              <a:rPr kumimoji="1" lang="en-US" altLang="zh-CN" dirty="0"/>
              <a:t>1924</a:t>
            </a:r>
            <a:r>
              <a:rPr kumimoji="1" lang="zh-CN" altLang="en-US" dirty="0"/>
              <a:t>年</a:t>
            </a:r>
            <a:endParaRPr kumimoji="1" lang="zh-CN" altLang="en-US" dirty="0"/>
          </a:p>
        </p:txBody>
      </p:sp>
    </p:spTree>
  </p:cSld>
  <p:clrMapOvr>
    <a:masterClrMapping/>
  </p:clrMapOvr>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2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9" name="组合 8"/>
          <p:cNvGrpSpPr/>
          <p:nvPr/>
        </p:nvGrpSpPr>
        <p:grpSpPr>
          <a:xfrm>
            <a:off x="489967" y="311659"/>
            <a:ext cx="1043178" cy="1034034"/>
            <a:chOff x="643" y="463"/>
            <a:chExt cx="1369" cy="1357"/>
          </a:xfrm>
        </p:grpSpPr>
        <p:sp>
          <p:nvSpPr>
            <p:cNvPr id="32" name="椭圆 31"/>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3" name="椭圆 32"/>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8" name="椭圆 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13" name="矩形 12"/>
          <p:cNvSpPr/>
          <p:nvPr/>
        </p:nvSpPr>
        <p:spPr>
          <a:xfrm>
            <a:off x="9566911" y="0"/>
            <a:ext cx="5063490" cy="8229600"/>
          </a:xfrm>
          <a:prstGeom prst="rect">
            <a:avLst/>
          </a:prstGeom>
          <a:solidFill>
            <a:srgbClr val="D0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16" name="文本占位符 12"/>
          <p:cNvSpPr>
            <a:spLocks noGrp="1"/>
          </p:cNvSpPr>
          <p:nvPr>
            <p:ph type="body" sz="quarter" idx="15"/>
          </p:nvPr>
        </p:nvSpPr>
        <p:spPr>
          <a:xfrm>
            <a:off x="9575482" y="2602324"/>
            <a:ext cx="4806316" cy="2664568"/>
          </a:xfrm>
        </p:spPr>
        <p:txBody>
          <a:bodyPr>
            <a:normAutofit/>
          </a:bodyPr>
          <a:lstStyle>
            <a:lvl1pPr>
              <a:buNone/>
              <a:defRPr sz="2880">
                <a:solidFill>
                  <a:srgbClr val="618CAC"/>
                </a:solidFill>
              </a:defRPr>
            </a:lvl1pPr>
          </a:lstStyle>
          <a:p>
            <a:pPr lvl="0"/>
            <a:r>
              <a:rPr kumimoji="1" lang="zh-CN" altLang="en-US"/>
              <a:t>单击此处编辑母版文本样式</a:t>
            </a:r>
            <a:endParaRPr kumimoji="1" lang="zh-CN" altLang="en-US"/>
          </a:p>
        </p:txBody>
      </p:sp>
      <p:sp>
        <p:nvSpPr>
          <p:cNvPr id="17" name="文本占位符 10"/>
          <p:cNvSpPr>
            <a:spLocks noGrp="1"/>
          </p:cNvSpPr>
          <p:nvPr>
            <p:ph type="body" sz="quarter" idx="16" hasCustomPrompt="1"/>
          </p:nvPr>
        </p:nvSpPr>
        <p:spPr>
          <a:xfrm>
            <a:off x="9566911" y="1950568"/>
            <a:ext cx="5063490" cy="570091"/>
          </a:xfrm>
        </p:spPr>
        <p:txBody>
          <a:bodyPr>
            <a:noAutofit/>
          </a:bodyPr>
          <a:lstStyle>
            <a:lvl1pPr>
              <a:buNone/>
              <a:defRPr sz="3360" b="1">
                <a:solidFill>
                  <a:srgbClr val="436178"/>
                </a:solidFill>
              </a:defRPr>
            </a:lvl1pPr>
          </a:lstStyle>
          <a:p>
            <a:pPr lvl="0"/>
            <a:r>
              <a:rPr kumimoji="1" lang="en-US" altLang="zh-CN" dirty="0"/>
              <a:t>1924</a:t>
            </a:r>
            <a:r>
              <a:rPr kumimoji="1" lang="zh-CN" altLang="en-US" dirty="0"/>
              <a:t>年</a:t>
            </a:r>
            <a:endParaRPr kumimoji="1" lang="zh-CN" altLang="en-US" dirty="0"/>
          </a:p>
        </p:txBody>
      </p:sp>
      <p:sp>
        <p:nvSpPr>
          <p:cNvPr id="5" name="标题 4"/>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grpSp>
        <p:nvGrpSpPr>
          <p:cNvPr id="12" name="组合 11"/>
          <p:cNvGrpSpPr/>
          <p:nvPr/>
        </p:nvGrpSpPr>
        <p:grpSpPr>
          <a:xfrm>
            <a:off x="7643375" y="200538"/>
            <a:ext cx="7338346" cy="288403"/>
            <a:chOff x="6369479" y="167115"/>
            <a:chExt cx="6115288" cy="240336"/>
          </a:xfrm>
        </p:grpSpPr>
        <p:sp>
          <p:nvSpPr>
            <p:cNvPr id="5" name="矩形 4"/>
            <p:cNvSpPr/>
            <p:nvPr/>
          </p:nvSpPr>
          <p:spPr>
            <a:xfrm>
              <a:off x="6369479" y="167115"/>
              <a:ext cx="666849" cy="230832"/>
            </a:xfrm>
            <a:prstGeom prst="rect">
              <a:avLst/>
            </a:prstGeom>
          </p:spPr>
          <p:txBody>
            <a:bodyPr wrap="none">
              <a:spAutoFit/>
            </a:bodyPr>
            <a:lstStyle/>
            <a:p>
              <a:r>
                <a:rPr lang="zh-CN" altLang="en-US" sz="1200" dirty="0">
                  <a:solidFill>
                    <a:schemeClr val="tx1"/>
                  </a:solidFill>
                  <a:latin typeface="+mn-ea"/>
                  <a:ea typeface="+mn-ea"/>
                </a:rPr>
                <a:t>课程导入</a:t>
              </a:r>
              <a:endParaRPr lang="zh-CN" altLang="en-US" sz="1200" dirty="0">
                <a:solidFill>
                  <a:schemeClr val="tx1"/>
                </a:solidFill>
                <a:latin typeface="+mn-ea"/>
                <a:ea typeface="+mn-ea"/>
              </a:endParaRPr>
            </a:p>
          </p:txBody>
        </p:sp>
        <p:sp>
          <p:nvSpPr>
            <p:cNvPr id="6" name="矩形 5"/>
            <p:cNvSpPr/>
            <p:nvPr/>
          </p:nvSpPr>
          <p:spPr>
            <a:xfrm>
              <a:off x="7806356"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绘图基础</a:t>
              </a:r>
              <a:endParaRPr lang="zh-CN" altLang="en-US" sz="1200" dirty="0">
                <a:solidFill>
                  <a:schemeClr val="tx1"/>
                </a:solidFill>
                <a:latin typeface="+mn-ea"/>
                <a:ea typeface="+mn-ea"/>
                <a:sym typeface="微软雅黑" panose="020B0503020204020204" pitchFamily="34" charset="-122"/>
              </a:endParaRPr>
            </a:p>
          </p:txBody>
        </p:sp>
        <p:sp>
          <p:nvSpPr>
            <p:cNvPr id="7" name="矩形 6"/>
            <p:cNvSpPr/>
            <p:nvPr/>
          </p:nvSpPr>
          <p:spPr>
            <a:xfrm>
              <a:off x="9408289"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案例实践</a:t>
              </a:r>
              <a:endParaRPr lang="zh-CN" altLang="en-US" sz="1200" dirty="0">
                <a:solidFill>
                  <a:schemeClr val="tx1"/>
                </a:solidFill>
                <a:latin typeface="+mn-ea"/>
                <a:ea typeface="+mn-ea"/>
                <a:sym typeface="微软雅黑" panose="020B0503020204020204" pitchFamily="34" charset="-122"/>
              </a:endParaRPr>
            </a:p>
          </p:txBody>
        </p:sp>
        <p:cxnSp>
          <p:nvCxnSpPr>
            <p:cNvPr id="8" name="直接连接符 161"/>
            <p:cNvCxnSpPr/>
            <p:nvPr/>
          </p:nvCxnSpPr>
          <p:spPr>
            <a:xfrm>
              <a:off x="7538297" y="224265"/>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2"/>
            <p:cNvCxnSpPr/>
            <p:nvPr/>
          </p:nvCxnSpPr>
          <p:spPr>
            <a:xfrm>
              <a:off x="9154575"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0393685" y="170177"/>
              <a:ext cx="2091082" cy="230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panose="020B060402020209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11480" rtl="0" eaLnBrk="1" fontAlgn="auto" latinLnBrk="0" hangingPunct="1">
                <a:lnSpc>
                  <a:spcPct val="100000"/>
                </a:lnSpc>
                <a:spcBef>
                  <a:spcPct val="0"/>
                </a:spcBef>
                <a:spcAft>
                  <a:spcPts val="0"/>
                </a:spcAft>
                <a:buClrTx/>
                <a:buSzTx/>
                <a:buFont typeface="Arial" panose="020B0604020202090204" pitchFamily="34" charset="0"/>
                <a:buNone/>
                <a:defRPr/>
              </a:pPr>
              <a:r>
                <a:rPr lang="zh-CN" altLang="en-US" sz="1200" kern="1200" noProof="0" dirty="0">
                  <a:solidFill>
                    <a:schemeClr val="tx1"/>
                  </a:solidFill>
                  <a:latin typeface="+mn-ea"/>
                  <a:ea typeface="+mn-ea"/>
                  <a:cs typeface="+mn-cs"/>
                  <a:sym typeface="微软雅黑" panose="020B0503020204020204" pitchFamily="34" charset="-122"/>
                </a:rPr>
                <a:t>总结与反思</a:t>
              </a:r>
              <a:endParaRPr lang="zh-CN" altLang="en-US" sz="1200" kern="1200" noProof="0" dirty="0">
                <a:solidFill>
                  <a:schemeClr val="tx1"/>
                </a:solidFill>
                <a:latin typeface="+mn-ea"/>
                <a:ea typeface="+mn-ea"/>
                <a:cs typeface="+mn-cs"/>
                <a:sym typeface="微软雅黑" panose="020B0503020204020204" pitchFamily="34" charset="-122"/>
              </a:endParaRPr>
            </a:p>
          </p:txBody>
        </p:sp>
        <p:cxnSp>
          <p:nvCxnSpPr>
            <p:cNvPr id="11" name="直接连接符 169"/>
            <p:cNvCxnSpPr/>
            <p:nvPr/>
          </p:nvCxnSpPr>
          <p:spPr>
            <a:xfrm>
              <a:off x="10801280"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489967" y="311659"/>
            <a:ext cx="1043178" cy="1034034"/>
            <a:chOff x="643" y="463"/>
            <a:chExt cx="1369" cy="1357"/>
          </a:xfrm>
        </p:grpSpPr>
        <p:sp>
          <p:nvSpPr>
            <p:cNvPr id="14" name="椭圆 13"/>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15" name="椭圆 14"/>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16" name="椭圆 15"/>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Tree>
  </p:cSld>
  <p:clrMapOvr>
    <a:masterClrMapping/>
  </p:clrMapOvr>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grpSp>
        <p:nvGrpSpPr>
          <p:cNvPr id="27" name="组合 26"/>
          <p:cNvGrpSpPr/>
          <p:nvPr/>
        </p:nvGrpSpPr>
        <p:grpSpPr>
          <a:xfrm>
            <a:off x="7620673" y="314970"/>
            <a:ext cx="7338346" cy="288403"/>
            <a:chOff x="6369479" y="167115"/>
            <a:chExt cx="6115288" cy="240336"/>
          </a:xfrm>
        </p:grpSpPr>
        <p:sp>
          <p:nvSpPr>
            <p:cNvPr id="28" name="矩形 27"/>
            <p:cNvSpPr/>
            <p:nvPr/>
          </p:nvSpPr>
          <p:spPr>
            <a:xfrm>
              <a:off x="6369479" y="167115"/>
              <a:ext cx="666849" cy="230832"/>
            </a:xfrm>
            <a:prstGeom prst="rect">
              <a:avLst/>
            </a:prstGeom>
          </p:spPr>
          <p:txBody>
            <a:bodyPr wrap="none">
              <a:spAutoFit/>
            </a:bodyPr>
            <a:lstStyle/>
            <a:p>
              <a:r>
                <a:rPr lang="zh-CN" altLang="en-US" sz="1200" dirty="0">
                  <a:solidFill>
                    <a:schemeClr val="tx1"/>
                  </a:solidFill>
                  <a:latin typeface="+mn-ea"/>
                  <a:ea typeface="+mn-ea"/>
                </a:rPr>
                <a:t>课程导入</a:t>
              </a:r>
              <a:endParaRPr lang="zh-CN" altLang="en-US" sz="1200" dirty="0">
                <a:solidFill>
                  <a:schemeClr val="tx1"/>
                </a:solidFill>
                <a:latin typeface="+mn-ea"/>
                <a:ea typeface="+mn-ea"/>
              </a:endParaRPr>
            </a:p>
          </p:txBody>
        </p:sp>
        <p:sp>
          <p:nvSpPr>
            <p:cNvPr id="29" name="矩形 28"/>
            <p:cNvSpPr/>
            <p:nvPr/>
          </p:nvSpPr>
          <p:spPr>
            <a:xfrm>
              <a:off x="7806356"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绘图基础</a:t>
              </a:r>
              <a:endParaRPr lang="zh-CN" altLang="en-US" sz="1200" dirty="0">
                <a:solidFill>
                  <a:schemeClr val="tx1"/>
                </a:solidFill>
                <a:latin typeface="+mn-ea"/>
                <a:ea typeface="+mn-ea"/>
                <a:sym typeface="微软雅黑" panose="020B0503020204020204" pitchFamily="34" charset="-122"/>
              </a:endParaRPr>
            </a:p>
          </p:txBody>
        </p:sp>
        <p:sp>
          <p:nvSpPr>
            <p:cNvPr id="30" name="矩形 29"/>
            <p:cNvSpPr/>
            <p:nvPr/>
          </p:nvSpPr>
          <p:spPr>
            <a:xfrm>
              <a:off x="9408289"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案例实践</a:t>
              </a:r>
              <a:endParaRPr lang="zh-CN" altLang="en-US" sz="1200" dirty="0">
                <a:solidFill>
                  <a:schemeClr val="tx1"/>
                </a:solidFill>
                <a:latin typeface="+mn-ea"/>
                <a:ea typeface="+mn-ea"/>
                <a:sym typeface="微软雅黑" panose="020B0503020204020204" pitchFamily="34" charset="-122"/>
              </a:endParaRPr>
            </a:p>
          </p:txBody>
        </p:sp>
        <p:cxnSp>
          <p:nvCxnSpPr>
            <p:cNvPr id="31" name="直接连接符 161"/>
            <p:cNvCxnSpPr/>
            <p:nvPr/>
          </p:nvCxnSpPr>
          <p:spPr>
            <a:xfrm>
              <a:off x="7538297" y="224265"/>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162"/>
            <p:cNvCxnSpPr/>
            <p:nvPr/>
          </p:nvCxnSpPr>
          <p:spPr>
            <a:xfrm>
              <a:off x="9154575"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a:spLocks noChangeArrowheads="1"/>
            </p:cNvSpPr>
            <p:nvPr/>
          </p:nvSpPr>
          <p:spPr bwMode="auto">
            <a:xfrm>
              <a:off x="10393685" y="170177"/>
              <a:ext cx="2091082" cy="230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panose="020B060402020209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11480" rtl="0" eaLnBrk="1" fontAlgn="auto" latinLnBrk="0" hangingPunct="1">
                <a:lnSpc>
                  <a:spcPct val="100000"/>
                </a:lnSpc>
                <a:spcBef>
                  <a:spcPct val="0"/>
                </a:spcBef>
                <a:spcAft>
                  <a:spcPts val="0"/>
                </a:spcAft>
                <a:buClrTx/>
                <a:buSzTx/>
                <a:buFont typeface="Arial" panose="020B0604020202090204" pitchFamily="34" charset="0"/>
                <a:buNone/>
                <a:defRPr/>
              </a:pPr>
              <a:r>
                <a:rPr lang="zh-CN" altLang="en-US" sz="1200" kern="1200" noProof="0" dirty="0">
                  <a:solidFill>
                    <a:schemeClr val="tx1"/>
                  </a:solidFill>
                  <a:latin typeface="+mn-ea"/>
                  <a:ea typeface="+mn-ea"/>
                  <a:cs typeface="+mn-cs"/>
                  <a:sym typeface="微软雅黑" panose="020B0503020204020204" pitchFamily="34" charset="-122"/>
                </a:rPr>
                <a:t>总结与反思</a:t>
              </a:r>
              <a:endParaRPr lang="zh-CN" altLang="en-US" sz="1200" kern="1200" noProof="0" dirty="0">
                <a:solidFill>
                  <a:schemeClr val="tx1"/>
                </a:solidFill>
                <a:latin typeface="+mn-ea"/>
                <a:ea typeface="+mn-ea"/>
                <a:cs typeface="+mn-cs"/>
                <a:sym typeface="微软雅黑" panose="020B0503020204020204" pitchFamily="34" charset="-122"/>
              </a:endParaRPr>
            </a:p>
          </p:txBody>
        </p:sp>
        <p:cxnSp>
          <p:nvCxnSpPr>
            <p:cNvPr id="34" name="直接连接符 169"/>
            <p:cNvCxnSpPr/>
            <p:nvPr/>
          </p:nvCxnSpPr>
          <p:spPr>
            <a:xfrm>
              <a:off x="10801280"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1089895" y="383550"/>
            <a:ext cx="626390" cy="620899"/>
            <a:chOff x="643" y="463"/>
            <a:chExt cx="1369" cy="1357"/>
          </a:xfrm>
        </p:grpSpPr>
        <p:sp>
          <p:nvSpPr>
            <p:cNvPr id="36" name="椭圆 3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7" name="椭圆 3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38" name="椭圆 3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40" name="内容占位符 39"/>
          <p:cNvSpPr>
            <a:spLocks noGrp="1"/>
          </p:cNvSpPr>
          <p:nvPr>
            <p:ph sz="quarter" idx="13"/>
          </p:nvPr>
        </p:nvSpPr>
        <p:spPr>
          <a:xfrm>
            <a:off x="1007746" y="1436371"/>
            <a:ext cx="12616814" cy="5962650"/>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Tree>
  </p:cSld>
  <p:clrMapOvr>
    <a:masterClrMapping/>
  </p:clrMapOvr>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grpSp>
        <p:nvGrpSpPr>
          <p:cNvPr id="27" name="组合 26"/>
          <p:cNvGrpSpPr/>
          <p:nvPr/>
        </p:nvGrpSpPr>
        <p:grpSpPr>
          <a:xfrm>
            <a:off x="7620673" y="314970"/>
            <a:ext cx="7338346" cy="288403"/>
            <a:chOff x="6369479" y="167115"/>
            <a:chExt cx="6115288" cy="240336"/>
          </a:xfrm>
        </p:grpSpPr>
        <p:sp>
          <p:nvSpPr>
            <p:cNvPr id="28" name="矩形 27"/>
            <p:cNvSpPr/>
            <p:nvPr/>
          </p:nvSpPr>
          <p:spPr>
            <a:xfrm>
              <a:off x="6369479" y="167115"/>
              <a:ext cx="666849" cy="230832"/>
            </a:xfrm>
            <a:prstGeom prst="rect">
              <a:avLst/>
            </a:prstGeom>
          </p:spPr>
          <p:txBody>
            <a:bodyPr wrap="none">
              <a:spAutoFit/>
            </a:bodyPr>
            <a:lstStyle/>
            <a:p>
              <a:r>
                <a:rPr lang="zh-CN" altLang="en-US" sz="1200" dirty="0">
                  <a:solidFill>
                    <a:schemeClr val="accent4">
                      <a:lumMod val="75000"/>
                    </a:schemeClr>
                  </a:solidFill>
                  <a:latin typeface="+mn-ea"/>
                  <a:ea typeface="+mn-ea"/>
                </a:rPr>
                <a:t>课程导入</a:t>
              </a:r>
              <a:endParaRPr lang="zh-CN" altLang="en-US" sz="1200" dirty="0">
                <a:solidFill>
                  <a:schemeClr val="accent4">
                    <a:lumMod val="75000"/>
                  </a:schemeClr>
                </a:solidFill>
                <a:latin typeface="+mn-ea"/>
                <a:ea typeface="+mn-ea"/>
              </a:endParaRPr>
            </a:p>
          </p:txBody>
        </p:sp>
        <p:sp>
          <p:nvSpPr>
            <p:cNvPr id="29" name="矩形 28"/>
            <p:cNvSpPr/>
            <p:nvPr/>
          </p:nvSpPr>
          <p:spPr>
            <a:xfrm>
              <a:off x="7806356"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绘图基础</a:t>
              </a:r>
              <a:endParaRPr lang="zh-CN" altLang="en-US" sz="1200" dirty="0">
                <a:solidFill>
                  <a:schemeClr val="tx1"/>
                </a:solidFill>
                <a:latin typeface="+mn-ea"/>
                <a:ea typeface="+mn-ea"/>
                <a:sym typeface="微软雅黑" panose="020B0503020204020204" pitchFamily="34" charset="-122"/>
              </a:endParaRPr>
            </a:p>
          </p:txBody>
        </p:sp>
        <p:sp>
          <p:nvSpPr>
            <p:cNvPr id="30" name="矩形 29"/>
            <p:cNvSpPr/>
            <p:nvPr/>
          </p:nvSpPr>
          <p:spPr>
            <a:xfrm>
              <a:off x="9408289" y="176619"/>
              <a:ext cx="1115690" cy="230832"/>
            </a:xfrm>
            <a:prstGeom prst="rect">
              <a:avLst/>
            </a:prstGeom>
          </p:spPr>
          <p:txBody>
            <a:bodyPr wrap="none">
              <a:spAutoFit/>
            </a:bodyPr>
            <a:lstStyle/>
            <a:p>
              <a:pPr lvl="0" algn="ctr" defTabSz="411480">
                <a:spcBef>
                  <a:spcPct val="0"/>
                </a:spcBef>
                <a:defRPr/>
              </a:pPr>
              <a:r>
                <a:rPr lang="en-US" altLang="zh-CN" sz="1200" dirty="0">
                  <a:solidFill>
                    <a:schemeClr val="tx1"/>
                  </a:solidFill>
                  <a:latin typeface="+mn-ea"/>
                  <a:ea typeface="+mn-ea"/>
                  <a:sym typeface="微软雅黑" panose="020B0503020204020204" pitchFamily="34" charset="-122"/>
                </a:rPr>
                <a:t>ggplot2</a:t>
              </a:r>
              <a:r>
                <a:rPr lang="zh-CN" altLang="en-US" sz="1200" dirty="0">
                  <a:solidFill>
                    <a:schemeClr val="tx1"/>
                  </a:solidFill>
                  <a:latin typeface="+mn-ea"/>
                  <a:ea typeface="+mn-ea"/>
                  <a:sym typeface="微软雅黑" panose="020B0503020204020204" pitchFamily="34" charset="-122"/>
                </a:rPr>
                <a:t>案例实践</a:t>
              </a:r>
              <a:endParaRPr lang="zh-CN" altLang="en-US" sz="1200" dirty="0">
                <a:solidFill>
                  <a:schemeClr val="tx1"/>
                </a:solidFill>
                <a:latin typeface="+mn-ea"/>
                <a:ea typeface="+mn-ea"/>
                <a:sym typeface="微软雅黑" panose="020B0503020204020204" pitchFamily="34" charset="-122"/>
              </a:endParaRPr>
            </a:p>
          </p:txBody>
        </p:sp>
        <p:cxnSp>
          <p:nvCxnSpPr>
            <p:cNvPr id="31" name="直接连接符 161"/>
            <p:cNvCxnSpPr/>
            <p:nvPr/>
          </p:nvCxnSpPr>
          <p:spPr>
            <a:xfrm>
              <a:off x="7538297" y="224265"/>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162"/>
            <p:cNvCxnSpPr/>
            <p:nvPr/>
          </p:nvCxnSpPr>
          <p:spPr>
            <a:xfrm>
              <a:off x="9154575"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a:spLocks noChangeArrowheads="1"/>
            </p:cNvSpPr>
            <p:nvPr/>
          </p:nvSpPr>
          <p:spPr bwMode="auto">
            <a:xfrm>
              <a:off x="10393685" y="170177"/>
              <a:ext cx="2091082" cy="230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panose="020B060402020209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11480" rtl="0" eaLnBrk="1" fontAlgn="auto" latinLnBrk="0" hangingPunct="1">
                <a:lnSpc>
                  <a:spcPct val="100000"/>
                </a:lnSpc>
                <a:spcBef>
                  <a:spcPct val="0"/>
                </a:spcBef>
                <a:spcAft>
                  <a:spcPts val="0"/>
                </a:spcAft>
                <a:buClrTx/>
                <a:buSzTx/>
                <a:buFont typeface="Arial" panose="020B0604020202090204" pitchFamily="34" charset="0"/>
                <a:buNone/>
                <a:defRPr/>
              </a:pPr>
              <a:r>
                <a:rPr lang="zh-CN" altLang="en-US" sz="1200" kern="1200" noProof="0" dirty="0">
                  <a:solidFill>
                    <a:schemeClr val="tx1"/>
                  </a:solidFill>
                  <a:latin typeface="+mn-ea"/>
                  <a:ea typeface="+mn-ea"/>
                  <a:cs typeface="+mn-cs"/>
                  <a:sym typeface="微软雅黑" panose="020B0503020204020204" pitchFamily="34" charset="-122"/>
                </a:rPr>
                <a:t>总结与反思</a:t>
              </a:r>
              <a:endParaRPr lang="zh-CN" altLang="en-US" sz="1200" kern="1200" noProof="0" dirty="0">
                <a:solidFill>
                  <a:schemeClr val="tx1"/>
                </a:solidFill>
                <a:latin typeface="+mn-ea"/>
                <a:ea typeface="+mn-ea"/>
                <a:cs typeface="+mn-cs"/>
                <a:sym typeface="微软雅黑" panose="020B0503020204020204" pitchFamily="34" charset="-122"/>
              </a:endParaRPr>
            </a:p>
          </p:txBody>
        </p:sp>
        <p:cxnSp>
          <p:nvCxnSpPr>
            <p:cNvPr id="34" name="直接连接符 169"/>
            <p:cNvCxnSpPr/>
            <p:nvPr/>
          </p:nvCxnSpPr>
          <p:spPr>
            <a:xfrm>
              <a:off x="10801280" y="227729"/>
              <a:ext cx="0" cy="14400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1089895" y="383550"/>
            <a:ext cx="626390" cy="620899"/>
            <a:chOff x="643" y="463"/>
            <a:chExt cx="1369" cy="1357"/>
          </a:xfrm>
        </p:grpSpPr>
        <p:sp>
          <p:nvSpPr>
            <p:cNvPr id="36" name="椭圆 35"/>
            <p:cNvSpPr/>
            <p:nvPr/>
          </p:nvSpPr>
          <p:spPr>
            <a:xfrm>
              <a:off x="704" y="846"/>
              <a:ext cx="974" cy="974"/>
            </a:xfrm>
            <a:prstGeom prst="ellipse">
              <a:avLst/>
            </a:pr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prstClr val="white"/>
                </a:solidFill>
                <a:latin typeface="等线" panose="02010600030101010101" pitchFamily="2" charset="-122"/>
                <a:ea typeface="等线" panose="02010600030101010101" pitchFamily="2" charset="-122"/>
              </a:endParaRPr>
            </a:p>
          </p:txBody>
        </p:sp>
        <p:sp>
          <p:nvSpPr>
            <p:cNvPr id="37" name="椭圆 36"/>
            <p:cNvSpPr/>
            <p:nvPr/>
          </p:nvSpPr>
          <p:spPr>
            <a:xfrm>
              <a:off x="1118" y="711"/>
              <a:ext cx="894" cy="894"/>
            </a:xfrm>
            <a:prstGeom prst="ellipse">
              <a:avLst/>
            </a:prstGeom>
            <a:solidFill>
              <a:srgbClr val="D4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sp>
          <p:nvSpPr>
            <p:cNvPr id="38" name="椭圆 37"/>
            <p:cNvSpPr/>
            <p:nvPr/>
          </p:nvSpPr>
          <p:spPr>
            <a:xfrm>
              <a:off x="643" y="463"/>
              <a:ext cx="894" cy="894"/>
            </a:xfrm>
            <a:prstGeom prst="ellipse">
              <a:avLst/>
            </a:pr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60">
                <a:solidFill>
                  <a:prstClr val="white"/>
                </a:solidFill>
                <a:latin typeface="等线" panose="02010600030101010101" pitchFamily="2" charset="-122"/>
                <a:ea typeface="等线" panose="02010600030101010101" pitchFamily="2" charset="-122"/>
              </a:endParaRPr>
            </a:p>
          </p:txBody>
        </p:sp>
      </p:grpSp>
      <p:sp>
        <p:nvSpPr>
          <p:cNvPr id="40" name="内容占位符 39"/>
          <p:cNvSpPr>
            <a:spLocks noGrp="1"/>
          </p:cNvSpPr>
          <p:nvPr>
            <p:ph sz="quarter" idx="13"/>
          </p:nvPr>
        </p:nvSpPr>
        <p:spPr>
          <a:xfrm>
            <a:off x="1007746" y="1436371"/>
            <a:ext cx="12616814" cy="5962650"/>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三角形 6"/>
          <p:cNvSpPr/>
          <p:nvPr/>
        </p:nvSpPr>
        <p:spPr>
          <a:xfrm rot="5400000">
            <a:off x="7389690" y="409531"/>
            <a:ext cx="101633" cy="129155"/>
          </a:xfrm>
          <a:prstGeom prst="triangl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Tree>
  </p:cSld>
  <p:clrMapOvr>
    <a:masterClrMapping/>
  </p:clrMapOvr>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828800" y="1587555"/>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
        <p:nvSpPr>
          <p:cNvPr id="3" name="副标题 2"/>
          <p:cNvSpPr>
            <a:spLocks noGrp="1"/>
          </p:cNvSpPr>
          <p:nvPr>
            <p:ph type="subTitle" idx="1" hasCustomPrompt="1"/>
          </p:nvPr>
        </p:nvSpPr>
        <p:spPr>
          <a:xfrm>
            <a:off x="1828800" y="4322446"/>
            <a:ext cx="10972800" cy="1986914"/>
          </a:xfrm>
        </p:spPr>
        <p:txBody>
          <a:bodyPr>
            <a:normAutofit/>
          </a:bodyPr>
          <a:lstStyle>
            <a:lvl1pPr marL="0" indent="0" algn="ctr">
              <a:buNone/>
              <a:defRPr sz="2880">
                <a:solidFill>
                  <a:schemeClr val="tx1">
                    <a:lumMod val="75000"/>
                    <a:lumOff val="25000"/>
                  </a:schemeClr>
                </a:solidFill>
                <a:effectLst/>
                <a:latin typeface="+mn-ea"/>
                <a:ea typeface="+mn-ea"/>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zh-CN" altLang="en-US" dirty="0"/>
              <a:t>单击此处添加副标题</a:t>
            </a:r>
            <a:endParaRPr lang="zh-CN" altLang="en-US" dirty="0"/>
          </a:p>
        </p:txBody>
      </p:sp>
    </p:spTree>
  </p:cSld>
  <p:clrMapOvr>
    <a:masterClrMapping/>
  </p:clrMapOvr>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77240" y="310134"/>
            <a:ext cx="12618720" cy="1590676"/>
          </a:xfrm>
        </p:spPr>
        <p:txBody>
          <a:bodyPr anchor="ctr" anchorCtr="0">
            <a:normAutofit/>
          </a:bodyPr>
          <a:lstStyle>
            <a:lvl1pPr>
              <a:defRPr sz="5280" b="0">
                <a:effectLst/>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777240" y="2190750"/>
            <a:ext cx="12618720" cy="5221606"/>
          </a:xfrm>
        </p:spPr>
        <p:txBody>
          <a:bodyPr>
            <a:normAutofit/>
          </a:bodyPr>
          <a:lstStyle>
            <a:lvl1pPr>
              <a:defRPr sz="3360">
                <a:solidFill>
                  <a:schemeClr val="tx1">
                    <a:lumMod val="75000"/>
                    <a:lumOff val="25000"/>
                  </a:schemeClr>
                </a:solidFill>
              </a:defRPr>
            </a:lvl1pPr>
            <a:lvl2pPr>
              <a:defRPr sz="2880">
                <a:solidFill>
                  <a:schemeClr val="tx1">
                    <a:lumMod val="75000"/>
                    <a:lumOff val="25000"/>
                  </a:schemeClr>
                </a:solidFill>
              </a:defRPr>
            </a:lvl2pPr>
            <a:lvl3pPr>
              <a:defRPr sz="2400">
                <a:solidFill>
                  <a:schemeClr val="tx1">
                    <a:lumMod val="75000"/>
                    <a:lumOff val="25000"/>
                  </a:schemeClr>
                </a:solidFill>
              </a:defRPr>
            </a:lvl3pPr>
            <a:lvl4pPr>
              <a:defRPr sz="2160">
                <a:solidFill>
                  <a:schemeClr val="tx1">
                    <a:lumMod val="75000"/>
                    <a:lumOff val="25000"/>
                  </a:schemeClr>
                </a:solidFill>
              </a:defRPr>
            </a:lvl4pPr>
            <a:lvl5pPr>
              <a:defRPr sz="2160">
                <a:solidFill>
                  <a:schemeClr val="tx1">
                    <a:lumMod val="75000"/>
                    <a:lumOff val="25000"/>
                  </a:schemeClr>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98220" y="562953"/>
            <a:ext cx="12369512" cy="4912016"/>
          </a:xfrm>
        </p:spPr>
        <p:txBody>
          <a:bodyPr anchor="b">
            <a:normAutofit/>
          </a:bodyPr>
          <a:lstStyle>
            <a:lvl1pPr>
              <a:defRPr sz="7200">
                <a:effectLst/>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98220" y="5532034"/>
            <a:ext cx="12369511" cy="777066"/>
          </a:xfrm>
        </p:spPr>
        <p:txBody>
          <a:bodyPr>
            <a:normAutofit/>
          </a:bodyPr>
          <a:lstStyle>
            <a:lvl1pPr marL="0" indent="0">
              <a:buNone/>
              <a:defRPr sz="288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77240" y="310134"/>
            <a:ext cx="12618720" cy="1590676"/>
          </a:xfrm>
        </p:spPr>
        <p:txBody>
          <a:bodyPr>
            <a:normAutofit/>
          </a:bodyPr>
          <a:lstStyle>
            <a:lvl1pPr>
              <a:defRPr sz="5280" b="0" i="0">
                <a:effectLst/>
              </a:defRPr>
            </a:lvl1pPr>
          </a:lstStyle>
          <a:p>
            <a:r>
              <a:rPr lang="zh-CN" altLang="en-US"/>
              <a:t>单击此处编辑母版标题样式</a:t>
            </a:r>
            <a:endParaRPr lang="zh-CN" altLang="en-US" dirty="0"/>
          </a:p>
        </p:txBody>
      </p:sp>
      <p:sp>
        <p:nvSpPr>
          <p:cNvPr id="3" name="内容占位符 2"/>
          <p:cNvSpPr>
            <a:spLocks noGrp="1"/>
          </p:cNvSpPr>
          <p:nvPr>
            <p:ph sz="half" idx="1"/>
          </p:nvPr>
        </p:nvSpPr>
        <p:spPr>
          <a:xfrm>
            <a:off x="777240" y="2190750"/>
            <a:ext cx="6217920" cy="5221606"/>
          </a:xfrm>
        </p:spPr>
        <p:txBody>
          <a:bodyPr>
            <a:normAutofit/>
          </a:bodyPr>
          <a:lstStyle>
            <a:lvl1pPr>
              <a:lnSpc>
                <a:spcPct val="90000"/>
              </a:lnSpc>
              <a:defRPr sz="3360">
                <a:solidFill>
                  <a:schemeClr val="tx1">
                    <a:lumMod val="75000"/>
                    <a:lumOff val="25000"/>
                  </a:schemeClr>
                </a:solidFill>
              </a:defRPr>
            </a:lvl1pPr>
            <a:lvl2pPr>
              <a:lnSpc>
                <a:spcPct val="90000"/>
              </a:lnSpc>
              <a:defRPr sz="2880">
                <a:solidFill>
                  <a:schemeClr val="tx1">
                    <a:lumMod val="75000"/>
                    <a:lumOff val="25000"/>
                  </a:schemeClr>
                </a:solidFill>
              </a:defRPr>
            </a:lvl2pPr>
            <a:lvl3pPr>
              <a:lnSpc>
                <a:spcPct val="90000"/>
              </a:lnSpc>
              <a:defRPr sz="2400">
                <a:solidFill>
                  <a:schemeClr val="tx1">
                    <a:lumMod val="75000"/>
                    <a:lumOff val="25000"/>
                  </a:schemeClr>
                </a:solidFill>
              </a:defRPr>
            </a:lvl3pPr>
            <a:lvl4pPr>
              <a:lnSpc>
                <a:spcPct val="90000"/>
              </a:lnSpc>
              <a:defRPr sz="2160">
                <a:solidFill>
                  <a:schemeClr val="tx1">
                    <a:lumMod val="75000"/>
                    <a:lumOff val="25000"/>
                  </a:schemeClr>
                </a:solidFill>
              </a:defRPr>
            </a:lvl4pPr>
            <a:lvl5pPr>
              <a:lnSpc>
                <a:spcPct val="90000"/>
              </a:lnSpc>
              <a:defRPr sz="2160">
                <a:solidFill>
                  <a:schemeClr val="tx1">
                    <a:lumMod val="75000"/>
                    <a:lumOff val="25000"/>
                  </a:schemeClr>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内容占位符 3"/>
          <p:cNvSpPr>
            <a:spLocks noGrp="1"/>
          </p:cNvSpPr>
          <p:nvPr>
            <p:ph sz="half" idx="2"/>
          </p:nvPr>
        </p:nvSpPr>
        <p:spPr>
          <a:xfrm>
            <a:off x="7178040" y="2190750"/>
            <a:ext cx="6217920" cy="5221606"/>
          </a:xfrm>
        </p:spPr>
        <p:txBody>
          <a:bodyPr>
            <a:normAutofit/>
          </a:bodyPr>
          <a:lstStyle>
            <a:lvl1pPr>
              <a:lnSpc>
                <a:spcPct val="90000"/>
              </a:lnSpc>
              <a:defRPr sz="3360">
                <a:solidFill>
                  <a:schemeClr val="tx1">
                    <a:lumMod val="75000"/>
                    <a:lumOff val="25000"/>
                  </a:schemeClr>
                </a:solidFill>
              </a:defRPr>
            </a:lvl1pPr>
            <a:lvl2pPr>
              <a:lnSpc>
                <a:spcPct val="90000"/>
              </a:lnSpc>
              <a:defRPr sz="2880">
                <a:solidFill>
                  <a:schemeClr val="tx1">
                    <a:lumMod val="75000"/>
                    <a:lumOff val="25000"/>
                  </a:schemeClr>
                </a:solidFill>
              </a:defRPr>
            </a:lvl2pPr>
            <a:lvl3pPr>
              <a:lnSpc>
                <a:spcPct val="90000"/>
              </a:lnSpc>
              <a:defRPr sz="2400">
                <a:solidFill>
                  <a:schemeClr val="tx1">
                    <a:lumMod val="75000"/>
                    <a:lumOff val="25000"/>
                  </a:schemeClr>
                </a:solidFill>
              </a:defRPr>
            </a:lvl3pPr>
            <a:lvl4pPr>
              <a:lnSpc>
                <a:spcPct val="90000"/>
              </a:lnSpc>
              <a:defRPr sz="2160">
                <a:solidFill>
                  <a:schemeClr val="tx1">
                    <a:lumMod val="75000"/>
                    <a:lumOff val="25000"/>
                  </a:schemeClr>
                </a:solidFill>
              </a:defRPr>
            </a:lvl4pPr>
            <a:lvl5pPr>
              <a:lnSpc>
                <a:spcPct val="90000"/>
              </a:lnSpc>
              <a:defRPr sz="2160">
                <a:solidFill>
                  <a:schemeClr val="tx1">
                    <a:lumMod val="75000"/>
                    <a:lumOff val="25000"/>
                  </a:schemeClr>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5" name="日期占位符 4"/>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007746" y="438150"/>
            <a:ext cx="12618720" cy="1590676"/>
          </a:xfrm>
        </p:spPr>
        <p:txBody>
          <a:bodyPr/>
          <a:lstStyle/>
          <a:p>
            <a:r>
              <a:rPr lang="zh-CN" altLang="en-US"/>
              <a:t>单击此处编辑母版标题样式</a:t>
            </a:r>
            <a:endParaRPr lang="zh-CN" altLang="en-US" dirty="0"/>
          </a:p>
        </p:txBody>
      </p:sp>
      <p:sp>
        <p:nvSpPr>
          <p:cNvPr id="3" name="文本占位符 2"/>
          <p:cNvSpPr>
            <a:spLocks noGrp="1"/>
          </p:cNvSpPr>
          <p:nvPr>
            <p:ph type="body" idx="1"/>
          </p:nvPr>
        </p:nvSpPr>
        <p:spPr>
          <a:xfrm>
            <a:off x="1005460" y="2093953"/>
            <a:ext cx="6189344"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007746" y="3138731"/>
            <a:ext cx="6189344" cy="42888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5" name="文本占位符 4"/>
          <p:cNvSpPr>
            <a:spLocks noGrp="1"/>
          </p:cNvSpPr>
          <p:nvPr>
            <p:ph type="body" sz="quarter" idx="3"/>
          </p:nvPr>
        </p:nvSpPr>
        <p:spPr>
          <a:xfrm>
            <a:off x="7406640" y="2093953"/>
            <a:ext cx="6219826"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7406640" y="3138731"/>
            <a:ext cx="6219826" cy="42888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7" name="日期占位符 6"/>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005840" y="3319463"/>
            <a:ext cx="12618720" cy="1590676"/>
          </a:xfrm>
        </p:spPr>
        <p:txBody>
          <a:bodyPr>
            <a:normAutofit/>
          </a:bodyPr>
          <a:lstStyle>
            <a:lvl1pPr algn="ctr">
              <a:defRPr sz="5280" b="0">
                <a:effectLst/>
              </a:defRPr>
            </a:lvl1p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76096" y="152400"/>
            <a:ext cx="4998240" cy="1920240"/>
          </a:xfrm>
        </p:spPr>
        <p:txBody>
          <a:bodyPr anchor="ctr" anchorCtr="0">
            <a:normAutofit/>
          </a:bodyPr>
          <a:lstStyle>
            <a:lvl1pPr>
              <a:defRPr sz="384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6220801" y="919625"/>
            <a:ext cx="6980850" cy="6113335"/>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zh-CN" altLang="en-US"/>
              <a:t>单击图标添加图片</a:t>
            </a:r>
            <a:endParaRPr lang="zh-CN" altLang="en-US"/>
          </a:p>
        </p:txBody>
      </p:sp>
      <p:sp>
        <p:nvSpPr>
          <p:cNvPr id="4" name="文本占位符 3"/>
          <p:cNvSpPr>
            <a:spLocks noGrp="1"/>
          </p:cNvSpPr>
          <p:nvPr>
            <p:ph type="body" sz="half" idx="2"/>
          </p:nvPr>
        </p:nvSpPr>
        <p:spPr>
          <a:xfrm>
            <a:off x="782192" y="2468880"/>
            <a:ext cx="4998240" cy="4573906"/>
          </a:xfrm>
        </p:spPr>
        <p:txBody>
          <a:bodyPr>
            <a:normAutofit/>
          </a:bodyPr>
          <a:lstStyle>
            <a:lvl1pPr marL="0" indent="0">
              <a:lnSpc>
                <a:spcPct val="150000"/>
              </a:lnSpc>
              <a:buNone/>
              <a:defRPr sz="240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789381" y="438150"/>
            <a:ext cx="1835179" cy="6974206"/>
          </a:xfrm>
        </p:spPr>
        <p:txBody>
          <a:bodyPr vert="eaVert">
            <a:normAutofit/>
          </a:bodyPr>
          <a:lstStyle>
            <a:lvl1pPr>
              <a:defRPr sz="5280"/>
            </a:lvl1pPr>
          </a:lstStyle>
          <a:p>
            <a:r>
              <a:rPr lang="zh-CN" altLang="en-US"/>
              <a:t>单击此处编辑母版标题样式</a:t>
            </a:r>
            <a:endParaRPr lang="zh-CN" altLang="en-US" dirty="0"/>
          </a:p>
        </p:txBody>
      </p:sp>
      <p:sp>
        <p:nvSpPr>
          <p:cNvPr id="3" name="竖排文字占位符 2"/>
          <p:cNvSpPr>
            <a:spLocks noGrp="1"/>
          </p:cNvSpPr>
          <p:nvPr>
            <p:ph type="body" orient="vert" idx="1"/>
          </p:nvPr>
        </p:nvSpPr>
        <p:spPr>
          <a:xfrm>
            <a:off x="1005840" y="438150"/>
            <a:ext cx="10655950" cy="6974206"/>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C9A6FD9-3812-A64A-8449-B8B9C6151E18}" type="slidenum">
              <a:rPr/>
            </a:fld>
            <a:endParaRPr kumimoji="1" lang="zh-CN" altLang="en-US"/>
          </a:p>
        </p:txBody>
      </p:sp>
    </p:spTree>
  </p:cSld>
  <p:clrMapOvr>
    <a:masterClrMapping/>
  </p:clrMapOvr>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7" name="内容占位符 6"/>
          <p:cNvSpPr>
            <a:spLocks noGrp="1"/>
          </p:cNvSpPr>
          <p:nvPr>
            <p:ph sz="quarter" idx="13"/>
          </p:nvPr>
        </p:nvSpPr>
        <p:spPr>
          <a:xfrm>
            <a:off x="1005840" y="661852"/>
            <a:ext cx="12618720" cy="667076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1_仅标题">
    <p:bg>
      <p:bgPr>
        <a:solidFill>
          <a:srgbClr val="618BA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pic>
        <p:nvPicPr>
          <p:cNvPr id="7" name="图片 6"/>
          <p:cNvPicPr>
            <a:picLocks noChangeAspect="1"/>
          </p:cNvPicPr>
          <p:nvPr/>
        </p:nvPicPr>
        <p:blipFill>
          <a:blip r:embed="rId2"/>
          <a:stretch>
            <a:fillRect/>
          </a:stretch>
        </p:blipFill>
        <p:spPr>
          <a:xfrm>
            <a:off x="530076" y="1308141"/>
            <a:ext cx="5201448" cy="5191208"/>
          </a:xfrm>
          <a:prstGeom prst="rect">
            <a:avLst/>
          </a:prstGeom>
        </p:spPr>
      </p:pic>
      <p:sp>
        <p:nvSpPr>
          <p:cNvPr id="11" name="矩形 10"/>
          <p:cNvSpPr/>
          <p:nvPr/>
        </p:nvSpPr>
        <p:spPr>
          <a:xfrm>
            <a:off x="0" y="1138175"/>
            <a:ext cx="14630400" cy="5475431"/>
          </a:xfrm>
          <a:prstGeom prst="rect">
            <a:avLst/>
          </a:prstGeom>
          <a:gradFill flip="none" rotWithShape="1">
            <a:gsLst>
              <a:gs pos="22000">
                <a:srgbClr val="90B3CE">
                  <a:alpha val="22353"/>
                </a:srgbClr>
              </a:gs>
              <a:gs pos="100000">
                <a:srgbClr val="406192">
                  <a:alpha val="71765"/>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2" name="标题 1"/>
          <p:cNvSpPr>
            <a:spLocks noGrp="1"/>
          </p:cNvSpPr>
          <p:nvPr>
            <p:ph type="title"/>
          </p:nvPr>
        </p:nvSpPr>
        <p:spPr>
          <a:xfrm>
            <a:off x="6728789" y="1615995"/>
            <a:ext cx="7487220" cy="3107900"/>
          </a:xfrm>
          <a:noFill/>
        </p:spPr>
        <p:txBody>
          <a:bodyPr>
            <a:normAutofit/>
          </a:bodyPr>
          <a:lstStyle>
            <a:lvl1pPr algn="ctr">
              <a:defRPr sz="5280" b="0">
                <a:solidFill>
                  <a:schemeClr val="bg1"/>
                </a:solidFill>
                <a:effectLst/>
              </a:defRPr>
            </a:lvl1pPr>
          </a:lstStyle>
          <a:p>
            <a:r>
              <a:rPr lang="zh-CN" altLang="en-US"/>
              <a:t>单击此处编辑母版标题样式</a:t>
            </a:r>
            <a:endParaRPr lang="zh-CN" altLang="en-US" dirty="0"/>
          </a:p>
        </p:txBody>
      </p:sp>
      <p:sp>
        <p:nvSpPr>
          <p:cNvPr id="9" name="文本占位符 8"/>
          <p:cNvSpPr>
            <a:spLocks noGrp="1"/>
          </p:cNvSpPr>
          <p:nvPr>
            <p:ph type="body" sz="quarter" idx="13"/>
          </p:nvPr>
        </p:nvSpPr>
        <p:spPr>
          <a:xfrm>
            <a:off x="7302585" y="5340097"/>
            <a:ext cx="6321976" cy="1126475"/>
          </a:xfrm>
        </p:spPr>
        <p:txBody>
          <a:bodyPr>
            <a:normAutofit/>
          </a:bodyPr>
          <a:lstStyle>
            <a:lvl1pPr>
              <a:buNone/>
              <a:defRPr sz="3840">
                <a:solidFill>
                  <a:schemeClr val="bg1"/>
                </a:solidFill>
              </a:defRPr>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5" name="任意多边形 4"/>
          <p:cNvSpPr/>
          <p:nvPr/>
        </p:nvSpPr>
        <p:spPr>
          <a:xfrm>
            <a:off x="9588726" y="-5851"/>
            <a:ext cx="5041673" cy="3071258"/>
          </a:xfrm>
          <a:custGeom>
            <a:avLst/>
            <a:gdLst>
              <a:gd name="connsiteX0" fmla="*/ 71135 w 3937000"/>
              <a:gd name="connsiteY0" fmla="*/ 0 h 3485309"/>
              <a:gd name="connsiteX1" fmla="*/ 3937000 w 3937000"/>
              <a:gd name="connsiteY1" fmla="*/ 0 h 3485309"/>
              <a:gd name="connsiteX2" fmla="*/ 3937000 w 3937000"/>
              <a:gd name="connsiteY2" fmla="*/ 3481867 h 3485309"/>
              <a:gd name="connsiteX3" fmla="*/ 3922699 w 3937000"/>
              <a:gd name="connsiteY3" fmla="*/ 3482920 h 3485309"/>
              <a:gd name="connsiteX4" fmla="*/ 2859661 w 3937000"/>
              <a:gd name="connsiteY4" fmla="*/ 3266421 h 3485309"/>
              <a:gd name="connsiteX5" fmla="*/ 1800401 w 3937000"/>
              <a:gd name="connsiteY5" fmla="*/ 1945621 h 3485309"/>
              <a:gd name="connsiteX6" fmla="*/ 290652 w 3937000"/>
              <a:gd name="connsiteY6" fmla="*/ 1196321 h 3485309"/>
              <a:gd name="connsiteX7" fmla="*/ 39249 w 3937000"/>
              <a:gd name="connsiteY7" fmla="*/ 94695 h 3485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7000" h="3485309">
                <a:moveTo>
                  <a:pt x="71135" y="0"/>
                </a:moveTo>
                <a:lnTo>
                  <a:pt x="3937000" y="0"/>
                </a:lnTo>
                <a:lnTo>
                  <a:pt x="3937000" y="3481867"/>
                </a:lnTo>
                <a:lnTo>
                  <a:pt x="3922699" y="3482920"/>
                </a:lnTo>
                <a:cubicBezTo>
                  <a:pt x="3552914" y="3498973"/>
                  <a:pt x="3193470" y="3434961"/>
                  <a:pt x="2859661" y="3266421"/>
                </a:cubicBezTo>
                <a:cubicBezTo>
                  <a:pt x="2096669" y="2881188"/>
                  <a:pt x="2228570" y="2290638"/>
                  <a:pt x="1800401" y="1945621"/>
                </a:cubicBezTo>
                <a:cubicBezTo>
                  <a:pt x="1372233" y="1600604"/>
                  <a:pt x="586920" y="1568854"/>
                  <a:pt x="290652" y="1196321"/>
                </a:cubicBezTo>
                <a:cubicBezTo>
                  <a:pt x="68451" y="916921"/>
                  <a:pt x="-72708" y="493456"/>
                  <a:pt x="39249" y="94695"/>
                </a:cubicBezTo>
                <a:close/>
              </a:path>
            </a:pathLst>
          </a:custGeom>
          <a:solidFill>
            <a:srgbClr val="F6C6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6" name="Freeform 5"/>
          <p:cNvSpPr/>
          <p:nvPr/>
        </p:nvSpPr>
        <p:spPr bwMode="auto">
          <a:xfrm>
            <a:off x="10133771" y="-5046"/>
            <a:ext cx="4493530" cy="2938910"/>
          </a:xfrm>
          <a:custGeom>
            <a:avLst/>
            <a:gdLst>
              <a:gd name="T0" fmla="*/ 18 w 1619"/>
              <a:gd name="T1" fmla="*/ 36 h 1181"/>
              <a:gd name="T2" fmla="*/ 14 w 1619"/>
              <a:gd name="T3" fmla="*/ 108 h 1181"/>
              <a:gd name="T4" fmla="*/ 30 w 1619"/>
              <a:gd name="T5" fmla="*/ 285 h 1181"/>
              <a:gd name="T6" fmla="*/ 84 w 1619"/>
              <a:gd name="T7" fmla="*/ 425 h 1181"/>
              <a:gd name="T8" fmla="*/ 99 w 1619"/>
              <a:gd name="T9" fmla="*/ 448 h 1181"/>
              <a:gd name="T10" fmla="*/ 114 w 1619"/>
              <a:gd name="T11" fmla="*/ 469 h 1181"/>
              <a:gd name="T12" fmla="*/ 174 w 1619"/>
              <a:gd name="T13" fmla="*/ 519 h 1181"/>
              <a:gd name="T14" fmla="*/ 306 w 1619"/>
              <a:gd name="T15" fmla="*/ 572 h 1181"/>
              <a:gd name="T16" fmla="*/ 444 w 1619"/>
              <a:gd name="T17" fmla="*/ 615 h 1181"/>
              <a:gd name="T18" fmla="*/ 571 w 1619"/>
              <a:gd name="T19" fmla="*/ 681 h 1181"/>
              <a:gd name="T20" fmla="*/ 661 w 1619"/>
              <a:gd name="T21" fmla="*/ 794 h 1181"/>
              <a:gd name="T22" fmla="*/ 728 w 1619"/>
              <a:gd name="T23" fmla="*/ 921 h 1181"/>
              <a:gd name="T24" fmla="*/ 876 w 1619"/>
              <a:gd name="T25" fmla="*/ 1072 h 1181"/>
              <a:gd name="T26" fmla="*/ 907 w 1619"/>
              <a:gd name="T27" fmla="*/ 1090 h 1181"/>
              <a:gd name="T28" fmla="*/ 1003 w 1619"/>
              <a:gd name="T29" fmla="*/ 1135 h 1181"/>
              <a:gd name="T30" fmla="*/ 1054 w 1619"/>
              <a:gd name="T31" fmla="*/ 1150 h 1181"/>
              <a:gd name="T32" fmla="*/ 1353 w 1619"/>
              <a:gd name="T33" fmla="*/ 1143 h 1181"/>
              <a:gd name="T34" fmla="*/ 1554 w 1619"/>
              <a:gd name="T35" fmla="*/ 1068 h 1181"/>
              <a:gd name="T36" fmla="*/ 1619 w 1619"/>
              <a:gd name="T37" fmla="*/ 1037 h 1181"/>
              <a:gd name="T38" fmla="*/ 1491 w 1619"/>
              <a:gd name="T39" fmla="*/ 1104 h 1181"/>
              <a:gd name="T40" fmla="*/ 1356 w 1619"/>
              <a:gd name="T41" fmla="*/ 1154 h 1181"/>
              <a:gd name="T42" fmla="*/ 1068 w 1619"/>
              <a:gd name="T43" fmla="*/ 1168 h 1181"/>
              <a:gd name="T44" fmla="*/ 1051 w 1619"/>
              <a:gd name="T45" fmla="*/ 1164 h 1181"/>
              <a:gd name="T46" fmla="*/ 998 w 1619"/>
              <a:gd name="T47" fmla="*/ 1149 h 1181"/>
              <a:gd name="T48" fmla="*/ 899 w 1619"/>
              <a:gd name="T49" fmla="*/ 1102 h 1181"/>
              <a:gd name="T50" fmla="*/ 869 w 1619"/>
              <a:gd name="T51" fmla="*/ 1083 h 1181"/>
              <a:gd name="T52" fmla="*/ 760 w 1619"/>
              <a:gd name="T53" fmla="*/ 986 h 1181"/>
              <a:gd name="T54" fmla="*/ 654 w 1619"/>
              <a:gd name="T55" fmla="*/ 798 h 1181"/>
              <a:gd name="T56" fmla="*/ 606 w 1619"/>
              <a:gd name="T57" fmla="*/ 723 h 1181"/>
              <a:gd name="T58" fmla="*/ 595 w 1619"/>
              <a:gd name="T59" fmla="*/ 709 h 1181"/>
              <a:gd name="T60" fmla="*/ 442 w 1619"/>
              <a:gd name="T61" fmla="*/ 619 h 1181"/>
              <a:gd name="T62" fmla="*/ 304 w 1619"/>
              <a:gd name="T63" fmla="*/ 580 h 1181"/>
              <a:gd name="T64" fmla="*/ 168 w 1619"/>
              <a:gd name="T65" fmla="*/ 530 h 1181"/>
              <a:gd name="T66" fmla="*/ 104 w 1619"/>
              <a:gd name="T67" fmla="*/ 477 h 1181"/>
              <a:gd name="T68" fmla="*/ 88 w 1619"/>
              <a:gd name="T69" fmla="*/ 455 h 1181"/>
              <a:gd name="T70" fmla="*/ 74 w 1619"/>
              <a:gd name="T71" fmla="*/ 432 h 1181"/>
              <a:gd name="T72" fmla="*/ 60 w 1619"/>
              <a:gd name="T73" fmla="*/ 408 h 1181"/>
              <a:gd name="T74" fmla="*/ 49 w 1619"/>
              <a:gd name="T75" fmla="*/ 383 h 1181"/>
              <a:gd name="T76" fmla="*/ 39 w 1619"/>
              <a:gd name="T77" fmla="*/ 357 h 1181"/>
              <a:gd name="T78" fmla="*/ 28 w 1619"/>
              <a:gd name="T79" fmla="*/ 323 h 1181"/>
              <a:gd name="T80" fmla="*/ 21 w 1619"/>
              <a:gd name="T81" fmla="*/ 296 h 1181"/>
              <a:gd name="T82" fmla="*/ 21 w 1619"/>
              <a:gd name="T83" fmla="*/ 0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19" h="1181">
                <a:moveTo>
                  <a:pt x="22" y="0"/>
                </a:moveTo>
                <a:cubicBezTo>
                  <a:pt x="18" y="36"/>
                  <a:pt x="18" y="36"/>
                  <a:pt x="18" y="36"/>
                </a:cubicBezTo>
                <a:cubicBezTo>
                  <a:pt x="16" y="72"/>
                  <a:pt x="16" y="72"/>
                  <a:pt x="16" y="72"/>
                </a:cubicBezTo>
                <a:cubicBezTo>
                  <a:pt x="15" y="84"/>
                  <a:pt x="14" y="96"/>
                  <a:pt x="14" y="108"/>
                </a:cubicBezTo>
                <a:cubicBezTo>
                  <a:pt x="14" y="120"/>
                  <a:pt x="14" y="132"/>
                  <a:pt x="14" y="143"/>
                </a:cubicBezTo>
                <a:cubicBezTo>
                  <a:pt x="15" y="191"/>
                  <a:pt x="20" y="239"/>
                  <a:pt x="30" y="285"/>
                </a:cubicBezTo>
                <a:cubicBezTo>
                  <a:pt x="40" y="332"/>
                  <a:pt x="57" y="376"/>
                  <a:pt x="80" y="418"/>
                </a:cubicBezTo>
                <a:cubicBezTo>
                  <a:pt x="84" y="425"/>
                  <a:pt x="84" y="425"/>
                  <a:pt x="84" y="425"/>
                </a:cubicBezTo>
                <a:cubicBezTo>
                  <a:pt x="86" y="428"/>
                  <a:pt x="87" y="430"/>
                  <a:pt x="89" y="433"/>
                </a:cubicBezTo>
                <a:cubicBezTo>
                  <a:pt x="99" y="448"/>
                  <a:pt x="99" y="448"/>
                  <a:pt x="99" y="448"/>
                </a:cubicBezTo>
                <a:cubicBezTo>
                  <a:pt x="102" y="453"/>
                  <a:pt x="106" y="457"/>
                  <a:pt x="109" y="462"/>
                </a:cubicBezTo>
                <a:cubicBezTo>
                  <a:pt x="114" y="469"/>
                  <a:pt x="114" y="469"/>
                  <a:pt x="114" y="469"/>
                </a:cubicBezTo>
                <a:cubicBezTo>
                  <a:pt x="116" y="472"/>
                  <a:pt x="118" y="474"/>
                  <a:pt x="120" y="476"/>
                </a:cubicBezTo>
                <a:cubicBezTo>
                  <a:pt x="135" y="493"/>
                  <a:pt x="154" y="508"/>
                  <a:pt x="174" y="519"/>
                </a:cubicBezTo>
                <a:cubicBezTo>
                  <a:pt x="194" y="531"/>
                  <a:pt x="216" y="541"/>
                  <a:pt x="238" y="549"/>
                </a:cubicBezTo>
                <a:cubicBezTo>
                  <a:pt x="260" y="558"/>
                  <a:pt x="283" y="565"/>
                  <a:pt x="306" y="572"/>
                </a:cubicBezTo>
                <a:cubicBezTo>
                  <a:pt x="375" y="593"/>
                  <a:pt x="375" y="593"/>
                  <a:pt x="375" y="593"/>
                </a:cubicBezTo>
                <a:cubicBezTo>
                  <a:pt x="398" y="600"/>
                  <a:pt x="421" y="607"/>
                  <a:pt x="444" y="615"/>
                </a:cubicBezTo>
                <a:cubicBezTo>
                  <a:pt x="466" y="623"/>
                  <a:pt x="488" y="633"/>
                  <a:pt x="510" y="643"/>
                </a:cubicBezTo>
                <a:cubicBezTo>
                  <a:pt x="532" y="654"/>
                  <a:pt x="552" y="666"/>
                  <a:pt x="571" y="681"/>
                </a:cubicBezTo>
                <a:cubicBezTo>
                  <a:pt x="590" y="696"/>
                  <a:pt x="607" y="714"/>
                  <a:pt x="622" y="733"/>
                </a:cubicBezTo>
                <a:cubicBezTo>
                  <a:pt x="637" y="752"/>
                  <a:pt x="649" y="773"/>
                  <a:pt x="661" y="794"/>
                </a:cubicBezTo>
                <a:cubicBezTo>
                  <a:pt x="672" y="816"/>
                  <a:pt x="683" y="837"/>
                  <a:pt x="694" y="858"/>
                </a:cubicBezTo>
                <a:cubicBezTo>
                  <a:pt x="705" y="880"/>
                  <a:pt x="716" y="901"/>
                  <a:pt x="728" y="921"/>
                </a:cubicBezTo>
                <a:cubicBezTo>
                  <a:pt x="753" y="961"/>
                  <a:pt x="784" y="998"/>
                  <a:pt x="819" y="1029"/>
                </a:cubicBezTo>
                <a:cubicBezTo>
                  <a:pt x="837" y="1045"/>
                  <a:pt x="856" y="1059"/>
                  <a:pt x="876" y="1072"/>
                </a:cubicBezTo>
                <a:cubicBezTo>
                  <a:pt x="891" y="1081"/>
                  <a:pt x="891" y="1081"/>
                  <a:pt x="891" y="1081"/>
                </a:cubicBezTo>
                <a:cubicBezTo>
                  <a:pt x="896" y="1084"/>
                  <a:pt x="901" y="1087"/>
                  <a:pt x="907" y="1090"/>
                </a:cubicBezTo>
                <a:cubicBezTo>
                  <a:pt x="917" y="1096"/>
                  <a:pt x="927" y="1101"/>
                  <a:pt x="938" y="1107"/>
                </a:cubicBezTo>
                <a:cubicBezTo>
                  <a:pt x="959" y="1117"/>
                  <a:pt x="981" y="1127"/>
                  <a:pt x="1003" y="1135"/>
                </a:cubicBezTo>
                <a:cubicBezTo>
                  <a:pt x="1014" y="1139"/>
                  <a:pt x="1026" y="1142"/>
                  <a:pt x="1037" y="1145"/>
                </a:cubicBezTo>
                <a:cubicBezTo>
                  <a:pt x="1043" y="1147"/>
                  <a:pt x="1048" y="1148"/>
                  <a:pt x="1054" y="1150"/>
                </a:cubicBezTo>
                <a:cubicBezTo>
                  <a:pt x="1060" y="1151"/>
                  <a:pt x="1066" y="1153"/>
                  <a:pt x="1071" y="1154"/>
                </a:cubicBezTo>
                <a:cubicBezTo>
                  <a:pt x="1164" y="1174"/>
                  <a:pt x="1261" y="1167"/>
                  <a:pt x="1353" y="1143"/>
                </a:cubicBezTo>
                <a:cubicBezTo>
                  <a:pt x="1399" y="1132"/>
                  <a:pt x="1444" y="1116"/>
                  <a:pt x="1489" y="1097"/>
                </a:cubicBezTo>
                <a:cubicBezTo>
                  <a:pt x="1511" y="1088"/>
                  <a:pt x="1532" y="1078"/>
                  <a:pt x="1554" y="1068"/>
                </a:cubicBezTo>
                <a:cubicBezTo>
                  <a:pt x="1576" y="1058"/>
                  <a:pt x="1597" y="1047"/>
                  <a:pt x="1618" y="1036"/>
                </a:cubicBezTo>
                <a:cubicBezTo>
                  <a:pt x="1619" y="1037"/>
                  <a:pt x="1619" y="1037"/>
                  <a:pt x="1619" y="1037"/>
                </a:cubicBezTo>
                <a:cubicBezTo>
                  <a:pt x="1598" y="1049"/>
                  <a:pt x="1577" y="1061"/>
                  <a:pt x="1556" y="1072"/>
                </a:cubicBezTo>
                <a:cubicBezTo>
                  <a:pt x="1535" y="1083"/>
                  <a:pt x="1513" y="1094"/>
                  <a:pt x="1491" y="1104"/>
                </a:cubicBezTo>
                <a:cubicBezTo>
                  <a:pt x="1469" y="1114"/>
                  <a:pt x="1447" y="1123"/>
                  <a:pt x="1425" y="1132"/>
                </a:cubicBezTo>
                <a:cubicBezTo>
                  <a:pt x="1402" y="1140"/>
                  <a:pt x="1379" y="1148"/>
                  <a:pt x="1356" y="1154"/>
                </a:cubicBezTo>
                <a:cubicBezTo>
                  <a:pt x="1309" y="1167"/>
                  <a:pt x="1262" y="1175"/>
                  <a:pt x="1213" y="1178"/>
                </a:cubicBezTo>
                <a:cubicBezTo>
                  <a:pt x="1165" y="1181"/>
                  <a:pt x="1116" y="1178"/>
                  <a:pt x="1068" y="1168"/>
                </a:cubicBezTo>
                <a:cubicBezTo>
                  <a:pt x="1065" y="1168"/>
                  <a:pt x="1062" y="1167"/>
                  <a:pt x="1059" y="1166"/>
                </a:cubicBezTo>
                <a:cubicBezTo>
                  <a:pt x="1051" y="1164"/>
                  <a:pt x="1051" y="1164"/>
                  <a:pt x="1051" y="1164"/>
                </a:cubicBezTo>
                <a:cubicBezTo>
                  <a:pt x="1045" y="1163"/>
                  <a:pt x="1039" y="1161"/>
                  <a:pt x="1033" y="1160"/>
                </a:cubicBezTo>
                <a:cubicBezTo>
                  <a:pt x="1021" y="1156"/>
                  <a:pt x="1010" y="1153"/>
                  <a:pt x="998" y="1149"/>
                </a:cubicBezTo>
                <a:cubicBezTo>
                  <a:pt x="975" y="1141"/>
                  <a:pt x="953" y="1131"/>
                  <a:pt x="931" y="1120"/>
                </a:cubicBezTo>
                <a:cubicBezTo>
                  <a:pt x="921" y="1114"/>
                  <a:pt x="910" y="1109"/>
                  <a:pt x="899" y="1102"/>
                </a:cubicBezTo>
                <a:cubicBezTo>
                  <a:pt x="894" y="1099"/>
                  <a:pt x="889" y="1096"/>
                  <a:pt x="884" y="1093"/>
                </a:cubicBezTo>
                <a:cubicBezTo>
                  <a:pt x="869" y="1083"/>
                  <a:pt x="869" y="1083"/>
                  <a:pt x="869" y="1083"/>
                </a:cubicBezTo>
                <a:cubicBezTo>
                  <a:pt x="848" y="1070"/>
                  <a:pt x="829" y="1055"/>
                  <a:pt x="811" y="1039"/>
                </a:cubicBezTo>
                <a:cubicBezTo>
                  <a:pt x="793" y="1023"/>
                  <a:pt x="776" y="1005"/>
                  <a:pt x="760" y="986"/>
                </a:cubicBezTo>
                <a:cubicBezTo>
                  <a:pt x="745" y="967"/>
                  <a:pt x="731" y="947"/>
                  <a:pt x="719" y="927"/>
                </a:cubicBezTo>
                <a:cubicBezTo>
                  <a:pt x="694" y="885"/>
                  <a:pt x="675" y="840"/>
                  <a:pt x="654" y="798"/>
                </a:cubicBezTo>
                <a:cubicBezTo>
                  <a:pt x="643" y="777"/>
                  <a:pt x="631" y="756"/>
                  <a:pt x="617" y="737"/>
                </a:cubicBezTo>
                <a:cubicBezTo>
                  <a:pt x="614" y="732"/>
                  <a:pt x="610" y="727"/>
                  <a:pt x="606" y="723"/>
                </a:cubicBezTo>
                <a:cubicBezTo>
                  <a:pt x="601" y="716"/>
                  <a:pt x="601" y="716"/>
                  <a:pt x="601" y="716"/>
                </a:cubicBezTo>
                <a:cubicBezTo>
                  <a:pt x="595" y="709"/>
                  <a:pt x="595" y="709"/>
                  <a:pt x="595" y="709"/>
                </a:cubicBezTo>
                <a:cubicBezTo>
                  <a:pt x="586" y="701"/>
                  <a:pt x="578" y="693"/>
                  <a:pt x="568" y="685"/>
                </a:cubicBezTo>
                <a:cubicBezTo>
                  <a:pt x="531" y="655"/>
                  <a:pt x="487" y="635"/>
                  <a:pt x="442" y="619"/>
                </a:cubicBezTo>
                <a:cubicBezTo>
                  <a:pt x="419" y="612"/>
                  <a:pt x="397" y="605"/>
                  <a:pt x="373" y="598"/>
                </a:cubicBezTo>
                <a:cubicBezTo>
                  <a:pt x="304" y="580"/>
                  <a:pt x="304" y="580"/>
                  <a:pt x="304" y="580"/>
                </a:cubicBezTo>
                <a:cubicBezTo>
                  <a:pt x="281" y="573"/>
                  <a:pt x="258" y="567"/>
                  <a:pt x="235" y="559"/>
                </a:cubicBezTo>
                <a:cubicBezTo>
                  <a:pt x="212" y="551"/>
                  <a:pt x="189" y="542"/>
                  <a:pt x="168" y="530"/>
                </a:cubicBezTo>
                <a:cubicBezTo>
                  <a:pt x="147" y="518"/>
                  <a:pt x="127" y="503"/>
                  <a:pt x="110" y="484"/>
                </a:cubicBezTo>
                <a:cubicBezTo>
                  <a:pt x="108" y="482"/>
                  <a:pt x="106" y="479"/>
                  <a:pt x="104" y="477"/>
                </a:cubicBezTo>
                <a:cubicBezTo>
                  <a:pt x="99" y="470"/>
                  <a:pt x="99" y="470"/>
                  <a:pt x="99" y="470"/>
                </a:cubicBezTo>
                <a:cubicBezTo>
                  <a:pt x="95" y="465"/>
                  <a:pt x="92" y="460"/>
                  <a:pt x="88" y="455"/>
                </a:cubicBezTo>
                <a:cubicBezTo>
                  <a:pt x="78" y="439"/>
                  <a:pt x="78" y="439"/>
                  <a:pt x="78" y="439"/>
                </a:cubicBezTo>
                <a:cubicBezTo>
                  <a:pt x="77" y="437"/>
                  <a:pt x="75" y="434"/>
                  <a:pt x="74" y="432"/>
                </a:cubicBezTo>
                <a:cubicBezTo>
                  <a:pt x="69" y="424"/>
                  <a:pt x="69" y="424"/>
                  <a:pt x="69" y="424"/>
                </a:cubicBezTo>
                <a:cubicBezTo>
                  <a:pt x="60" y="408"/>
                  <a:pt x="60" y="408"/>
                  <a:pt x="60" y="408"/>
                </a:cubicBezTo>
                <a:cubicBezTo>
                  <a:pt x="53" y="391"/>
                  <a:pt x="53" y="391"/>
                  <a:pt x="53" y="391"/>
                </a:cubicBezTo>
                <a:cubicBezTo>
                  <a:pt x="49" y="383"/>
                  <a:pt x="49" y="383"/>
                  <a:pt x="49" y="383"/>
                </a:cubicBezTo>
                <a:cubicBezTo>
                  <a:pt x="48" y="380"/>
                  <a:pt x="47" y="377"/>
                  <a:pt x="46" y="374"/>
                </a:cubicBezTo>
                <a:cubicBezTo>
                  <a:pt x="39" y="357"/>
                  <a:pt x="39" y="357"/>
                  <a:pt x="39" y="357"/>
                </a:cubicBezTo>
                <a:cubicBezTo>
                  <a:pt x="37" y="352"/>
                  <a:pt x="35" y="346"/>
                  <a:pt x="33" y="340"/>
                </a:cubicBezTo>
                <a:cubicBezTo>
                  <a:pt x="32" y="334"/>
                  <a:pt x="30" y="329"/>
                  <a:pt x="28" y="323"/>
                </a:cubicBezTo>
                <a:cubicBezTo>
                  <a:pt x="24" y="305"/>
                  <a:pt x="24" y="305"/>
                  <a:pt x="24" y="305"/>
                </a:cubicBezTo>
                <a:cubicBezTo>
                  <a:pt x="23" y="302"/>
                  <a:pt x="22" y="299"/>
                  <a:pt x="21" y="296"/>
                </a:cubicBezTo>
                <a:cubicBezTo>
                  <a:pt x="20" y="287"/>
                  <a:pt x="20" y="287"/>
                  <a:pt x="20" y="287"/>
                </a:cubicBezTo>
                <a:cubicBezTo>
                  <a:pt x="0" y="192"/>
                  <a:pt x="4" y="94"/>
                  <a:pt x="21" y="0"/>
                </a:cubicBezTo>
                <a:lnTo>
                  <a:pt x="22" y="0"/>
                </a:lnTo>
                <a:close/>
              </a:path>
            </a:pathLst>
          </a:custGeom>
          <a:solidFill>
            <a:srgbClr val="618CAC"/>
          </a:solidFill>
          <a:ln>
            <a:noFill/>
          </a:ln>
        </p:spPr>
        <p:txBody>
          <a:bodyPr vert="horz" wrap="square" lIns="109728" tIns="54864" rIns="109728" bIns="54864" numCol="1" anchor="t" anchorCtr="0" compatLnSpc="1"/>
          <a:lstStyle/>
          <a:p>
            <a:endParaRPr lang="zh-CN" altLang="en-US" sz="2160"/>
          </a:p>
        </p:txBody>
      </p:sp>
      <p:sp>
        <p:nvSpPr>
          <p:cNvPr id="15" name="任意多边形 14"/>
          <p:cNvSpPr/>
          <p:nvPr/>
        </p:nvSpPr>
        <p:spPr>
          <a:xfrm>
            <a:off x="1" y="5428650"/>
            <a:ext cx="4275259" cy="2820577"/>
          </a:xfrm>
          <a:custGeom>
            <a:avLst/>
            <a:gdLst>
              <a:gd name="connsiteX0" fmla="*/ 914344 w 3556001"/>
              <a:gd name="connsiteY0" fmla="*/ 1091 h 2346051"/>
              <a:gd name="connsiteX1" fmla="*/ 2430863 w 3556001"/>
              <a:gd name="connsiteY1" fmla="*/ 596106 h 2346051"/>
              <a:gd name="connsiteX2" fmla="*/ 3438830 w 3556001"/>
              <a:gd name="connsiteY2" fmla="*/ 2307077 h 2346051"/>
              <a:gd name="connsiteX3" fmla="*/ 3401736 w 3556001"/>
              <a:gd name="connsiteY3" fmla="*/ 2346051 h 2346051"/>
              <a:gd name="connsiteX4" fmla="*/ 0 w 3556001"/>
              <a:gd name="connsiteY4" fmla="*/ 2346051 h 2346051"/>
              <a:gd name="connsiteX5" fmla="*/ 0 w 3556001"/>
              <a:gd name="connsiteY5" fmla="*/ 199042 h 2346051"/>
              <a:gd name="connsiteX6" fmla="*/ 98382 w 3556001"/>
              <a:gd name="connsiteY6" fmla="*/ 151316 h 2346051"/>
              <a:gd name="connsiteX7" fmla="*/ 914344 w 3556001"/>
              <a:gd name="connsiteY7" fmla="*/ 1091 h 2346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6001" h="2346051">
                <a:moveTo>
                  <a:pt x="914344" y="1091"/>
                </a:moveTo>
                <a:cubicBezTo>
                  <a:pt x="1423084" y="17657"/>
                  <a:pt x="1952843" y="222610"/>
                  <a:pt x="2430863" y="596106"/>
                </a:cubicBezTo>
                <a:cubicBezTo>
                  <a:pt x="3174449" y="1177101"/>
                  <a:pt x="3830778" y="1805516"/>
                  <a:pt x="3438830" y="2307077"/>
                </a:cubicBezTo>
                <a:lnTo>
                  <a:pt x="3401736" y="2346051"/>
                </a:lnTo>
                <a:lnTo>
                  <a:pt x="0" y="2346051"/>
                </a:lnTo>
                <a:lnTo>
                  <a:pt x="0" y="199042"/>
                </a:lnTo>
                <a:lnTo>
                  <a:pt x="98382" y="151316"/>
                </a:lnTo>
                <a:cubicBezTo>
                  <a:pt x="355565" y="40829"/>
                  <a:pt x="631711" y="-8113"/>
                  <a:pt x="914344" y="1091"/>
                </a:cubicBezTo>
                <a:close/>
              </a:path>
            </a:pathLst>
          </a:custGeom>
          <a:solidFill>
            <a:srgbClr val="618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23" name="Freeform 5"/>
          <p:cNvSpPr/>
          <p:nvPr/>
        </p:nvSpPr>
        <p:spPr bwMode="auto">
          <a:xfrm>
            <a:off x="2505" y="5793868"/>
            <a:ext cx="4762501" cy="2455544"/>
          </a:xfrm>
          <a:custGeom>
            <a:avLst/>
            <a:gdLst>
              <a:gd name="T0" fmla="*/ 0 w 1488"/>
              <a:gd name="T1" fmla="*/ 104 h 767"/>
              <a:gd name="T2" fmla="*/ 219 w 1488"/>
              <a:gd name="T3" fmla="*/ 23 h 767"/>
              <a:gd name="T4" fmla="*/ 335 w 1488"/>
              <a:gd name="T5" fmla="*/ 4 h 767"/>
              <a:gd name="T6" fmla="*/ 365 w 1488"/>
              <a:gd name="T7" fmla="*/ 2 h 767"/>
              <a:gd name="T8" fmla="*/ 380 w 1488"/>
              <a:gd name="T9" fmla="*/ 1 h 767"/>
              <a:gd name="T10" fmla="*/ 394 w 1488"/>
              <a:gd name="T11" fmla="*/ 0 h 767"/>
              <a:gd name="T12" fmla="*/ 402 w 1488"/>
              <a:gd name="T13" fmla="*/ 0 h 767"/>
              <a:gd name="T14" fmla="*/ 409 w 1488"/>
              <a:gd name="T15" fmla="*/ 0 h 767"/>
              <a:gd name="T16" fmla="*/ 424 w 1488"/>
              <a:gd name="T17" fmla="*/ 0 h 767"/>
              <a:gd name="T18" fmla="*/ 453 w 1488"/>
              <a:gd name="T19" fmla="*/ 2 h 767"/>
              <a:gd name="T20" fmla="*/ 570 w 1488"/>
              <a:gd name="T21" fmla="*/ 19 h 767"/>
              <a:gd name="T22" fmla="*/ 684 w 1488"/>
              <a:gd name="T23" fmla="*/ 49 h 767"/>
              <a:gd name="T24" fmla="*/ 902 w 1488"/>
              <a:gd name="T25" fmla="*/ 135 h 767"/>
              <a:gd name="T26" fmla="*/ 1107 w 1488"/>
              <a:gd name="T27" fmla="*/ 250 h 767"/>
              <a:gd name="T28" fmla="*/ 1155 w 1488"/>
              <a:gd name="T29" fmla="*/ 284 h 767"/>
              <a:gd name="T30" fmla="*/ 1204 w 1488"/>
              <a:gd name="T31" fmla="*/ 316 h 767"/>
              <a:gd name="T32" fmla="*/ 1302 w 1488"/>
              <a:gd name="T33" fmla="*/ 381 h 767"/>
              <a:gd name="T34" fmla="*/ 1349 w 1488"/>
              <a:gd name="T35" fmla="*/ 416 h 767"/>
              <a:gd name="T36" fmla="*/ 1372 w 1488"/>
              <a:gd name="T37" fmla="*/ 434 h 767"/>
              <a:gd name="T38" fmla="*/ 1395 w 1488"/>
              <a:gd name="T39" fmla="*/ 454 h 767"/>
              <a:gd name="T40" fmla="*/ 1435 w 1488"/>
              <a:gd name="T41" fmla="*/ 496 h 767"/>
              <a:gd name="T42" fmla="*/ 1468 w 1488"/>
              <a:gd name="T43" fmla="*/ 546 h 767"/>
              <a:gd name="T44" fmla="*/ 1486 w 1488"/>
              <a:gd name="T45" fmla="*/ 602 h 767"/>
              <a:gd name="T46" fmla="*/ 1484 w 1488"/>
              <a:gd name="T47" fmla="*/ 661 h 767"/>
              <a:gd name="T48" fmla="*/ 1436 w 1488"/>
              <a:gd name="T49" fmla="*/ 767 h 767"/>
              <a:gd name="T50" fmla="*/ 1451 w 1488"/>
              <a:gd name="T51" fmla="*/ 742 h 767"/>
              <a:gd name="T52" fmla="*/ 1458 w 1488"/>
              <a:gd name="T53" fmla="*/ 729 h 767"/>
              <a:gd name="T54" fmla="*/ 1461 w 1488"/>
              <a:gd name="T55" fmla="*/ 723 h 767"/>
              <a:gd name="T56" fmla="*/ 1464 w 1488"/>
              <a:gd name="T57" fmla="*/ 716 h 767"/>
              <a:gd name="T58" fmla="*/ 1470 w 1488"/>
              <a:gd name="T59" fmla="*/ 703 h 767"/>
              <a:gd name="T60" fmla="*/ 1475 w 1488"/>
              <a:gd name="T61" fmla="*/ 689 h 767"/>
              <a:gd name="T62" fmla="*/ 1477 w 1488"/>
              <a:gd name="T63" fmla="*/ 682 h 767"/>
              <a:gd name="T64" fmla="*/ 1479 w 1488"/>
              <a:gd name="T65" fmla="*/ 675 h 767"/>
              <a:gd name="T66" fmla="*/ 1482 w 1488"/>
              <a:gd name="T67" fmla="*/ 661 h 767"/>
              <a:gd name="T68" fmla="*/ 1482 w 1488"/>
              <a:gd name="T69" fmla="*/ 603 h 767"/>
              <a:gd name="T70" fmla="*/ 1463 w 1488"/>
              <a:gd name="T71" fmla="*/ 548 h 767"/>
              <a:gd name="T72" fmla="*/ 1431 w 1488"/>
              <a:gd name="T73" fmla="*/ 500 h 767"/>
              <a:gd name="T74" fmla="*/ 1390 w 1488"/>
              <a:gd name="T75" fmla="*/ 459 h 767"/>
              <a:gd name="T76" fmla="*/ 1368 w 1488"/>
              <a:gd name="T77" fmla="*/ 440 h 767"/>
              <a:gd name="T78" fmla="*/ 1345 w 1488"/>
              <a:gd name="T79" fmla="*/ 422 h 767"/>
              <a:gd name="T80" fmla="*/ 1297 w 1488"/>
              <a:gd name="T81" fmla="*/ 388 h 767"/>
              <a:gd name="T82" fmla="*/ 1199 w 1488"/>
              <a:gd name="T83" fmla="*/ 324 h 767"/>
              <a:gd name="T84" fmla="*/ 1150 w 1488"/>
              <a:gd name="T85" fmla="*/ 291 h 767"/>
              <a:gd name="T86" fmla="*/ 1102 w 1488"/>
              <a:gd name="T87" fmla="*/ 258 h 767"/>
              <a:gd name="T88" fmla="*/ 898 w 1488"/>
              <a:gd name="T89" fmla="*/ 144 h 767"/>
              <a:gd name="T90" fmla="*/ 681 w 1488"/>
              <a:gd name="T91" fmla="*/ 58 h 767"/>
              <a:gd name="T92" fmla="*/ 453 w 1488"/>
              <a:gd name="T93" fmla="*/ 10 h 767"/>
              <a:gd name="T94" fmla="*/ 424 w 1488"/>
              <a:gd name="T95" fmla="*/ 8 h 767"/>
              <a:gd name="T96" fmla="*/ 409 w 1488"/>
              <a:gd name="T97" fmla="*/ 8 h 767"/>
              <a:gd name="T98" fmla="*/ 402 w 1488"/>
              <a:gd name="T99" fmla="*/ 7 h 767"/>
              <a:gd name="T100" fmla="*/ 394 w 1488"/>
              <a:gd name="T101" fmla="*/ 8 h 767"/>
              <a:gd name="T102" fmla="*/ 380 w 1488"/>
              <a:gd name="T103" fmla="*/ 8 h 767"/>
              <a:gd name="T104" fmla="*/ 365 w 1488"/>
              <a:gd name="T105" fmla="*/ 9 h 767"/>
              <a:gd name="T106" fmla="*/ 336 w 1488"/>
              <a:gd name="T107" fmla="*/ 11 h 767"/>
              <a:gd name="T108" fmla="*/ 220 w 1488"/>
              <a:gd name="T109" fmla="*/ 28 h 767"/>
              <a:gd name="T110" fmla="*/ 108 w 1488"/>
              <a:gd name="T111" fmla="*/ 59 h 767"/>
              <a:gd name="T112" fmla="*/ 0 w 1488"/>
              <a:gd name="T113" fmla="*/ 104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8" h="767">
                <a:moveTo>
                  <a:pt x="0" y="104"/>
                </a:moveTo>
                <a:cubicBezTo>
                  <a:pt x="69" y="67"/>
                  <a:pt x="143" y="40"/>
                  <a:pt x="219" y="23"/>
                </a:cubicBezTo>
                <a:cubicBezTo>
                  <a:pt x="258" y="14"/>
                  <a:pt x="296" y="8"/>
                  <a:pt x="335" y="4"/>
                </a:cubicBezTo>
                <a:cubicBezTo>
                  <a:pt x="345" y="3"/>
                  <a:pt x="355" y="2"/>
                  <a:pt x="365" y="2"/>
                </a:cubicBezTo>
                <a:cubicBezTo>
                  <a:pt x="380" y="1"/>
                  <a:pt x="380" y="1"/>
                  <a:pt x="380" y="1"/>
                </a:cubicBezTo>
                <a:cubicBezTo>
                  <a:pt x="394" y="0"/>
                  <a:pt x="394" y="0"/>
                  <a:pt x="394" y="0"/>
                </a:cubicBezTo>
                <a:cubicBezTo>
                  <a:pt x="402" y="0"/>
                  <a:pt x="402" y="0"/>
                  <a:pt x="402" y="0"/>
                </a:cubicBezTo>
                <a:cubicBezTo>
                  <a:pt x="409" y="0"/>
                  <a:pt x="409" y="0"/>
                  <a:pt x="409" y="0"/>
                </a:cubicBezTo>
                <a:cubicBezTo>
                  <a:pt x="424" y="0"/>
                  <a:pt x="424" y="0"/>
                  <a:pt x="424" y="0"/>
                </a:cubicBezTo>
                <a:cubicBezTo>
                  <a:pt x="434" y="1"/>
                  <a:pt x="443" y="1"/>
                  <a:pt x="453" y="2"/>
                </a:cubicBezTo>
                <a:cubicBezTo>
                  <a:pt x="492" y="4"/>
                  <a:pt x="531" y="10"/>
                  <a:pt x="570" y="19"/>
                </a:cubicBezTo>
                <a:cubicBezTo>
                  <a:pt x="608" y="27"/>
                  <a:pt x="646" y="37"/>
                  <a:pt x="684" y="49"/>
                </a:cubicBezTo>
                <a:cubicBezTo>
                  <a:pt x="758" y="72"/>
                  <a:pt x="831" y="101"/>
                  <a:pt x="902" y="135"/>
                </a:cubicBezTo>
                <a:cubicBezTo>
                  <a:pt x="973" y="169"/>
                  <a:pt x="1042" y="207"/>
                  <a:pt x="1107" y="250"/>
                </a:cubicBezTo>
                <a:cubicBezTo>
                  <a:pt x="1124" y="261"/>
                  <a:pt x="1140" y="273"/>
                  <a:pt x="1155" y="284"/>
                </a:cubicBezTo>
                <a:cubicBezTo>
                  <a:pt x="1171" y="295"/>
                  <a:pt x="1188" y="306"/>
                  <a:pt x="1204" y="316"/>
                </a:cubicBezTo>
                <a:cubicBezTo>
                  <a:pt x="1237" y="338"/>
                  <a:pt x="1270" y="359"/>
                  <a:pt x="1302" y="381"/>
                </a:cubicBezTo>
                <a:cubicBezTo>
                  <a:pt x="1318" y="393"/>
                  <a:pt x="1334" y="404"/>
                  <a:pt x="1349" y="416"/>
                </a:cubicBezTo>
                <a:cubicBezTo>
                  <a:pt x="1357" y="422"/>
                  <a:pt x="1365" y="428"/>
                  <a:pt x="1372" y="434"/>
                </a:cubicBezTo>
                <a:cubicBezTo>
                  <a:pt x="1380" y="441"/>
                  <a:pt x="1387" y="447"/>
                  <a:pt x="1395" y="454"/>
                </a:cubicBezTo>
                <a:cubicBezTo>
                  <a:pt x="1409" y="467"/>
                  <a:pt x="1423" y="481"/>
                  <a:pt x="1435" y="496"/>
                </a:cubicBezTo>
                <a:cubicBezTo>
                  <a:pt x="1448" y="512"/>
                  <a:pt x="1459" y="528"/>
                  <a:pt x="1468" y="546"/>
                </a:cubicBezTo>
                <a:cubicBezTo>
                  <a:pt x="1476" y="564"/>
                  <a:pt x="1483" y="582"/>
                  <a:pt x="1486" y="602"/>
                </a:cubicBezTo>
                <a:cubicBezTo>
                  <a:pt x="1488" y="622"/>
                  <a:pt x="1488" y="642"/>
                  <a:pt x="1484" y="661"/>
                </a:cubicBezTo>
                <a:cubicBezTo>
                  <a:pt x="1477" y="700"/>
                  <a:pt x="1458" y="735"/>
                  <a:pt x="1436" y="767"/>
                </a:cubicBezTo>
                <a:cubicBezTo>
                  <a:pt x="1441" y="759"/>
                  <a:pt x="1446" y="751"/>
                  <a:pt x="1451" y="742"/>
                </a:cubicBezTo>
                <a:cubicBezTo>
                  <a:pt x="1458" y="729"/>
                  <a:pt x="1458" y="729"/>
                  <a:pt x="1458" y="729"/>
                </a:cubicBezTo>
                <a:cubicBezTo>
                  <a:pt x="1461" y="723"/>
                  <a:pt x="1461" y="723"/>
                  <a:pt x="1461" y="723"/>
                </a:cubicBezTo>
                <a:cubicBezTo>
                  <a:pt x="1464" y="716"/>
                  <a:pt x="1464" y="716"/>
                  <a:pt x="1464" y="716"/>
                </a:cubicBezTo>
                <a:cubicBezTo>
                  <a:pt x="1470" y="703"/>
                  <a:pt x="1470" y="703"/>
                  <a:pt x="1470" y="703"/>
                </a:cubicBezTo>
                <a:cubicBezTo>
                  <a:pt x="1472" y="698"/>
                  <a:pt x="1473" y="693"/>
                  <a:pt x="1475" y="689"/>
                </a:cubicBezTo>
                <a:cubicBezTo>
                  <a:pt x="1477" y="682"/>
                  <a:pt x="1477" y="682"/>
                  <a:pt x="1477" y="682"/>
                </a:cubicBezTo>
                <a:cubicBezTo>
                  <a:pt x="1478" y="680"/>
                  <a:pt x="1478" y="677"/>
                  <a:pt x="1479" y="675"/>
                </a:cubicBezTo>
                <a:cubicBezTo>
                  <a:pt x="1480" y="670"/>
                  <a:pt x="1481" y="665"/>
                  <a:pt x="1482" y="661"/>
                </a:cubicBezTo>
                <a:cubicBezTo>
                  <a:pt x="1485" y="641"/>
                  <a:pt x="1485" y="622"/>
                  <a:pt x="1482" y="603"/>
                </a:cubicBezTo>
                <a:cubicBezTo>
                  <a:pt x="1479" y="584"/>
                  <a:pt x="1472" y="565"/>
                  <a:pt x="1463" y="548"/>
                </a:cubicBezTo>
                <a:cubicBezTo>
                  <a:pt x="1454" y="531"/>
                  <a:pt x="1443" y="515"/>
                  <a:pt x="1431" y="500"/>
                </a:cubicBezTo>
                <a:cubicBezTo>
                  <a:pt x="1418" y="485"/>
                  <a:pt x="1405" y="472"/>
                  <a:pt x="1390" y="459"/>
                </a:cubicBezTo>
                <a:cubicBezTo>
                  <a:pt x="1383" y="452"/>
                  <a:pt x="1375" y="446"/>
                  <a:pt x="1368" y="440"/>
                </a:cubicBezTo>
                <a:cubicBezTo>
                  <a:pt x="1360" y="434"/>
                  <a:pt x="1353" y="428"/>
                  <a:pt x="1345" y="422"/>
                </a:cubicBezTo>
                <a:cubicBezTo>
                  <a:pt x="1329" y="410"/>
                  <a:pt x="1313" y="399"/>
                  <a:pt x="1297" y="388"/>
                </a:cubicBezTo>
                <a:cubicBezTo>
                  <a:pt x="1265" y="366"/>
                  <a:pt x="1232" y="345"/>
                  <a:pt x="1199" y="324"/>
                </a:cubicBezTo>
                <a:cubicBezTo>
                  <a:pt x="1183" y="313"/>
                  <a:pt x="1166" y="303"/>
                  <a:pt x="1150" y="291"/>
                </a:cubicBezTo>
                <a:cubicBezTo>
                  <a:pt x="1134" y="280"/>
                  <a:pt x="1118" y="269"/>
                  <a:pt x="1102" y="258"/>
                </a:cubicBezTo>
                <a:cubicBezTo>
                  <a:pt x="1037" y="215"/>
                  <a:pt x="968" y="178"/>
                  <a:pt x="898" y="144"/>
                </a:cubicBezTo>
                <a:cubicBezTo>
                  <a:pt x="827" y="111"/>
                  <a:pt x="755" y="81"/>
                  <a:pt x="681" y="58"/>
                </a:cubicBezTo>
                <a:cubicBezTo>
                  <a:pt x="606" y="34"/>
                  <a:pt x="530" y="17"/>
                  <a:pt x="453" y="10"/>
                </a:cubicBezTo>
                <a:cubicBezTo>
                  <a:pt x="443" y="9"/>
                  <a:pt x="433" y="8"/>
                  <a:pt x="424" y="8"/>
                </a:cubicBezTo>
                <a:cubicBezTo>
                  <a:pt x="409" y="8"/>
                  <a:pt x="409" y="8"/>
                  <a:pt x="409" y="8"/>
                </a:cubicBezTo>
                <a:cubicBezTo>
                  <a:pt x="402" y="7"/>
                  <a:pt x="402" y="7"/>
                  <a:pt x="402" y="7"/>
                </a:cubicBezTo>
                <a:cubicBezTo>
                  <a:pt x="394" y="8"/>
                  <a:pt x="394" y="8"/>
                  <a:pt x="394" y="8"/>
                </a:cubicBezTo>
                <a:cubicBezTo>
                  <a:pt x="380" y="8"/>
                  <a:pt x="380" y="8"/>
                  <a:pt x="380" y="8"/>
                </a:cubicBezTo>
                <a:cubicBezTo>
                  <a:pt x="365" y="9"/>
                  <a:pt x="365" y="9"/>
                  <a:pt x="365" y="9"/>
                </a:cubicBezTo>
                <a:cubicBezTo>
                  <a:pt x="356" y="9"/>
                  <a:pt x="346" y="10"/>
                  <a:pt x="336" y="11"/>
                </a:cubicBezTo>
                <a:cubicBezTo>
                  <a:pt x="297" y="14"/>
                  <a:pt x="259" y="20"/>
                  <a:pt x="220" y="28"/>
                </a:cubicBezTo>
                <a:cubicBezTo>
                  <a:pt x="182" y="36"/>
                  <a:pt x="145" y="46"/>
                  <a:pt x="108" y="59"/>
                </a:cubicBezTo>
                <a:cubicBezTo>
                  <a:pt x="71" y="71"/>
                  <a:pt x="35" y="87"/>
                  <a:pt x="0" y="104"/>
                </a:cubicBezTo>
                <a:close/>
              </a:path>
            </a:pathLst>
          </a:custGeom>
          <a:solidFill>
            <a:srgbClr val="F6C678"/>
          </a:solidFill>
          <a:ln>
            <a:noFill/>
          </a:ln>
        </p:spPr>
        <p:txBody>
          <a:bodyPr vert="horz" wrap="square" lIns="109728" tIns="54864" rIns="109728" bIns="54864" numCol="1" anchor="t" anchorCtr="0" compatLnSpc="1"/>
          <a:lstStyle/>
          <a:p>
            <a:endParaRPr lang="zh-CN" altLang="en-US" sz="2160"/>
          </a:p>
        </p:txBody>
      </p:sp>
      <p:sp>
        <p:nvSpPr>
          <p:cNvPr id="17" name="任意多边形 16"/>
          <p:cNvSpPr/>
          <p:nvPr/>
        </p:nvSpPr>
        <p:spPr>
          <a:xfrm>
            <a:off x="3056001" y="6321960"/>
            <a:ext cx="1413971" cy="1049978"/>
          </a:xfrm>
          <a:custGeom>
            <a:avLst/>
            <a:gdLst>
              <a:gd name="connsiteX0" fmla="*/ 0 w 550333"/>
              <a:gd name="connsiteY0" fmla="*/ 287867 h 364067"/>
              <a:gd name="connsiteX1" fmla="*/ 245533 w 550333"/>
              <a:gd name="connsiteY1" fmla="*/ 0 h 364067"/>
              <a:gd name="connsiteX2" fmla="*/ 550333 w 550333"/>
              <a:gd name="connsiteY2" fmla="*/ 364067 h 364067"/>
              <a:gd name="connsiteX3" fmla="*/ 0 w 550333"/>
              <a:gd name="connsiteY3" fmla="*/ 287867 h 364067"/>
              <a:gd name="connsiteX0-1" fmla="*/ 0 w 554758"/>
              <a:gd name="connsiteY0-2" fmla="*/ 287867 h 380937"/>
              <a:gd name="connsiteX1-3" fmla="*/ 245533 w 554758"/>
              <a:gd name="connsiteY1-4" fmla="*/ 0 h 380937"/>
              <a:gd name="connsiteX2-5" fmla="*/ 550333 w 554758"/>
              <a:gd name="connsiteY2-6" fmla="*/ 364067 h 380937"/>
              <a:gd name="connsiteX3-7" fmla="*/ 0 w 554758"/>
              <a:gd name="connsiteY3-8" fmla="*/ 287867 h 380937"/>
              <a:gd name="connsiteX0-9" fmla="*/ 0 w 556881"/>
              <a:gd name="connsiteY0-10" fmla="*/ 287867 h 404820"/>
              <a:gd name="connsiteX1-11" fmla="*/ 245533 w 556881"/>
              <a:gd name="connsiteY1-12" fmla="*/ 0 h 404820"/>
              <a:gd name="connsiteX2-13" fmla="*/ 550333 w 556881"/>
              <a:gd name="connsiteY2-14" fmla="*/ 364067 h 404820"/>
              <a:gd name="connsiteX3-15" fmla="*/ 0 w 556881"/>
              <a:gd name="connsiteY3-16" fmla="*/ 287867 h 404820"/>
              <a:gd name="connsiteX0-17" fmla="*/ 0 w 499499"/>
              <a:gd name="connsiteY0-18" fmla="*/ 287867 h 380660"/>
              <a:gd name="connsiteX1-19" fmla="*/ 245533 w 499499"/>
              <a:gd name="connsiteY1-20" fmla="*/ 0 h 380660"/>
              <a:gd name="connsiteX2-21" fmla="*/ 491389 w 499499"/>
              <a:gd name="connsiteY2-22" fmla="*/ 332861 h 380660"/>
              <a:gd name="connsiteX3-23" fmla="*/ 0 w 499499"/>
              <a:gd name="connsiteY3-24" fmla="*/ 287867 h 380660"/>
              <a:gd name="connsiteX0-25" fmla="*/ 5364 w 502098"/>
              <a:gd name="connsiteY0-26" fmla="*/ 288039 h 380832"/>
              <a:gd name="connsiteX1-27" fmla="*/ 250897 w 502098"/>
              <a:gd name="connsiteY1-28" fmla="*/ 172 h 380832"/>
              <a:gd name="connsiteX2-29" fmla="*/ 496753 w 502098"/>
              <a:gd name="connsiteY2-30" fmla="*/ 333033 h 380832"/>
              <a:gd name="connsiteX3-31" fmla="*/ 5364 w 502098"/>
              <a:gd name="connsiteY3-32" fmla="*/ 288039 h 380832"/>
              <a:gd name="connsiteX0-33" fmla="*/ 6042 w 503451"/>
              <a:gd name="connsiteY0-34" fmla="*/ 291633 h 384426"/>
              <a:gd name="connsiteX1-35" fmla="*/ 251575 w 503451"/>
              <a:gd name="connsiteY1-36" fmla="*/ 3766 h 384426"/>
              <a:gd name="connsiteX2-37" fmla="*/ 497431 w 503451"/>
              <a:gd name="connsiteY2-38" fmla="*/ 336627 h 384426"/>
              <a:gd name="connsiteX3-39" fmla="*/ 6042 w 503451"/>
              <a:gd name="connsiteY3-40" fmla="*/ 291633 h 384426"/>
              <a:gd name="connsiteX0-41" fmla="*/ 6576 w 502883"/>
              <a:gd name="connsiteY0-42" fmla="*/ 254042 h 319353"/>
              <a:gd name="connsiteX1-43" fmla="*/ 234772 w 502883"/>
              <a:gd name="connsiteY1-44" fmla="*/ 4315 h 319353"/>
              <a:gd name="connsiteX2-45" fmla="*/ 497965 w 502883"/>
              <a:gd name="connsiteY2-46" fmla="*/ 299036 h 319353"/>
              <a:gd name="connsiteX3-47" fmla="*/ 6576 w 502883"/>
              <a:gd name="connsiteY3-48" fmla="*/ 254042 h 319353"/>
              <a:gd name="connsiteX0-49" fmla="*/ 6576 w 502883"/>
              <a:gd name="connsiteY0-50" fmla="*/ 254042 h 364273"/>
              <a:gd name="connsiteX1-51" fmla="*/ 234772 w 502883"/>
              <a:gd name="connsiteY1-52" fmla="*/ 4315 h 364273"/>
              <a:gd name="connsiteX2-53" fmla="*/ 497965 w 502883"/>
              <a:gd name="connsiteY2-54" fmla="*/ 299036 h 364273"/>
              <a:gd name="connsiteX3-55" fmla="*/ 6576 w 502883"/>
              <a:gd name="connsiteY3-56" fmla="*/ 254042 h 364273"/>
              <a:gd name="connsiteX0-57" fmla="*/ 6576 w 502883"/>
              <a:gd name="connsiteY0-58" fmla="*/ 254042 h 318227"/>
              <a:gd name="connsiteX1-59" fmla="*/ 234772 w 502883"/>
              <a:gd name="connsiteY1-60" fmla="*/ 4315 h 318227"/>
              <a:gd name="connsiteX2-61" fmla="*/ 497965 w 502883"/>
              <a:gd name="connsiteY2-62" fmla="*/ 299036 h 318227"/>
              <a:gd name="connsiteX3-63" fmla="*/ 6576 w 502883"/>
              <a:gd name="connsiteY3-64" fmla="*/ 254042 h 318227"/>
              <a:gd name="connsiteX0-65" fmla="*/ 7499 w 503806"/>
              <a:gd name="connsiteY0-66" fmla="*/ 256793 h 356445"/>
              <a:gd name="connsiteX1-67" fmla="*/ 235695 w 503806"/>
              <a:gd name="connsiteY1-68" fmla="*/ 7066 h 356445"/>
              <a:gd name="connsiteX2-69" fmla="*/ 498888 w 503806"/>
              <a:gd name="connsiteY2-70" fmla="*/ 301787 h 356445"/>
              <a:gd name="connsiteX3-71" fmla="*/ 7499 w 503806"/>
              <a:gd name="connsiteY3-72" fmla="*/ 256793 h 356445"/>
              <a:gd name="connsiteX0-73" fmla="*/ 3419 w 424423"/>
              <a:gd name="connsiteY0-74" fmla="*/ 249803 h 299206"/>
              <a:gd name="connsiteX1-75" fmla="*/ 231615 w 424423"/>
              <a:gd name="connsiteY1-76" fmla="*/ 76 h 299206"/>
              <a:gd name="connsiteX2-77" fmla="*/ 418527 w 424423"/>
              <a:gd name="connsiteY2-78" fmla="*/ 277460 h 299206"/>
              <a:gd name="connsiteX3-79" fmla="*/ 3419 w 424423"/>
              <a:gd name="connsiteY3-80" fmla="*/ 249803 h 299206"/>
              <a:gd name="connsiteX0-81" fmla="*/ 3419 w 443266"/>
              <a:gd name="connsiteY0-82" fmla="*/ 249803 h 328404"/>
              <a:gd name="connsiteX1-83" fmla="*/ 231615 w 443266"/>
              <a:gd name="connsiteY1-84" fmla="*/ 76 h 328404"/>
              <a:gd name="connsiteX2-85" fmla="*/ 418527 w 443266"/>
              <a:gd name="connsiteY2-86" fmla="*/ 277460 h 328404"/>
              <a:gd name="connsiteX3-87" fmla="*/ 3419 w 443266"/>
              <a:gd name="connsiteY3-88" fmla="*/ 249803 h 328404"/>
              <a:gd name="connsiteX0-89" fmla="*/ 5963 w 456159"/>
              <a:gd name="connsiteY0-90" fmla="*/ 249803 h 328404"/>
              <a:gd name="connsiteX1-91" fmla="*/ 234159 w 456159"/>
              <a:gd name="connsiteY1-92" fmla="*/ 76 h 328404"/>
              <a:gd name="connsiteX2-93" fmla="*/ 421071 w 456159"/>
              <a:gd name="connsiteY2-94" fmla="*/ 277460 h 328404"/>
              <a:gd name="connsiteX3-95" fmla="*/ 5963 w 456159"/>
              <a:gd name="connsiteY3-96" fmla="*/ 249803 h 328404"/>
              <a:gd name="connsiteX0-97" fmla="*/ 7001 w 457197"/>
              <a:gd name="connsiteY0-98" fmla="*/ 249820 h 339505"/>
              <a:gd name="connsiteX1-99" fmla="*/ 235197 w 457197"/>
              <a:gd name="connsiteY1-100" fmla="*/ 93 h 339505"/>
              <a:gd name="connsiteX2-101" fmla="*/ 422109 w 457197"/>
              <a:gd name="connsiteY2-102" fmla="*/ 277477 h 339505"/>
              <a:gd name="connsiteX3-103" fmla="*/ 7001 w 457197"/>
              <a:gd name="connsiteY3-104" fmla="*/ 249820 h 339505"/>
            </a:gdLst>
            <a:ahLst/>
            <a:cxnLst>
              <a:cxn ang="0">
                <a:pos x="connsiteX0-1" y="connsiteY0-2"/>
              </a:cxn>
              <a:cxn ang="0">
                <a:pos x="connsiteX1-3" y="connsiteY1-4"/>
              </a:cxn>
              <a:cxn ang="0">
                <a:pos x="connsiteX2-5" y="connsiteY2-6"/>
              </a:cxn>
              <a:cxn ang="0">
                <a:pos x="connsiteX3-7" y="connsiteY3-8"/>
              </a:cxn>
            </a:cxnLst>
            <a:rect l="l" t="t" r="r" b="b"/>
            <a:pathLst>
              <a:path w="457197" h="339505">
                <a:moveTo>
                  <a:pt x="7001" y="249820"/>
                </a:moveTo>
                <a:cubicBezTo>
                  <a:pt x="-27619" y="161981"/>
                  <a:pt x="68928" y="-4516"/>
                  <a:pt x="235197" y="93"/>
                </a:cubicBezTo>
                <a:cubicBezTo>
                  <a:pt x="401466" y="4702"/>
                  <a:pt x="519086" y="169977"/>
                  <a:pt x="422109" y="277477"/>
                </a:cubicBezTo>
                <a:cubicBezTo>
                  <a:pt x="325132" y="384977"/>
                  <a:pt x="41621" y="337659"/>
                  <a:pt x="7001" y="249820"/>
                </a:cubicBezTo>
                <a:close/>
              </a:path>
            </a:pathLst>
          </a:custGeom>
          <a:solidFill>
            <a:srgbClr val="EFAE8E">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29" name="圆角矩形 28"/>
          <p:cNvSpPr/>
          <p:nvPr/>
        </p:nvSpPr>
        <p:spPr>
          <a:xfrm>
            <a:off x="3562913" y="4369692"/>
            <a:ext cx="8212274" cy="515300"/>
          </a:xfrm>
          <a:prstGeom prst="roundRect">
            <a:avLst/>
          </a:prstGeom>
          <a:solidFill>
            <a:srgbClr val="EFA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schemeClr val="tx1">
                  <a:lumMod val="65000"/>
                  <a:lumOff val="35000"/>
                </a:schemeClr>
              </a:solidFill>
            </a:endParaRPr>
          </a:p>
        </p:txBody>
      </p:sp>
      <p:sp>
        <p:nvSpPr>
          <p:cNvPr id="7" name="标题 6"/>
          <p:cNvSpPr>
            <a:spLocks noGrp="1"/>
          </p:cNvSpPr>
          <p:nvPr>
            <p:ph type="ctrTitle" hasCustomPrompt="1"/>
          </p:nvPr>
        </p:nvSpPr>
        <p:spPr>
          <a:xfrm>
            <a:off x="2182368" y="2261925"/>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Tree>
  </p:cSld>
  <p:clrMapOvr>
    <a:masterClrMapping/>
  </p:clrMapOvr>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9" name="圆角矩形 28"/>
          <p:cNvSpPr/>
          <p:nvPr/>
        </p:nvSpPr>
        <p:spPr>
          <a:xfrm>
            <a:off x="3562913" y="4369692"/>
            <a:ext cx="8212274" cy="515300"/>
          </a:xfrm>
          <a:prstGeom prst="roundRect">
            <a:avLst/>
          </a:prstGeom>
          <a:solidFill>
            <a:srgbClr val="EFAE8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solidFill>
                <a:schemeClr val="tx1">
                  <a:lumMod val="65000"/>
                  <a:lumOff val="35000"/>
                </a:schemeClr>
              </a:solidFill>
            </a:endParaRPr>
          </a:p>
        </p:txBody>
      </p:sp>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5" name="任意多边形 4"/>
          <p:cNvSpPr/>
          <p:nvPr/>
        </p:nvSpPr>
        <p:spPr>
          <a:xfrm>
            <a:off x="9588726" y="-5851"/>
            <a:ext cx="5041673" cy="3071258"/>
          </a:xfrm>
          <a:custGeom>
            <a:avLst/>
            <a:gdLst>
              <a:gd name="connsiteX0" fmla="*/ 71135 w 3937000"/>
              <a:gd name="connsiteY0" fmla="*/ 0 h 3485309"/>
              <a:gd name="connsiteX1" fmla="*/ 3937000 w 3937000"/>
              <a:gd name="connsiteY1" fmla="*/ 0 h 3485309"/>
              <a:gd name="connsiteX2" fmla="*/ 3937000 w 3937000"/>
              <a:gd name="connsiteY2" fmla="*/ 3481867 h 3485309"/>
              <a:gd name="connsiteX3" fmla="*/ 3922699 w 3937000"/>
              <a:gd name="connsiteY3" fmla="*/ 3482920 h 3485309"/>
              <a:gd name="connsiteX4" fmla="*/ 2859661 w 3937000"/>
              <a:gd name="connsiteY4" fmla="*/ 3266421 h 3485309"/>
              <a:gd name="connsiteX5" fmla="*/ 1800401 w 3937000"/>
              <a:gd name="connsiteY5" fmla="*/ 1945621 h 3485309"/>
              <a:gd name="connsiteX6" fmla="*/ 290652 w 3937000"/>
              <a:gd name="connsiteY6" fmla="*/ 1196321 h 3485309"/>
              <a:gd name="connsiteX7" fmla="*/ 39249 w 3937000"/>
              <a:gd name="connsiteY7" fmla="*/ 94695 h 3485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7000" h="3485309">
                <a:moveTo>
                  <a:pt x="71135" y="0"/>
                </a:moveTo>
                <a:lnTo>
                  <a:pt x="3937000" y="0"/>
                </a:lnTo>
                <a:lnTo>
                  <a:pt x="3937000" y="3481867"/>
                </a:lnTo>
                <a:lnTo>
                  <a:pt x="3922699" y="3482920"/>
                </a:lnTo>
                <a:cubicBezTo>
                  <a:pt x="3552914" y="3498973"/>
                  <a:pt x="3193470" y="3434961"/>
                  <a:pt x="2859661" y="3266421"/>
                </a:cubicBezTo>
                <a:cubicBezTo>
                  <a:pt x="2096669" y="2881188"/>
                  <a:pt x="2228570" y="2290638"/>
                  <a:pt x="1800401" y="1945621"/>
                </a:cubicBezTo>
                <a:cubicBezTo>
                  <a:pt x="1372233" y="1600604"/>
                  <a:pt x="586920" y="1568854"/>
                  <a:pt x="290652" y="1196321"/>
                </a:cubicBezTo>
                <a:cubicBezTo>
                  <a:pt x="68451" y="916921"/>
                  <a:pt x="-72708" y="493456"/>
                  <a:pt x="39249" y="94695"/>
                </a:cubicBezTo>
                <a:close/>
              </a:path>
            </a:pathLst>
          </a:custGeom>
          <a:solidFill>
            <a:srgbClr val="F3E1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6" name="Freeform 5"/>
          <p:cNvSpPr/>
          <p:nvPr/>
        </p:nvSpPr>
        <p:spPr bwMode="auto">
          <a:xfrm>
            <a:off x="10133771" y="-5046"/>
            <a:ext cx="4493530" cy="2938910"/>
          </a:xfrm>
          <a:custGeom>
            <a:avLst/>
            <a:gdLst>
              <a:gd name="T0" fmla="*/ 18 w 1619"/>
              <a:gd name="T1" fmla="*/ 36 h 1181"/>
              <a:gd name="T2" fmla="*/ 14 w 1619"/>
              <a:gd name="T3" fmla="*/ 108 h 1181"/>
              <a:gd name="T4" fmla="*/ 30 w 1619"/>
              <a:gd name="T5" fmla="*/ 285 h 1181"/>
              <a:gd name="T6" fmla="*/ 84 w 1619"/>
              <a:gd name="T7" fmla="*/ 425 h 1181"/>
              <a:gd name="T8" fmla="*/ 99 w 1619"/>
              <a:gd name="T9" fmla="*/ 448 h 1181"/>
              <a:gd name="T10" fmla="*/ 114 w 1619"/>
              <a:gd name="T11" fmla="*/ 469 h 1181"/>
              <a:gd name="T12" fmla="*/ 174 w 1619"/>
              <a:gd name="T13" fmla="*/ 519 h 1181"/>
              <a:gd name="T14" fmla="*/ 306 w 1619"/>
              <a:gd name="T15" fmla="*/ 572 h 1181"/>
              <a:gd name="T16" fmla="*/ 444 w 1619"/>
              <a:gd name="T17" fmla="*/ 615 h 1181"/>
              <a:gd name="T18" fmla="*/ 571 w 1619"/>
              <a:gd name="T19" fmla="*/ 681 h 1181"/>
              <a:gd name="T20" fmla="*/ 661 w 1619"/>
              <a:gd name="T21" fmla="*/ 794 h 1181"/>
              <a:gd name="T22" fmla="*/ 728 w 1619"/>
              <a:gd name="T23" fmla="*/ 921 h 1181"/>
              <a:gd name="T24" fmla="*/ 876 w 1619"/>
              <a:gd name="T25" fmla="*/ 1072 h 1181"/>
              <a:gd name="T26" fmla="*/ 907 w 1619"/>
              <a:gd name="T27" fmla="*/ 1090 h 1181"/>
              <a:gd name="T28" fmla="*/ 1003 w 1619"/>
              <a:gd name="T29" fmla="*/ 1135 h 1181"/>
              <a:gd name="T30" fmla="*/ 1054 w 1619"/>
              <a:gd name="T31" fmla="*/ 1150 h 1181"/>
              <a:gd name="T32" fmla="*/ 1353 w 1619"/>
              <a:gd name="T33" fmla="*/ 1143 h 1181"/>
              <a:gd name="T34" fmla="*/ 1554 w 1619"/>
              <a:gd name="T35" fmla="*/ 1068 h 1181"/>
              <a:gd name="T36" fmla="*/ 1619 w 1619"/>
              <a:gd name="T37" fmla="*/ 1037 h 1181"/>
              <a:gd name="T38" fmla="*/ 1491 w 1619"/>
              <a:gd name="T39" fmla="*/ 1104 h 1181"/>
              <a:gd name="T40" fmla="*/ 1356 w 1619"/>
              <a:gd name="T41" fmla="*/ 1154 h 1181"/>
              <a:gd name="T42" fmla="*/ 1068 w 1619"/>
              <a:gd name="T43" fmla="*/ 1168 h 1181"/>
              <a:gd name="T44" fmla="*/ 1051 w 1619"/>
              <a:gd name="T45" fmla="*/ 1164 h 1181"/>
              <a:gd name="T46" fmla="*/ 998 w 1619"/>
              <a:gd name="T47" fmla="*/ 1149 h 1181"/>
              <a:gd name="T48" fmla="*/ 899 w 1619"/>
              <a:gd name="T49" fmla="*/ 1102 h 1181"/>
              <a:gd name="T50" fmla="*/ 869 w 1619"/>
              <a:gd name="T51" fmla="*/ 1083 h 1181"/>
              <a:gd name="T52" fmla="*/ 760 w 1619"/>
              <a:gd name="T53" fmla="*/ 986 h 1181"/>
              <a:gd name="T54" fmla="*/ 654 w 1619"/>
              <a:gd name="T55" fmla="*/ 798 h 1181"/>
              <a:gd name="T56" fmla="*/ 606 w 1619"/>
              <a:gd name="T57" fmla="*/ 723 h 1181"/>
              <a:gd name="T58" fmla="*/ 595 w 1619"/>
              <a:gd name="T59" fmla="*/ 709 h 1181"/>
              <a:gd name="T60" fmla="*/ 442 w 1619"/>
              <a:gd name="T61" fmla="*/ 619 h 1181"/>
              <a:gd name="T62" fmla="*/ 304 w 1619"/>
              <a:gd name="T63" fmla="*/ 580 h 1181"/>
              <a:gd name="T64" fmla="*/ 168 w 1619"/>
              <a:gd name="T65" fmla="*/ 530 h 1181"/>
              <a:gd name="T66" fmla="*/ 104 w 1619"/>
              <a:gd name="T67" fmla="*/ 477 h 1181"/>
              <a:gd name="T68" fmla="*/ 88 w 1619"/>
              <a:gd name="T69" fmla="*/ 455 h 1181"/>
              <a:gd name="T70" fmla="*/ 74 w 1619"/>
              <a:gd name="T71" fmla="*/ 432 h 1181"/>
              <a:gd name="T72" fmla="*/ 60 w 1619"/>
              <a:gd name="T73" fmla="*/ 408 h 1181"/>
              <a:gd name="T74" fmla="*/ 49 w 1619"/>
              <a:gd name="T75" fmla="*/ 383 h 1181"/>
              <a:gd name="T76" fmla="*/ 39 w 1619"/>
              <a:gd name="T77" fmla="*/ 357 h 1181"/>
              <a:gd name="T78" fmla="*/ 28 w 1619"/>
              <a:gd name="T79" fmla="*/ 323 h 1181"/>
              <a:gd name="T80" fmla="*/ 21 w 1619"/>
              <a:gd name="T81" fmla="*/ 296 h 1181"/>
              <a:gd name="T82" fmla="*/ 21 w 1619"/>
              <a:gd name="T83" fmla="*/ 0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19" h="1181">
                <a:moveTo>
                  <a:pt x="22" y="0"/>
                </a:moveTo>
                <a:cubicBezTo>
                  <a:pt x="18" y="36"/>
                  <a:pt x="18" y="36"/>
                  <a:pt x="18" y="36"/>
                </a:cubicBezTo>
                <a:cubicBezTo>
                  <a:pt x="16" y="72"/>
                  <a:pt x="16" y="72"/>
                  <a:pt x="16" y="72"/>
                </a:cubicBezTo>
                <a:cubicBezTo>
                  <a:pt x="15" y="84"/>
                  <a:pt x="14" y="96"/>
                  <a:pt x="14" y="108"/>
                </a:cubicBezTo>
                <a:cubicBezTo>
                  <a:pt x="14" y="120"/>
                  <a:pt x="14" y="132"/>
                  <a:pt x="14" y="143"/>
                </a:cubicBezTo>
                <a:cubicBezTo>
                  <a:pt x="15" y="191"/>
                  <a:pt x="20" y="239"/>
                  <a:pt x="30" y="285"/>
                </a:cubicBezTo>
                <a:cubicBezTo>
                  <a:pt x="40" y="332"/>
                  <a:pt x="57" y="376"/>
                  <a:pt x="80" y="418"/>
                </a:cubicBezTo>
                <a:cubicBezTo>
                  <a:pt x="84" y="425"/>
                  <a:pt x="84" y="425"/>
                  <a:pt x="84" y="425"/>
                </a:cubicBezTo>
                <a:cubicBezTo>
                  <a:pt x="86" y="428"/>
                  <a:pt x="87" y="430"/>
                  <a:pt x="89" y="433"/>
                </a:cubicBezTo>
                <a:cubicBezTo>
                  <a:pt x="99" y="448"/>
                  <a:pt x="99" y="448"/>
                  <a:pt x="99" y="448"/>
                </a:cubicBezTo>
                <a:cubicBezTo>
                  <a:pt x="102" y="453"/>
                  <a:pt x="106" y="457"/>
                  <a:pt x="109" y="462"/>
                </a:cubicBezTo>
                <a:cubicBezTo>
                  <a:pt x="114" y="469"/>
                  <a:pt x="114" y="469"/>
                  <a:pt x="114" y="469"/>
                </a:cubicBezTo>
                <a:cubicBezTo>
                  <a:pt x="116" y="472"/>
                  <a:pt x="118" y="474"/>
                  <a:pt x="120" y="476"/>
                </a:cubicBezTo>
                <a:cubicBezTo>
                  <a:pt x="135" y="493"/>
                  <a:pt x="154" y="508"/>
                  <a:pt x="174" y="519"/>
                </a:cubicBezTo>
                <a:cubicBezTo>
                  <a:pt x="194" y="531"/>
                  <a:pt x="216" y="541"/>
                  <a:pt x="238" y="549"/>
                </a:cubicBezTo>
                <a:cubicBezTo>
                  <a:pt x="260" y="558"/>
                  <a:pt x="283" y="565"/>
                  <a:pt x="306" y="572"/>
                </a:cubicBezTo>
                <a:cubicBezTo>
                  <a:pt x="375" y="593"/>
                  <a:pt x="375" y="593"/>
                  <a:pt x="375" y="593"/>
                </a:cubicBezTo>
                <a:cubicBezTo>
                  <a:pt x="398" y="600"/>
                  <a:pt x="421" y="607"/>
                  <a:pt x="444" y="615"/>
                </a:cubicBezTo>
                <a:cubicBezTo>
                  <a:pt x="466" y="623"/>
                  <a:pt x="488" y="633"/>
                  <a:pt x="510" y="643"/>
                </a:cubicBezTo>
                <a:cubicBezTo>
                  <a:pt x="532" y="654"/>
                  <a:pt x="552" y="666"/>
                  <a:pt x="571" y="681"/>
                </a:cubicBezTo>
                <a:cubicBezTo>
                  <a:pt x="590" y="696"/>
                  <a:pt x="607" y="714"/>
                  <a:pt x="622" y="733"/>
                </a:cubicBezTo>
                <a:cubicBezTo>
                  <a:pt x="637" y="752"/>
                  <a:pt x="649" y="773"/>
                  <a:pt x="661" y="794"/>
                </a:cubicBezTo>
                <a:cubicBezTo>
                  <a:pt x="672" y="816"/>
                  <a:pt x="683" y="837"/>
                  <a:pt x="694" y="858"/>
                </a:cubicBezTo>
                <a:cubicBezTo>
                  <a:pt x="705" y="880"/>
                  <a:pt x="716" y="901"/>
                  <a:pt x="728" y="921"/>
                </a:cubicBezTo>
                <a:cubicBezTo>
                  <a:pt x="753" y="961"/>
                  <a:pt x="784" y="998"/>
                  <a:pt x="819" y="1029"/>
                </a:cubicBezTo>
                <a:cubicBezTo>
                  <a:pt x="837" y="1045"/>
                  <a:pt x="856" y="1059"/>
                  <a:pt x="876" y="1072"/>
                </a:cubicBezTo>
                <a:cubicBezTo>
                  <a:pt x="891" y="1081"/>
                  <a:pt x="891" y="1081"/>
                  <a:pt x="891" y="1081"/>
                </a:cubicBezTo>
                <a:cubicBezTo>
                  <a:pt x="896" y="1084"/>
                  <a:pt x="901" y="1087"/>
                  <a:pt x="907" y="1090"/>
                </a:cubicBezTo>
                <a:cubicBezTo>
                  <a:pt x="917" y="1096"/>
                  <a:pt x="927" y="1101"/>
                  <a:pt x="938" y="1107"/>
                </a:cubicBezTo>
                <a:cubicBezTo>
                  <a:pt x="959" y="1117"/>
                  <a:pt x="981" y="1127"/>
                  <a:pt x="1003" y="1135"/>
                </a:cubicBezTo>
                <a:cubicBezTo>
                  <a:pt x="1014" y="1139"/>
                  <a:pt x="1026" y="1142"/>
                  <a:pt x="1037" y="1145"/>
                </a:cubicBezTo>
                <a:cubicBezTo>
                  <a:pt x="1043" y="1147"/>
                  <a:pt x="1048" y="1148"/>
                  <a:pt x="1054" y="1150"/>
                </a:cubicBezTo>
                <a:cubicBezTo>
                  <a:pt x="1060" y="1151"/>
                  <a:pt x="1066" y="1153"/>
                  <a:pt x="1071" y="1154"/>
                </a:cubicBezTo>
                <a:cubicBezTo>
                  <a:pt x="1164" y="1174"/>
                  <a:pt x="1261" y="1167"/>
                  <a:pt x="1353" y="1143"/>
                </a:cubicBezTo>
                <a:cubicBezTo>
                  <a:pt x="1399" y="1132"/>
                  <a:pt x="1444" y="1116"/>
                  <a:pt x="1489" y="1097"/>
                </a:cubicBezTo>
                <a:cubicBezTo>
                  <a:pt x="1511" y="1088"/>
                  <a:pt x="1532" y="1078"/>
                  <a:pt x="1554" y="1068"/>
                </a:cubicBezTo>
                <a:cubicBezTo>
                  <a:pt x="1576" y="1058"/>
                  <a:pt x="1597" y="1047"/>
                  <a:pt x="1618" y="1036"/>
                </a:cubicBezTo>
                <a:cubicBezTo>
                  <a:pt x="1619" y="1037"/>
                  <a:pt x="1619" y="1037"/>
                  <a:pt x="1619" y="1037"/>
                </a:cubicBezTo>
                <a:cubicBezTo>
                  <a:pt x="1598" y="1049"/>
                  <a:pt x="1577" y="1061"/>
                  <a:pt x="1556" y="1072"/>
                </a:cubicBezTo>
                <a:cubicBezTo>
                  <a:pt x="1535" y="1083"/>
                  <a:pt x="1513" y="1094"/>
                  <a:pt x="1491" y="1104"/>
                </a:cubicBezTo>
                <a:cubicBezTo>
                  <a:pt x="1469" y="1114"/>
                  <a:pt x="1447" y="1123"/>
                  <a:pt x="1425" y="1132"/>
                </a:cubicBezTo>
                <a:cubicBezTo>
                  <a:pt x="1402" y="1140"/>
                  <a:pt x="1379" y="1148"/>
                  <a:pt x="1356" y="1154"/>
                </a:cubicBezTo>
                <a:cubicBezTo>
                  <a:pt x="1309" y="1167"/>
                  <a:pt x="1262" y="1175"/>
                  <a:pt x="1213" y="1178"/>
                </a:cubicBezTo>
                <a:cubicBezTo>
                  <a:pt x="1165" y="1181"/>
                  <a:pt x="1116" y="1178"/>
                  <a:pt x="1068" y="1168"/>
                </a:cubicBezTo>
                <a:cubicBezTo>
                  <a:pt x="1065" y="1168"/>
                  <a:pt x="1062" y="1167"/>
                  <a:pt x="1059" y="1166"/>
                </a:cubicBezTo>
                <a:cubicBezTo>
                  <a:pt x="1051" y="1164"/>
                  <a:pt x="1051" y="1164"/>
                  <a:pt x="1051" y="1164"/>
                </a:cubicBezTo>
                <a:cubicBezTo>
                  <a:pt x="1045" y="1163"/>
                  <a:pt x="1039" y="1161"/>
                  <a:pt x="1033" y="1160"/>
                </a:cubicBezTo>
                <a:cubicBezTo>
                  <a:pt x="1021" y="1156"/>
                  <a:pt x="1010" y="1153"/>
                  <a:pt x="998" y="1149"/>
                </a:cubicBezTo>
                <a:cubicBezTo>
                  <a:pt x="975" y="1141"/>
                  <a:pt x="953" y="1131"/>
                  <a:pt x="931" y="1120"/>
                </a:cubicBezTo>
                <a:cubicBezTo>
                  <a:pt x="921" y="1114"/>
                  <a:pt x="910" y="1109"/>
                  <a:pt x="899" y="1102"/>
                </a:cubicBezTo>
                <a:cubicBezTo>
                  <a:pt x="894" y="1099"/>
                  <a:pt x="889" y="1096"/>
                  <a:pt x="884" y="1093"/>
                </a:cubicBezTo>
                <a:cubicBezTo>
                  <a:pt x="869" y="1083"/>
                  <a:pt x="869" y="1083"/>
                  <a:pt x="869" y="1083"/>
                </a:cubicBezTo>
                <a:cubicBezTo>
                  <a:pt x="848" y="1070"/>
                  <a:pt x="829" y="1055"/>
                  <a:pt x="811" y="1039"/>
                </a:cubicBezTo>
                <a:cubicBezTo>
                  <a:pt x="793" y="1023"/>
                  <a:pt x="776" y="1005"/>
                  <a:pt x="760" y="986"/>
                </a:cubicBezTo>
                <a:cubicBezTo>
                  <a:pt x="745" y="967"/>
                  <a:pt x="731" y="947"/>
                  <a:pt x="719" y="927"/>
                </a:cubicBezTo>
                <a:cubicBezTo>
                  <a:pt x="694" y="885"/>
                  <a:pt x="675" y="840"/>
                  <a:pt x="654" y="798"/>
                </a:cubicBezTo>
                <a:cubicBezTo>
                  <a:pt x="643" y="777"/>
                  <a:pt x="631" y="756"/>
                  <a:pt x="617" y="737"/>
                </a:cubicBezTo>
                <a:cubicBezTo>
                  <a:pt x="614" y="732"/>
                  <a:pt x="610" y="727"/>
                  <a:pt x="606" y="723"/>
                </a:cubicBezTo>
                <a:cubicBezTo>
                  <a:pt x="601" y="716"/>
                  <a:pt x="601" y="716"/>
                  <a:pt x="601" y="716"/>
                </a:cubicBezTo>
                <a:cubicBezTo>
                  <a:pt x="595" y="709"/>
                  <a:pt x="595" y="709"/>
                  <a:pt x="595" y="709"/>
                </a:cubicBezTo>
                <a:cubicBezTo>
                  <a:pt x="586" y="701"/>
                  <a:pt x="578" y="693"/>
                  <a:pt x="568" y="685"/>
                </a:cubicBezTo>
                <a:cubicBezTo>
                  <a:pt x="531" y="655"/>
                  <a:pt x="487" y="635"/>
                  <a:pt x="442" y="619"/>
                </a:cubicBezTo>
                <a:cubicBezTo>
                  <a:pt x="419" y="612"/>
                  <a:pt x="397" y="605"/>
                  <a:pt x="373" y="598"/>
                </a:cubicBezTo>
                <a:cubicBezTo>
                  <a:pt x="304" y="580"/>
                  <a:pt x="304" y="580"/>
                  <a:pt x="304" y="580"/>
                </a:cubicBezTo>
                <a:cubicBezTo>
                  <a:pt x="281" y="573"/>
                  <a:pt x="258" y="567"/>
                  <a:pt x="235" y="559"/>
                </a:cubicBezTo>
                <a:cubicBezTo>
                  <a:pt x="212" y="551"/>
                  <a:pt x="189" y="542"/>
                  <a:pt x="168" y="530"/>
                </a:cubicBezTo>
                <a:cubicBezTo>
                  <a:pt x="147" y="518"/>
                  <a:pt x="127" y="503"/>
                  <a:pt x="110" y="484"/>
                </a:cubicBezTo>
                <a:cubicBezTo>
                  <a:pt x="108" y="482"/>
                  <a:pt x="106" y="479"/>
                  <a:pt x="104" y="477"/>
                </a:cubicBezTo>
                <a:cubicBezTo>
                  <a:pt x="99" y="470"/>
                  <a:pt x="99" y="470"/>
                  <a:pt x="99" y="470"/>
                </a:cubicBezTo>
                <a:cubicBezTo>
                  <a:pt x="95" y="465"/>
                  <a:pt x="92" y="460"/>
                  <a:pt x="88" y="455"/>
                </a:cubicBezTo>
                <a:cubicBezTo>
                  <a:pt x="78" y="439"/>
                  <a:pt x="78" y="439"/>
                  <a:pt x="78" y="439"/>
                </a:cubicBezTo>
                <a:cubicBezTo>
                  <a:pt x="77" y="437"/>
                  <a:pt x="75" y="434"/>
                  <a:pt x="74" y="432"/>
                </a:cubicBezTo>
                <a:cubicBezTo>
                  <a:pt x="69" y="424"/>
                  <a:pt x="69" y="424"/>
                  <a:pt x="69" y="424"/>
                </a:cubicBezTo>
                <a:cubicBezTo>
                  <a:pt x="60" y="408"/>
                  <a:pt x="60" y="408"/>
                  <a:pt x="60" y="408"/>
                </a:cubicBezTo>
                <a:cubicBezTo>
                  <a:pt x="53" y="391"/>
                  <a:pt x="53" y="391"/>
                  <a:pt x="53" y="391"/>
                </a:cubicBezTo>
                <a:cubicBezTo>
                  <a:pt x="49" y="383"/>
                  <a:pt x="49" y="383"/>
                  <a:pt x="49" y="383"/>
                </a:cubicBezTo>
                <a:cubicBezTo>
                  <a:pt x="48" y="380"/>
                  <a:pt x="47" y="377"/>
                  <a:pt x="46" y="374"/>
                </a:cubicBezTo>
                <a:cubicBezTo>
                  <a:pt x="39" y="357"/>
                  <a:pt x="39" y="357"/>
                  <a:pt x="39" y="357"/>
                </a:cubicBezTo>
                <a:cubicBezTo>
                  <a:pt x="37" y="352"/>
                  <a:pt x="35" y="346"/>
                  <a:pt x="33" y="340"/>
                </a:cubicBezTo>
                <a:cubicBezTo>
                  <a:pt x="32" y="334"/>
                  <a:pt x="30" y="329"/>
                  <a:pt x="28" y="323"/>
                </a:cubicBezTo>
                <a:cubicBezTo>
                  <a:pt x="24" y="305"/>
                  <a:pt x="24" y="305"/>
                  <a:pt x="24" y="305"/>
                </a:cubicBezTo>
                <a:cubicBezTo>
                  <a:pt x="23" y="302"/>
                  <a:pt x="22" y="299"/>
                  <a:pt x="21" y="296"/>
                </a:cubicBezTo>
                <a:cubicBezTo>
                  <a:pt x="20" y="287"/>
                  <a:pt x="20" y="287"/>
                  <a:pt x="20" y="287"/>
                </a:cubicBezTo>
                <a:cubicBezTo>
                  <a:pt x="0" y="192"/>
                  <a:pt x="4" y="94"/>
                  <a:pt x="21" y="0"/>
                </a:cubicBezTo>
                <a:lnTo>
                  <a:pt x="22" y="0"/>
                </a:lnTo>
                <a:close/>
              </a:path>
            </a:pathLst>
          </a:custGeom>
          <a:solidFill>
            <a:srgbClr val="618CAC"/>
          </a:solidFill>
          <a:ln>
            <a:noFill/>
          </a:ln>
        </p:spPr>
        <p:txBody>
          <a:bodyPr vert="horz" wrap="square" lIns="109728" tIns="54864" rIns="109728" bIns="54864" numCol="1" anchor="t" anchorCtr="0" compatLnSpc="1"/>
          <a:lstStyle/>
          <a:p>
            <a:endParaRPr lang="zh-CN" altLang="en-US" sz="2160"/>
          </a:p>
        </p:txBody>
      </p:sp>
      <p:sp>
        <p:nvSpPr>
          <p:cNvPr id="15" name="任意多边形 14"/>
          <p:cNvSpPr/>
          <p:nvPr/>
        </p:nvSpPr>
        <p:spPr>
          <a:xfrm>
            <a:off x="1" y="5428650"/>
            <a:ext cx="4275259" cy="2820577"/>
          </a:xfrm>
          <a:custGeom>
            <a:avLst/>
            <a:gdLst>
              <a:gd name="connsiteX0" fmla="*/ 914344 w 3556001"/>
              <a:gd name="connsiteY0" fmla="*/ 1091 h 2346051"/>
              <a:gd name="connsiteX1" fmla="*/ 2430863 w 3556001"/>
              <a:gd name="connsiteY1" fmla="*/ 596106 h 2346051"/>
              <a:gd name="connsiteX2" fmla="*/ 3438830 w 3556001"/>
              <a:gd name="connsiteY2" fmla="*/ 2307077 h 2346051"/>
              <a:gd name="connsiteX3" fmla="*/ 3401736 w 3556001"/>
              <a:gd name="connsiteY3" fmla="*/ 2346051 h 2346051"/>
              <a:gd name="connsiteX4" fmla="*/ 0 w 3556001"/>
              <a:gd name="connsiteY4" fmla="*/ 2346051 h 2346051"/>
              <a:gd name="connsiteX5" fmla="*/ 0 w 3556001"/>
              <a:gd name="connsiteY5" fmla="*/ 199042 h 2346051"/>
              <a:gd name="connsiteX6" fmla="*/ 98382 w 3556001"/>
              <a:gd name="connsiteY6" fmla="*/ 151316 h 2346051"/>
              <a:gd name="connsiteX7" fmla="*/ 914344 w 3556001"/>
              <a:gd name="connsiteY7" fmla="*/ 1091 h 2346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6001" h="2346051">
                <a:moveTo>
                  <a:pt x="914344" y="1091"/>
                </a:moveTo>
                <a:cubicBezTo>
                  <a:pt x="1423084" y="17657"/>
                  <a:pt x="1952843" y="222610"/>
                  <a:pt x="2430863" y="596106"/>
                </a:cubicBezTo>
                <a:cubicBezTo>
                  <a:pt x="3174449" y="1177101"/>
                  <a:pt x="3830778" y="1805516"/>
                  <a:pt x="3438830" y="2307077"/>
                </a:cubicBezTo>
                <a:lnTo>
                  <a:pt x="3401736" y="2346051"/>
                </a:lnTo>
                <a:lnTo>
                  <a:pt x="0" y="2346051"/>
                </a:lnTo>
                <a:lnTo>
                  <a:pt x="0" y="199042"/>
                </a:lnTo>
                <a:lnTo>
                  <a:pt x="98382" y="151316"/>
                </a:lnTo>
                <a:cubicBezTo>
                  <a:pt x="355565" y="40829"/>
                  <a:pt x="631711" y="-8113"/>
                  <a:pt x="914344" y="1091"/>
                </a:cubicBezTo>
                <a:close/>
              </a:path>
            </a:pathLst>
          </a:custGeom>
          <a:solidFill>
            <a:srgbClr val="CDDC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23" name="Freeform 5"/>
          <p:cNvSpPr/>
          <p:nvPr/>
        </p:nvSpPr>
        <p:spPr bwMode="auto">
          <a:xfrm>
            <a:off x="2505" y="5793868"/>
            <a:ext cx="4762501" cy="2455544"/>
          </a:xfrm>
          <a:custGeom>
            <a:avLst/>
            <a:gdLst>
              <a:gd name="T0" fmla="*/ 0 w 1488"/>
              <a:gd name="T1" fmla="*/ 104 h 767"/>
              <a:gd name="T2" fmla="*/ 219 w 1488"/>
              <a:gd name="T3" fmla="*/ 23 h 767"/>
              <a:gd name="T4" fmla="*/ 335 w 1488"/>
              <a:gd name="T5" fmla="*/ 4 h 767"/>
              <a:gd name="T6" fmla="*/ 365 w 1488"/>
              <a:gd name="T7" fmla="*/ 2 h 767"/>
              <a:gd name="T8" fmla="*/ 380 w 1488"/>
              <a:gd name="T9" fmla="*/ 1 h 767"/>
              <a:gd name="T10" fmla="*/ 394 w 1488"/>
              <a:gd name="T11" fmla="*/ 0 h 767"/>
              <a:gd name="T12" fmla="*/ 402 w 1488"/>
              <a:gd name="T13" fmla="*/ 0 h 767"/>
              <a:gd name="T14" fmla="*/ 409 w 1488"/>
              <a:gd name="T15" fmla="*/ 0 h 767"/>
              <a:gd name="T16" fmla="*/ 424 w 1488"/>
              <a:gd name="T17" fmla="*/ 0 h 767"/>
              <a:gd name="T18" fmla="*/ 453 w 1488"/>
              <a:gd name="T19" fmla="*/ 2 h 767"/>
              <a:gd name="T20" fmla="*/ 570 w 1488"/>
              <a:gd name="T21" fmla="*/ 19 h 767"/>
              <a:gd name="T22" fmla="*/ 684 w 1488"/>
              <a:gd name="T23" fmla="*/ 49 h 767"/>
              <a:gd name="T24" fmla="*/ 902 w 1488"/>
              <a:gd name="T25" fmla="*/ 135 h 767"/>
              <a:gd name="T26" fmla="*/ 1107 w 1488"/>
              <a:gd name="T27" fmla="*/ 250 h 767"/>
              <a:gd name="T28" fmla="*/ 1155 w 1488"/>
              <a:gd name="T29" fmla="*/ 284 h 767"/>
              <a:gd name="T30" fmla="*/ 1204 w 1488"/>
              <a:gd name="T31" fmla="*/ 316 h 767"/>
              <a:gd name="T32" fmla="*/ 1302 w 1488"/>
              <a:gd name="T33" fmla="*/ 381 h 767"/>
              <a:gd name="T34" fmla="*/ 1349 w 1488"/>
              <a:gd name="T35" fmla="*/ 416 h 767"/>
              <a:gd name="T36" fmla="*/ 1372 w 1488"/>
              <a:gd name="T37" fmla="*/ 434 h 767"/>
              <a:gd name="T38" fmla="*/ 1395 w 1488"/>
              <a:gd name="T39" fmla="*/ 454 h 767"/>
              <a:gd name="T40" fmla="*/ 1435 w 1488"/>
              <a:gd name="T41" fmla="*/ 496 h 767"/>
              <a:gd name="T42" fmla="*/ 1468 w 1488"/>
              <a:gd name="T43" fmla="*/ 546 h 767"/>
              <a:gd name="T44" fmla="*/ 1486 w 1488"/>
              <a:gd name="T45" fmla="*/ 602 h 767"/>
              <a:gd name="T46" fmla="*/ 1484 w 1488"/>
              <a:gd name="T47" fmla="*/ 661 h 767"/>
              <a:gd name="T48" fmla="*/ 1436 w 1488"/>
              <a:gd name="T49" fmla="*/ 767 h 767"/>
              <a:gd name="T50" fmla="*/ 1451 w 1488"/>
              <a:gd name="T51" fmla="*/ 742 h 767"/>
              <a:gd name="T52" fmla="*/ 1458 w 1488"/>
              <a:gd name="T53" fmla="*/ 729 h 767"/>
              <a:gd name="T54" fmla="*/ 1461 w 1488"/>
              <a:gd name="T55" fmla="*/ 723 h 767"/>
              <a:gd name="T56" fmla="*/ 1464 w 1488"/>
              <a:gd name="T57" fmla="*/ 716 h 767"/>
              <a:gd name="T58" fmla="*/ 1470 w 1488"/>
              <a:gd name="T59" fmla="*/ 703 h 767"/>
              <a:gd name="T60" fmla="*/ 1475 w 1488"/>
              <a:gd name="T61" fmla="*/ 689 h 767"/>
              <a:gd name="T62" fmla="*/ 1477 w 1488"/>
              <a:gd name="T63" fmla="*/ 682 h 767"/>
              <a:gd name="T64" fmla="*/ 1479 w 1488"/>
              <a:gd name="T65" fmla="*/ 675 h 767"/>
              <a:gd name="T66" fmla="*/ 1482 w 1488"/>
              <a:gd name="T67" fmla="*/ 661 h 767"/>
              <a:gd name="T68" fmla="*/ 1482 w 1488"/>
              <a:gd name="T69" fmla="*/ 603 h 767"/>
              <a:gd name="T70" fmla="*/ 1463 w 1488"/>
              <a:gd name="T71" fmla="*/ 548 h 767"/>
              <a:gd name="T72" fmla="*/ 1431 w 1488"/>
              <a:gd name="T73" fmla="*/ 500 h 767"/>
              <a:gd name="T74" fmla="*/ 1390 w 1488"/>
              <a:gd name="T75" fmla="*/ 459 h 767"/>
              <a:gd name="T76" fmla="*/ 1368 w 1488"/>
              <a:gd name="T77" fmla="*/ 440 h 767"/>
              <a:gd name="T78" fmla="*/ 1345 w 1488"/>
              <a:gd name="T79" fmla="*/ 422 h 767"/>
              <a:gd name="T80" fmla="*/ 1297 w 1488"/>
              <a:gd name="T81" fmla="*/ 388 h 767"/>
              <a:gd name="T82" fmla="*/ 1199 w 1488"/>
              <a:gd name="T83" fmla="*/ 324 h 767"/>
              <a:gd name="T84" fmla="*/ 1150 w 1488"/>
              <a:gd name="T85" fmla="*/ 291 h 767"/>
              <a:gd name="T86" fmla="*/ 1102 w 1488"/>
              <a:gd name="T87" fmla="*/ 258 h 767"/>
              <a:gd name="T88" fmla="*/ 898 w 1488"/>
              <a:gd name="T89" fmla="*/ 144 h 767"/>
              <a:gd name="T90" fmla="*/ 681 w 1488"/>
              <a:gd name="T91" fmla="*/ 58 h 767"/>
              <a:gd name="T92" fmla="*/ 453 w 1488"/>
              <a:gd name="T93" fmla="*/ 10 h 767"/>
              <a:gd name="T94" fmla="*/ 424 w 1488"/>
              <a:gd name="T95" fmla="*/ 8 h 767"/>
              <a:gd name="T96" fmla="*/ 409 w 1488"/>
              <a:gd name="T97" fmla="*/ 8 h 767"/>
              <a:gd name="T98" fmla="*/ 402 w 1488"/>
              <a:gd name="T99" fmla="*/ 7 h 767"/>
              <a:gd name="T100" fmla="*/ 394 w 1488"/>
              <a:gd name="T101" fmla="*/ 8 h 767"/>
              <a:gd name="T102" fmla="*/ 380 w 1488"/>
              <a:gd name="T103" fmla="*/ 8 h 767"/>
              <a:gd name="T104" fmla="*/ 365 w 1488"/>
              <a:gd name="T105" fmla="*/ 9 h 767"/>
              <a:gd name="T106" fmla="*/ 336 w 1488"/>
              <a:gd name="T107" fmla="*/ 11 h 767"/>
              <a:gd name="T108" fmla="*/ 220 w 1488"/>
              <a:gd name="T109" fmla="*/ 28 h 767"/>
              <a:gd name="T110" fmla="*/ 108 w 1488"/>
              <a:gd name="T111" fmla="*/ 59 h 767"/>
              <a:gd name="T112" fmla="*/ 0 w 1488"/>
              <a:gd name="T113" fmla="*/ 104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8" h="767">
                <a:moveTo>
                  <a:pt x="0" y="104"/>
                </a:moveTo>
                <a:cubicBezTo>
                  <a:pt x="69" y="67"/>
                  <a:pt x="143" y="40"/>
                  <a:pt x="219" y="23"/>
                </a:cubicBezTo>
                <a:cubicBezTo>
                  <a:pt x="258" y="14"/>
                  <a:pt x="296" y="8"/>
                  <a:pt x="335" y="4"/>
                </a:cubicBezTo>
                <a:cubicBezTo>
                  <a:pt x="345" y="3"/>
                  <a:pt x="355" y="2"/>
                  <a:pt x="365" y="2"/>
                </a:cubicBezTo>
                <a:cubicBezTo>
                  <a:pt x="380" y="1"/>
                  <a:pt x="380" y="1"/>
                  <a:pt x="380" y="1"/>
                </a:cubicBezTo>
                <a:cubicBezTo>
                  <a:pt x="394" y="0"/>
                  <a:pt x="394" y="0"/>
                  <a:pt x="394" y="0"/>
                </a:cubicBezTo>
                <a:cubicBezTo>
                  <a:pt x="402" y="0"/>
                  <a:pt x="402" y="0"/>
                  <a:pt x="402" y="0"/>
                </a:cubicBezTo>
                <a:cubicBezTo>
                  <a:pt x="409" y="0"/>
                  <a:pt x="409" y="0"/>
                  <a:pt x="409" y="0"/>
                </a:cubicBezTo>
                <a:cubicBezTo>
                  <a:pt x="424" y="0"/>
                  <a:pt x="424" y="0"/>
                  <a:pt x="424" y="0"/>
                </a:cubicBezTo>
                <a:cubicBezTo>
                  <a:pt x="434" y="1"/>
                  <a:pt x="443" y="1"/>
                  <a:pt x="453" y="2"/>
                </a:cubicBezTo>
                <a:cubicBezTo>
                  <a:pt x="492" y="4"/>
                  <a:pt x="531" y="10"/>
                  <a:pt x="570" y="19"/>
                </a:cubicBezTo>
                <a:cubicBezTo>
                  <a:pt x="608" y="27"/>
                  <a:pt x="646" y="37"/>
                  <a:pt x="684" y="49"/>
                </a:cubicBezTo>
                <a:cubicBezTo>
                  <a:pt x="758" y="72"/>
                  <a:pt x="831" y="101"/>
                  <a:pt x="902" y="135"/>
                </a:cubicBezTo>
                <a:cubicBezTo>
                  <a:pt x="973" y="169"/>
                  <a:pt x="1042" y="207"/>
                  <a:pt x="1107" y="250"/>
                </a:cubicBezTo>
                <a:cubicBezTo>
                  <a:pt x="1124" y="261"/>
                  <a:pt x="1140" y="273"/>
                  <a:pt x="1155" y="284"/>
                </a:cubicBezTo>
                <a:cubicBezTo>
                  <a:pt x="1171" y="295"/>
                  <a:pt x="1188" y="306"/>
                  <a:pt x="1204" y="316"/>
                </a:cubicBezTo>
                <a:cubicBezTo>
                  <a:pt x="1237" y="338"/>
                  <a:pt x="1270" y="359"/>
                  <a:pt x="1302" y="381"/>
                </a:cubicBezTo>
                <a:cubicBezTo>
                  <a:pt x="1318" y="393"/>
                  <a:pt x="1334" y="404"/>
                  <a:pt x="1349" y="416"/>
                </a:cubicBezTo>
                <a:cubicBezTo>
                  <a:pt x="1357" y="422"/>
                  <a:pt x="1365" y="428"/>
                  <a:pt x="1372" y="434"/>
                </a:cubicBezTo>
                <a:cubicBezTo>
                  <a:pt x="1380" y="441"/>
                  <a:pt x="1387" y="447"/>
                  <a:pt x="1395" y="454"/>
                </a:cubicBezTo>
                <a:cubicBezTo>
                  <a:pt x="1409" y="467"/>
                  <a:pt x="1423" y="481"/>
                  <a:pt x="1435" y="496"/>
                </a:cubicBezTo>
                <a:cubicBezTo>
                  <a:pt x="1448" y="512"/>
                  <a:pt x="1459" y="528"/>
                  <a:pt x="1468" y="546"/>
                </a:cubicBezTo>
                <a:cubicBezTo>
                  <a:pt x="1476" y="564"/>
                  <a:pt x="1483" y="582"/>
                  <a:pt x="1486" y="602"/>
                </a:cubicBezTo>
                <a:cubicBezTo>
                  <a:pt x="1488" y="622"/>
                  <a:pt x="1488" y="642"/>
                  <a:pt x="1484" y="661"/>
                </a:cubicBezTo>
                <a:cubicBezTo>
                  <a:pt x="1477" y="700"/>
                  <a:pt x="1458" y="735"/>
                  <a:pt x="1436" y="767"/>
                </a:cubicBezTo>
                <a:cubicBezTo>
                  <a:pt x="1441" y="759"/>
                  <a:pt x="1446" y="751"/>
                  <a:pt x="1451" y="742"/>
                </a:cubicBezTo>
                <a:cubicBezTo>
                  <a:pt x="1458" y="729"/>
                  <a:pt x="1458" y="729"/>
                  <a:pt x="1458" y="729"/>
                </a:cubicBezTo>
                <a:cubicBezTo>
                  <a:pt x="1461" y="723"/>
                  <a:pt x="1461" y="723"/>
                  <a:pt x="1461" y="723"/>
                </a:cubicBezTo>
                <a:cubicBezTo>
                  <a:pt x="1464" y="716"/>
                  <a:pt x="1464" y="716"/>
                  <a:pt x="1464" y="716"/>
                </a:cubicBezTo>
                <a:cubicBezTo>
                  <a:pt x="1470" y="703"/>
                  <a:pt x="1470" y="703"/>
                  <a:pt x="1470" y="703"/>
                </a:cubicBezTo>
                <a:cubicBezTo>
                  <a:pt x="1472" y="698"/>
                  <a:pt x="1473" y="693"/>
                  <a:pt x="1475" y="689"/>
                </a:cubicBezTo>
                <a:cubicBezTo>
                  <a:pt x="1477" y="682"/>
                  <a:pt x="1477" y="682"/>
                  <a:pt x="1477" y="682"/>
                </a:cubicBezTo>
                <a:cubicBezTo>
                  <a:pt x="1478" y="680"/>
                  <a:pt x="1478" y="677"/>
                  <a:pt x="1479" y="675"/>
                </a:cubicBezTo>
                <a:cubicBezTo>
                  <a:pt x="1480" y="670"/>
                  <a:pt x="1481" y="665"/>
                  <a:pt x="1482" y="661"/>
                </a:cubicBezTo>
                <a:cubicBezTo>
                  <a:pt x="1485" y="641"/>
                  <a:pt x="1485" y="622"/>
                  <a:pt x="1482" y="603"/>
                </a:cubicBezTo>
                <a:cubicBezTo>
                  <a:pt x="1479" y="584"/>
                  <a:pt x="1472" y="565"/>
                  <a:pt x="1463" y="548"/>
                </a:cubicBezTo>
                <a:cubicBezTo>
                  <a:pt x="1454" y="531"/>
                  <a:pt x="1443" y="515"/>
                  <a:pt x="1431" y="500"/>
                </a:cubicBezTo>
                <a:cubicBezTo>
                  <a:pt x="1418" y="485"/>
                  <a:pt x="1405" y="472"/>
                  <a:pt x="1390" y="459"/>
                </a:cubicBezTo>
                <a:cubicBezTo>
                  <a:pt x="1383" y="452"/>
                  <a:pt x="1375" y="446"/>
                  <a:pt x="1368" y="440"/>
                </a:cubicBezTo>
                <a:cubicBezTo>
                  <a:pt x="1360" y="434"/>
                  <a:pt x="1353" y="428"/>
                  <a:pt x="1345" y="422"/>
                </a:cubicBezTo>
                <a:cubicBezTo>
                  <a:pt x="1329" y="410"/>
                  <a:pt x="1313" y="399"/>
                  <a:pt x="1297" y="388"/>
                </a:cubicBezTo>
                <a:cubicBezTo>
                  <a:pt x="1265" y="366"/>
                  <a:pt x="1232" y="345"/>
                  <a:pt x="1199" y="324"/>
                </a:cubicBezTo>
                <a:cubicBezTo>
                  <a:pt x="1183" y="313"/>
                  <a:pt x="1166" y="303"/>
                  <a:pt x="1150" y="291"/>
                </a:cubicBezTo>
                <a:cubicBezTo>
                  <a:pt x="1134" y="280"/>
                  <a:pt x="1118" y="269"/>
                  <a:pt x="1102" y="258"/>
                </a:cubicBezTo>
                <a:cubicBezTo>
                  <a:pt x="1037" y="215"/>
                  <a:pt x="968" y="178"/>
                  <a:pt x="898" y="144"/>
                </a:cubicBezTo>
                <a:cubicBezTo>
                  <a:pt x="827" y="111"/>
                  <a:pt x="755" y="81"/>
                  <a:pt x="681" y="58"/>
                </a:cubicBezTo>
                <a:cubicBezTo>
                  <a:pt x="606" y="34"/>
                  <a:pt x="530" y="17"/>
                  <a:pt x="453" y="10"/>
                </a:cubicBezTo>
                <a:cubicBezTo>
                  <a:pt x="443" y="9"/>
                  <a:pt x="433" y="8"/>
                  <a:pt x="424" y="8"/>
                </a:cubicBezTo>
                <a:cubicBezTo>
                  <a:pt x="409" y="8"/>
                  <a:pt x="409" y="8"/>
                  <a:pt x="409" y="8"/>
                </a:cubicBezTo>
                <a:cubicBezTo>
                  <a:pt x="402" y="7"/>
                  <a:pt x="402" y="7"/>
                  <a:pt x="402" y="7"/>
                </a:cubicBezTo>
                <a:cubicBezTo>
                  <a:pt x="394" y="8"/>
                  <a:pt x="394" y="8"/>
                  <a:pt x="394" y="8"/>
                </a:cubicBezTo>
                <a:cubicBezTo>
                  <a:pt x="380" y="8"/>
                  <a:pt x="380" y="8"/>
                  <a:pt x="380" y="8"/>
                </a:cubicBezTo>
                <a:cubicBezTo>
                  <a:pt x="365" y="9"/>
                  <a:pt x="365" y="9"/>
                  <a:pt x="365" y="9"/>
                </a:cubicBezTo>
                <a:cubicBezTo>
                  <a:pt x="356" y="9"/>
                  <a:pt x="346" y="10"/>
                  <a:pt x="336" y="11"/>
                </a:cubicBezTo>
                <a:cubicBezTo>
                  <a:pt x="297" y="14"/>
                  <a:pt x="259" y="20"/>
                  <a:pt x="220" y="28"/>
                </a:cubicBezTo>
                <a:cubicBezTo>
                  <a:pt x="182" y="36"/>
                  <a:pt x="145" y="46"/>
                  <a:pt x="108" y="59"/>
                </a:cubicBezTo>
                <a:cubicBezTo>
                  <a:pt x="71" y="71"/>
                  <a:pt x="35" y="87"/>
                  <a:pt x="0" y="104"/>
                </a:cubicBezTo>
                <a:close/>
              </a:path>
            </a:pathLst>
          </a:custGeom>
          <a:solidFill>
            <a:srgbClr val="F6C678"/>
          </a:solidFill>
          <a:ln>
            <a:noFill/>
          </a:ln>
        </p:spPr>
        <p:txBody>
          <a:bodyPr vert="horz" wrap="square" lIns="109728" tIns="54864" rIns="109728" bIns="54864" numCol="1" anchor="t" anchorCtr="0" compatLnSpc="1"/>
          <a:lstStyle/>
          <a:p>
            <a:endParaRPr lang="zh-CN" altLang="en-US" sz="2160"/>
          </a:p>
        </p:txBody>
      </p:sp>
      <p:sp>
        <p:nvSpPr>
          <p:cNvPr id="17" name="任意多边形 16"/>
          <p:cNvSpPr/>
          <p:nvPr/>
        </p:nvSpPr>
        <p:spPr>
          <a:xfrm>
            <a:off x="3056001" y="6321198"/>
            <a:ext cx="1413971" cy="1049978"/>
          </a:xfrm>
          <a:custGeom>
            <a:avLst/>
            <a:gdLst>
              <a:gd name="connsiteX0" fmla="*/ 0 w 550333"/>
              <a:gd name="connsiteY0" fmla="*/ 287867 h 364067"/>
              <a:gd name="connsiteX1" fmla="*/ 245533 w 550333"/>
              <a:gd name="connsiteY1" fmla="*/ 0 h 364067"/>
              <a:gd name="connsiteX2" fmla="*/ 550333 w 550333"/>
              <a:gd name="connsiteY2" fmla="*/ 364067 h 364067"/>
              <a:gd name="connsiteX3" fmla="*/ 0 w 550333"/>
              <a:gd name="connsiteY3" fmla="*/ 287867 h 364067"/>
              <a:gd name="connsiteX0-1" fmla="*/ 0 w 554758"/>
              <a:gd name="connsiteY0-2" fmla="*/ 287867 h 380937"/>
              <a:gd name="connsiteX1-3" fmla="*/ 245533 w 554758"/>
              <a:gd name="connsiteY1-4" fmla="*/ 0 h 380937"/>
              <a:gd name="connsiteX2-5" fmla="*/ 550333 w 554758"/>
              <a:gd name="connsiteY2-6" fmla="*/ 364067 h 380937"/>
              <a:gd name="connsiteX3-7" fmla="*/ 0 w 554758"/>
              <a:gd name="connsiteY3-8" fmla="*/ 287867 h 380937"/>
              <a:gd name="connsiteX0-9" fmla="*/ 0 w 556881"/>
              <a:gd name="connsiteY0-10" fmla="*/ 287867 h 404820"/>
              <a:gd name="connsiteX1-11" fmla="*/ 245533 w 556881"/>
              <a:gd name="connsiteY1-12" fmla="*/ 0 h 404820"/>
              <a:gd name="connsiteX2-13" fmla="*/ 550333 w 556881"/>
              <a:gd name="connsiteY2-14" fmla="*/ 364067 h 404820"/>
              <a:gd name="connsiteX3-15" fmla="*/ 0 w 556881"/>
              <a:gd name="connsiteY3-16" fmla="*/ 287867 h 404820"/>
              <a:gd name="connsiteX0-17" fmla="*/ 0 w 499499"/>
              <a:gd name="connsiteY0-18" fmla="*/ 287867 h 380660"/>
              <a:gd name="connsiteX1-19" fmla="*/ 245533 w 499499"/>
              <a:gd name="connsiteY1-20" fmla="*/ 0 h 380660"/>
              <a:gd name="connsiteX2-21" fmla="*/ 491389 w 499499"/>
              <a:gd name="connsiteY2-22" fmla="*/ 332861 h 380660"/>
              <a:gd name="connsiteX3-23" fmla="*/ 0 w 499499"/>
              <a:gd name="connsiteY3-24" fmla="*/ 287867 h 380660"/>
              <a:gd name="connsiteX0-25" fmla="*/ 5364 w 502098"/>
              <a:gd name="connsiteY0-26" fmla="*/ 288039 h 380832"/>
              <a:gd name="connsiteX1-27" fmla="*/ 250897 w 502098"/>
              <a:gd name="connsiteY1-28" fmla="*/ 172 h 380832"/>
              <a:gd name="connsiteX2-29" fmla="*/ 496753 w 502098"/>
              <a:gd name="connsiteY2-30" fmla="*/ 333033 h 380832"/>
              <a:gd name="connsiteX3-31" fmla="*/ 5364 w 502098"/>
              <a:gd name="connsiteY3-32" fmla="*/ 288039 h 380832"/>
              <a:gd name="connsiteX0-33" fmla="*/ 6042 w 503451"/>
              <a:gd name="connsiteY0-34" fmla="*/ 291633 h 384426"/>
              <a:gd name="connsiteX1-35" fmla="*/ 251575 w 503451"/>
              <a:gd name="connsiteY1-36" fmla="*/ 3766 h 384426"/>
              <a:gd name="connsiteX2-37" fmla="*/ 497431 w 503451"/>
              <a:gd name="connsiteY2-38" fmla="*/ 336627 h 384426"/>
              <a:gd name="connsiteX3-39" fmla="*/ 6042 w 503451"/>
              <a:gd name="connsiteY3-40" fmla="*/ 291633 h 384426"/>
              <a:gd name="connsiteX0-41" fmla="*/ 6576 w 502883"/>
              <a:gd name="connsiteY0-42" fmla="*/ 254042 h 319353"/>
              <a:gd name="connsiteX1-43" fmla="*/ 234772 w 502883"/>
              <a:gd name="connsiteY1-44" fmla="*/ 4315 h 319353"/>
              <a:gd name="connsiteX2-45" fmla="*/ 497965 w 502883"/>
              <a:gd name="connsiteY2-46" fmla="*/ 299036 h 319353"/>
              <a:gd name="connsiteX3-47" fmla="*/ 6576 w 502883"/>
              <a:gd name="connsiteY3-48" fmla="*/ 254042 h 319353"/>
              <a:gd name="connsiteX0-49" fmla="*/ 6576 w 502883"/>
              <a:gd name="connsiteY0-50" fmla="*/ 254042 h 364273"/>
              <a:gd name="connsiteX1-51" fmla="*/ 234772 w 502883"/>
              <a:gd name="connsiteY1-52" fmla="*/ 4315 h 364273"/>
              <a:gd name="connsiteX2-53" fmla="*/ 497965 w 502883"/>
              <a:gd name="connsiteY2-54" fmla="*/ 299036 h 364273"/>
              <a:gd name="connsiteX3-55" fmla="*/ 6576 w 502883"/>
              <a:gd name="connsiteY3-56" fmla="*/ 254042 h 364273"/>
              <a:gd name="connsiteX0-57" fmla="*/ 6576 w 502883"/>
              <a:gd name="connsiteY0-58" fmla="*/ 254042 h 318227"/>
              <a:gd name="connsiteX1-59" fmla="*/ 234772 w 502883"/>
              <a:gd name="connsiteY1-60" fmla="*/ 4315 h 318227"/>
              <a:gd name="connsiteX2-61" fmla="*/ 497965 w 502883"/>
              <a:gd name="connsiteY2-62" fmla="*/ 299036 h 318227"/>
              <a:gd name="connsiteX3-63" fmla="*/ 6576 w 502883"/>
              <a:gd name="connsiteY3-64" fmla="*/ 254042 h 318227"/>
              <a:gd name="connsiteX0-65" fmla="*/ 7499 w 503806"/>
              <a:gd name="connsiteY0-66" fmla="*/ 256793 h 356445"/>
              <a:gd name="connsiteX1-67" fmla="*/ 235695 w 503806"/>
              <a:gd name="connsiteY1-68" fmla="*/ 7066 h 356445"/>
              <a:gd name="connsiteX2-69" fmla="*/ 498888 w 503806"/>
              <a:gd name="connsiteY2-70" fmla="*/ 301787 h 356445"/>
              <a:gd name="connsiteX3-71" fmla="*/ 7499 w 503806"/>
              <a:gd name="connsiteY3-72" fmla="*/ 256793 h 356445"/>
              <a:gd name="connsiteX0-73" fmla="*/ 3419 w 424423"/>
              <a:gd name="connsiteY0-74" fmla="*/ 249803 h 299206"/>
              <a:gd name="connsiteX1-75" fmla="*/ 231615 w 424423"/>
              <a:gd name="connsiteY1-76" fmla="*/ 76 h 299206"/>
              <a:gd name="connsiteX2-77" fmla="*/ 418527 w 424423"/>
              <a:gd name="connsiteY2-78" fmla="*/ 277460 h 299206"/>
              <a:gd name="connsiteX3-79" fmla="*/ 3419 w 424423"/>
              <a:gd name="connsiteY3-80" fmla="*/ 249803 h 299206"/>
              <a:gd name="connsiteX0-81" fmla="*/ 3419 w 443266"/>
              <a:gd name="connsiteY0-82" fmla="*/ 249803 h 328404"/>
              <a:gd name="connsiteX1-83" fmla="*/ 231615 w 443266"/>
              <a:gd name="connsiteY1-84" fmla="*/ 76 h 328404"/>
              <a:gd name="connsiteX2-85" fmla="*/ 418527 w 443266"/>
              <a:gd name="connsiteY2-86" fmla="*/ 277460 h 328404"/>
              <a:gd name="connsiteX3-87" fmla="*/ 3419 w 443266"/>
              <a:gd name="connsiteY3-88" fmla="*/ 249803 h 328404"/>
              <a:gd name="connsiteX0-89" fmla="*/ 5963 w 456159"/>
              <a:gd name="connsiteY0-90" fmla="*/ 249803 h 328404"/>
              <a:gd name="connsiteX1-91" fmla="*/ 234159 w 456159"/>
              <a:gd name="connsiteY1-92" fmla="*/ 76 h 328404"/>
              <a:gd name="connsiteX2-93" fmla="*/ 421071 w 456159"/>
              <a:gd name="connsiteY2-94" fmla="*/ 277460 h 328404"/>
              <a:gd name="connsiteX3-95" fmla="*/ 5963 w 456159"/>
              <a:gd name="connsiteY3-96" fmla="*/ 249803 h 328404"/>
              <a:gd name="connsiteX0-97" fmla="*/ 7001 w 457197"/>
              <a:gd name="connsiteY0-98" fmla="*/ 249820 h 339505"/>
              <a:gd name="connsiteX1-99" fmla="*/ 235197 w 457197"/>
              <a:gd name="connsiteY1-100" fmla="*/ 93 h 339505"/>
              <a:gd name="connsiteX2-101" fmla="*/ 422109 w 457197"/>
              <a:gd name="connsiteY2-102" fmla="*/ 277477 h 339505"/>
              <a:gd name="connsiteX3-103" fmla="*/ 7001 w 457197"/>
              <a:gd name="connsiteY3-104" fmla="*/ 249820 h 339505"/>
            </a:gdLst>
            <a:ahLst/>
            <a:cxnLst>
              <a:cxn ang="0">
                <a:pos x="connsiteX0-1" y="connsiteY0-2"/>
              </a:cxn>
              <a:cxn ang="0">
                <a:pos x="connsiteX1-3" y="connsiteY1-4"/>
              </a:cxn>
              <a:cxn ang="0">
                <a:pos x="connsiteX2-5" y="connsiteY2-6"/>
              </a:cxn>
              <a:cxn ang="0">
                <a:pos x="connsiteX3-7" y="connsiteY3-8"/>
              </a:cxn>
            </a:cxnLst>
            <a:rect l="l" t="t" r="r" b="b"/>
            <a:pathLst>
              <a:path w="457197" h="339505">
                <a:moveTo>
                  <a:pt x="7001" y="249820"/>
                </a:moveTo>
                <a:cubicBezTo>
                  <a:pt x="-27619" y="161981"/>
                  <a:pt x="68928" y="-4516"/>
                  <a:pt x="235197" y="93"/>
                </a:cubicBezTo>
                <a:cubicBezTo>
                  <a:pt x="401466" y="4702"/>
                  <a:pt x="519086" y="169977"/>
                  <a:pt x="422109" y="277477"/>
                </a:cubicBezTo>
                <a:cubicBezTo>
                  <a:pt x="325132" y="384977"/>
                  <a:pt x="41621" y="337659"/>
                  <a:pt x="7001" y="249820"/>
                </a:cubicBezTo>
                <a:close/>
              </a:path>
            </a:pathLst>
          </a:custGeom>
          <a:solidFill>
            <a:srgbClr val="EFAE8E">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7" name="标题 6"/>
          <p:cNvSpPr>
            <a:spLocks noGrp="1"/>
          </p:cNvSpPr>
          <p:nvPr>
            <p:ph type="ctrTitle" hasCustomPrompt="1"/>
          </p:nvPr>
        </p:nvSpPr>
        <p:spPr>
          <a:xfrm>
            <a:off x="2183130" y="2302311"/>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Tree>
  </p:cSld>
  <p:clrMapOvr>
    <a:masterClrMapping/>
  </p:clrMapOvr>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blank" preserve="1">
  <p:cSld name="2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C9A6FD9-3812-A64A-8449-B8B9C6151E18}" type="slidenum">
              <a:rPr/>
            </a:fld>
            <a:endParaRPr kumimoji="1" lang="zh-CN" altLang="en-US"/>
          </a:p>
        </p:txBody>
      </p:sp>
      <p:sp>
        <p:nvSpPr>
          <p:cNvPr id="6" name="标题 5"/>
          <p:cNvSpPr>
            <a:spLocks noGrp="1"/>
          </p:cNvSpPr>
          <p:nvPr>
            <p:ph type="ctrTitle" hasCustomPrompt="1"/>
          </p:nvPr>
        </p:nvSpPr>
        <p:spPr>
          <a:xfrm>
            <a:off x="2391918" y="1947219"/>
            <a:ext cx="10972800" cy="2624401"/>
          </a:xfrm>
        </p:spPr>
        <p:txBody>
          <a:bodyPr anchor="b">
            <a:normAutofit/>
          </a:bodyPr>
          <a:lstStyle>
            <a:lvl1pPr algn="ctr">
              <a:lnSpc>
                <a:spcPct val="130000"/>
              </a:lnSpc>
              <a:defRPr sz="7200">
                <a:effectLst/>
              </a:defRPr>
            </a:lvl1pPr>
          </a:lstStyle>
          <a:p>
            <a:r>
              <a:rPr lang="zh-CN" altLang="en-US" dirty="0"/>
              <a:t>单击此处添加标题</a:t>
            </a:r>
            <a:endParaRPr lang="zh-CN" altLang="en-US" dirty="0"/>
          </a:p>
        </p:txBody>
      </p:sp>
    </p:spTree>
  </p:cSld>
  <p:clrMapOvr>
    <a:masterClrMapping/>
  </p:clrMapOvr>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83870" y="477775"/>
            <a:ext cx="2894076" cy="1058418"/>
          </a:xfrm>
        </p:spPr>
        <p:txBody>
          <a:bodyPr/>
          <a:lstStyle>
            <a:lvl1pPr>
              <a:defRPr>
                <a:solidFill>
                  <a:schemeClr val="bg1"/>
                </a:solidFill>
                <a:latin typeface="Marshmallow" panose="00020600040101010101" charset="0"/>
                <a:cs typeface="Marshmallow" panose="00020600040101010101" charset="0"/>
              </a:defRPr>
            </a:lvl1pPr>
          </a:lstStyle>
          <a:p>
            <a:r>
              <a:rPr lang="en-US" altLang="zh-CN"/>
              <a:t>Contents</a:t>
            </a:r>
            <a:endParaRPr lang="en-US" altLang="zh-CN"/>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6" name="文本框 5"/>
          <p:cNvSpPr txBox="1"/>
          <p:nvPr/>
        </p:nvSpPr>
        <p:spPr>
          <a:xfrm>
            <a:off x="4887369" y="2149110"/>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01</a:t>
            </a:r>
            <a:endParaRPr lang="en-US" altLang="zh-CN" sz="5280" dirty="0">
              <a:solidFill>
                <a:srgbClr val="595959"/>
              </a:solidFill>
              <a:latin typeface="Marshmallow" panose="00020600040101010101" charset="0"/>
              <a:cs typeface="Marshmallow" panose="00020600040101010101" charset="0"/>
            </a:endParaRPr>
          </a:p>
        </p:txBody>
      </p:sp>
      <p:sp>
        <p:nvSpPr>
          <p:cNvPr id="25" name="文本框 24"/>
          <p:cNvSpPr txBox="1"/>
          <p:nvPr/>
        </p:nvSpPr>
        <p:spPr>
          <a:xfrm>
            <a:off x="4846221" y="3280085"/>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02</a:t>
            </a:r>
            <a:endParaRPr lang="en-US" altLang="zh-CN" sz="5280" dirty="0">
              <a:solidFill>
                <a:srgbClr val="595959"/>
              </a:solidFill>
              <a:latin typeface="Marshmallow" panose="00020600040101010101" charset="0"/>
              <a:cs typeface="Marshmallow" panose="00020600040101010101" charset="0"/>
            </a:endParaRPr>
          </a:p>
        </p:txBody>
      </p:sp>
      <p:sp>
        <p:nvSpPr>
          <p:cNvPr id="32" name="文本框 31"/>
          <p:cNvSpPr txBox="1"/>
          <p:nvPr/>
        </p:nvSpPr>
        <p:spPr>
          <a:xfrm>
            <a:off x="4846221" y="4390486"/>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03</a:t>
            </a:r>
            <a:endParaRPr lang="en-US" altLang="zh-CN" sz="5280" dirty="0">
              <a:solidFill>
                <a:srgbClr val="595959"/>
              </a:solidFill>
              <a:latin typeface="Marshmallow" panose="00020600040101010101" charset="0"/>
              <a:cs typeface="Marshmallow" panose="00020600040101010101" charset="0"/>
            </a:endParaRPr>
          </a:p>
        </p:txBody>
      </p:sp>
      <p:sp>
        <p:nvSpPr>
          <p:cNvPr id="45" name="文本框 44"/>
          <p:cNvSpPr txBox="1"/>
          <p:nvPr/>
        </p:nvSpPr>
        <p:spPr>
          <a:xfrm>
            <a:off x="4846221" y="5491743"/>
            <a:ext cx="870751" cy="904863"/>
          </a:xfrm>
          <a:prstGeom prst="rect">
            <a:avLst/>
          </a:prstGeom>
          <a:noFill/>
        </p:spPr>
        <p:txBody>
          <a:bodyPr wrap="none" rtlCol="0">
            <a:spAutoFit/>
          </a:bodyPr>
          <a:lstStyle/>
          <a:p>
            <a:r>
              <a:rPr lang="en-US" altLang="zh-CN" sz="5280" dirty="0">
                <a:solidFill>
                  <a:srgbClr val="595959"/>
                </a:solidFill>
                <a:latin typeface="Marshmallow" panose="00020600040101010101" charset="0"/>
                <a:cs typeface="Marshmallow" panose="00020600040101010101" charset="0"/>
              </a:rPr>
              <a:t>04</a:t>
            </a:r>
            <a:endParaRPr lang="en-US" altLang="zh-CN" sz="5280" dirty="0">
              <a:solidFill>
                <a:srgbClr val="595959"/>
              </a:solidFill>
              <a:latin typeface="Marshmallow" panose="00020600040101010101" charset="0"/>
              <a:cs typeface="Marshmallow" panose="00020600040101010101" charset="0"/>
            </a:endParaRPr>
          </a:p>
        </p:txBody>
      </p:sp>
      <p:sp>
        <p:nvSpPr>
          <p:cNvPr id="7" name="文本占位符 6"/>
          <p:cNvSpPr>
            <a:spLocks noGrp="1"/>
          </p:cNvSpPr>
          <p:nvPr>
            <p:ph type="body" idx="1"/>
          </p:nvPr>
        </p:nvSpPr>
        <p:spPr>
          <a:xfrm>
            <a:off x="6104764" y="1906501"/>
            <a:ext cx="6189344" cy="98869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8" name="文本占位符 7"/>
          <p:cNvSpPr>
            <a:spLocks noGrp="1"/>
          </p:cNvSpPr>
          <p:nvPr>
            <p:ph type="body" idx="13"/>
          </p:nvPr>
        </p:nvSpPr>
        <p:spPr>
          <a:xfrm>
            <a:off x="6104764" y="3089506"/>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9" name="文本占位符 8"/>
          <p:cNvSpPr>
            <a:spLocks noGrp="1"/>
          </p:cNvSpPr>
          <p:nvPr>
            <p:ph type="body" idx="14"/>
          </p:nvPr>
        </p:nvSpPr>
        <p:spPr>
          <a:xfrm>
            <a:off x="6104764" y="4272130"/>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
        <p:nvSpPr>
          <p:cNvPr id="10" name="文本占位符 9"/>
          <p:cNvSpPr>
            <a:spLocks noGrp="1"/>
          </p:cNvSpPr>
          <p:nvPr>
            <p:ph type="body" idx="15"/>
          </p:nvPr>
        </p:nvSpPr>
        <p:spPr>
          <a:xfrm>
            <a:off x="6104764" y="5454754"/>
            <a:ext cx="6189344" cy="988314"/>
          </a:xfrm>
        </p:spPr>
        <p:txBody>
          <a:bodyPr anchor="b">
            <a:norm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68642" y="150575"/>
            <a:ext cx="13695998" cy="1058418"/>
          </a:xfrm>
        </p:spPr>
        <p:txBody>
          <a:bodyPr>
            <a:normAutofit/>
          </a:bodyPr>
          <a:lstStyle>
            <a:lvl1pPr>
              <a:defRPr sz="3840"/>
            </a:lvl1pPr>
          </a:lstStyle>
          <a:p>
            <a:r>
              <a:rPr kumimoji="1" lang="zh-CN" altLang="en-US"/>
              <a:t>单击此处编辑母版标题样式</a:t>
            </a:r>
            <a:endParaRPr kumimoji="1" lang="zh-CN" altLang="en-US" dirty="0"/>
          </a:p>
        </p:txBody>
      </p:sp>
      <p:sp>
        <p:nvSpPr>
          <p:cNvPr id="3" name="日期占位符 2"/>
          <p:cNvSpPr>
            <a:spLocks noGrp="1"/>
          </p:cNvSpPr>
          <p:nvPr>
            <p:ph type="dt" sz="half" idx="10"/>
          </p:nvPr>
        </p:nvSpPr>
        <p:spPr/>
        <p:txBody>
          <a:bodyPr/>
          <a:lstStyle/>
          <a:p>
            <a:fld id="{809C0ED2-2A30-6E46-853A-54C98A33A49E}"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C9A6FD9-3812-A64A-8449-B8B9C6151E18}" type="slidenum">
              <a:rPr/>
            </a:fld>
            <a:endParaRPr kumimoji="1" lang="zh-CN" altLang="en-US"/>
          </a:p>
        </p:txBody>
      </p:sp>
      <p:sp>
        <p:nvSpPr>
          <p:cNvPr id="6" name="矩形 5"/>
          <p:cNvSpPr/>
          <p:nvPr/>
        </p:nvSpPr>
        <p:spPr>
          <a:xfrm>
            <a:off x="-1" y="352805"/>
            <a:ext cx="325756" cy="727331"/>
          </a:xfrm>
          <a:prstGeom prst="rect">
            <a:avLst/>
          </a:prstGeom>
          <a:solidFill>
            <a:srgbClr val="618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sp>
        <p:nvSpPr>
          <p:cNvPr id="7" name="椭圆 6"/>
          <p:cNvSpPr/>
          <p:nvPr/>
        </p:nvSpPr>
        <p:spPr>
          <a:xfrm>
            <a:off x="568642" y="3108958"/>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9" name="直线连接符 8"/>
          <p:cNvCxnSpPr/>
          <p:nvPr/>
        </p:nvCxnSpPr>
        <p:spPr>
          <a:xfrm>
            <a:off x="1005840" y="3243260"/>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11" name="文本占位符 10"/>
          <p:cNvSpPr>
            <a:spLocks noGrp="1"/>
          </p:cNvSpPr>
          <p:nvPr>
            <p:ph type="body" sz="quarter" idx="13" hasCustomPrompt="1"/>
          </p:nvPr>
        </p:nvSpPr>
        <p:spPr>
          <a:xfrm>
            <a:off x="568642" y="2382199"/>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13" name="文本占位符 12"/>
          <p:cNvSpPr>
            <a:spLocks noGrp="1"/>
          </p:cNvSpPr>
          <p:nvPr>
            <p:ph type="body" sz="quarter" idx="14"/>
          </p:nvPr>
        </p:nvSpPr>
        <p:spPr>
          <a:xfrm>
            <a:off x="568642" y="3577591"/>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19" name="椭圆 18"/>
          <p:cNvSpPr/>
          <p:nvPr/>
        </p:nvSpPr>
        <p:spPr>
          <a:xfrm>
            <a:off x="3033236" y="3074665"/>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20" name="直线连接符 19"/>
          <p:cNvCxnSpPr/>
          <p:nvPr/>
        </p:nvCxnSpPr>
        <p:spPr>
          <a:xfrm>
            <a:off x="3470434" y="3208967"/>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21" name="文本占位符 10"/>
          <p:cNvSpPr>
            <a:spLocks noGrp="1"/>
          </p:cNvSpPr>
          <p:nvPr>
            <p:ph type="body" sz="quarter" idx="15" hasCustomPrompt="1"/>
          </p:nvPr>
        </p:nvSpPr>
        <p:spPr>
          <a:xfrm>
            <a:off x="3033236" y="2347905"/>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2" name="文本占位符 12"/>
          <p:cNvSpPr>
            <a:spLocks noGrp="1"/>
          </p:cNvSpPr>
          <p:nvPr>
            <p:ph type="body" sz="quarter" idx="16"/>
          </p:nvPr>
        </p:nvSpPr>
        <p:spPr>
          <a:xfrm>
            <a:off x="3033236" y="3543297"/>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23" name="椭圆 22"/>
          <p:cNvSpPr/>
          <p:nvPr/>
        </p:nvSpPr>
        <p:spPr>
          <a:xfrm>
            <a:off x="5390674" y="3074665"/>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24" name="直线连接符 23"/>
          <p:cNvCxnSpPr/>
          <p:nvPr/>
        </p:nvCxnSpPr>
        <p:spPr>
          <a:xfrm>
            <a:off x="5827872" y="3208967"/>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25" name="文本占位符 10"/>
          <p:cNvSpPr>
            <a:spLocks noGrp="1"/>
          </p:cNvSpPr>
          <p:nvPr>
            <p:ph type="body" sz="quarter" idx="17" hasCustomPrompt="1"/>
          </p:nvPr>
        </p:nvSpPr>
        <p:spPr>
          <a:xfrm>
            <a:off x="5390674" y="2347905"/>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26" name="文本占位符 12"/>
          <p:cNvSpPr>
            <a:spLocks noGrp="1"/>
          </p:cNvSpPr>
          <p:nvPr>
            <p:ph type="body" sz="quarter" idx="18"/>
          </p:nvPr>
        </p:nvSpPr>
        <p:spPr>
          <a:xfrm>
            <a:off x="5390674" y="3543297"/>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27" name="椭圆 26"/>
          <p:cNvSpPr/>
          <p:nvPr/>
        </p:nvSpPr>
        <p:spPr>
          <a:xfrm>
            <a:off x="7925280" y="3021607"/>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28" name="直线连接符 27"/>
          <p:cNvCxnSpPr/>
          <p:nvPr/>
        </p:nvCxnSpPr>
        <p:spPr>
          <a:xfrm>
            <a:off x="8362478" y="3155909"/>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29" name="文本占位符 10"/>
          <p:cNvSpPr>
            <a:spLocks noGrp="1"/>
          </p:cNvSpPr>
          <p:nvPr>
            <p:ph type="body" sz="quarter" idx="19" hasCustomPrompt="1"/>
          </p:nvPr>
        </p:nvSpPr>
        <p:spPr>
          <a:xfrm>
            <a:off x="7925279" y="2294847"/>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30" name="文本占位符 12"/>
          <p:cNvSpPr>
            <a:spLocks noGrp="1"/>
          </p:cNvSpPr>
          <p:nvPr>
            <p:ph type="body" sz="quarter" idx="20"/>
          </p:nvPr>
        </p:nvSpPr>
        <p:spPr>
          <a:xfrm>
            <a:off x="7925279" y="3490239"/>
            <a:ext cx="2091690" cy="3188970"/>
          </a:xfrm>
        </p:spPr>
        <p:txBody>
          <a:bodyPr/>
          <a:lstStyle>
            <a:lvl1pPr>
              <a:buNone/>
              <a:defRPr/>
            </a:lvl1pPr>
          </a:lstStyle>
          <a:p>
            <a:pPr lvl="0"/>
            <a:r>
              <a:rPr kumimoji="1" lang="zh-CN" altLang="en-US"/>
              <a:t>单击此处编辑母版文本样式</a:t>
            </a:r>
            <a:endParaRPr kumimoji="1" lang="zh-CN" altLang="en-US"/>
          </a:p>
        </p:txBody>
      </p:sp>
      <p:sp>
        <p:nvSpPr>
          <p:cNvPr id="31" name="椭圆 30"/>
          <p:cNvSpPr/>
          <p:nvPr/>
        </p:nvSpPr>
        <p:spPr>
          <a:xfrm>
            <a:off x="10359870" y="3021607"/>
            <a:ext cx="268604" cy="268604"/>
          </a:xfrm>
          <a:prstGeom prst="ellipse">
            <a:avLst/>
          </a:prstGeom>
          <a:noFill/>
          <a:ln w="25400">
            <a:solidFill>
              <a:srgbClr val="618B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60"/>
          </a:p>
        </p:txBody>
      </p:sp>
      <p:cxnSp>
        <p:nvCxnSpPr>
          <p:cNvPr id="32" name="直线连接符 31"/>
          <p:cNvCxnSpPr/>
          <p:nvPr/>
        </p:nvCxnSpPr>
        <p:spPr>
          <a:xfrm>
            <a:off x="10797068" y="3155909"/>
            <a:ext cx="1654492" cy="0"/>
          </a:xfrm>
          <a:prstGeom prst="line">
            <a:avLst/>
          </a:prstGeom>
          <a:ln w="63500">
            <a:solidFill>
              <a:srgbClr val="618BAC"/>
            </a:solidFill>
          </a:ln>
        </p:spPr>
        <p:style>
          <a:lnRef idx="1">
            <a:schemeClr val="accent1"/>
          </a:lnRef>
          <a:fillRef idx="0">
            <a:schemeClr val="accent1"/>
          </a:fillRef>
          <a:effectRef idx="0">
            <a:schemeClr val="accent1"/>
          </a:effectRef>
          <a:fontRef idx="minor">
            <a:schemeClr val="tx1"/>
          </a:fontRef>
        </p:style>
      </p:cxnSp>
      <p:sp>
        <p:nvSpPr>
          <p:cNvPr id="33" name="文本占位符 10"/>
          <p:cNvSpPr>
            <a:spLocks noGrp="1"/>
          </p:cNvSpPr>
          <p:nvPr>
            <p:ph type="body" sz="quarter" idx="21" hasCustomPrompt="1"/>
          </p:nvPr>
        </p:nvSpPr>
        <p:spPr>
          <a:xfrm>
            <a:off x="10359869" y="2294847"/>
            <a:ext cx="2091690" cy="526729"/>
          </a:xfrm>
        </p:spPr>
        <p:txBody>
          <a:bodyPr>
            <a:noAutofit/>
          </a:bodyPr>
          <a:lstStyle>
            <a:lvl1pPr>
              <a:buNone/>
              <a:defRPr sz="2880" b="1">
                <a:solidFill>
                  <a:srgbClr val="618BAC"/>
                </a:solidFill>
              </a:defRPr>
            </a:lvl1pPr>
          </a:lstStyle>
          <a:p>
            <a:pPr lvl="0"/>
            <a:r>
              <a:rPr kumimoji="1" lang="en-US" altLang="zh-CN" dirty="0"/>
              <a:t>1924</a:t>
            </a:r>
            <a:r>
              <a:rPr kumimoji="1" lang="zh-CN" altLang="en-US" dirty="0"/>
              <a:t>年</a:t>
            </a:r>
            <a:endParaRPr kumimoji="1" lang="zh-CN" altLang="en-US" dirty="0"/>
          </a:p>
        </p:txBody>
      </p:sp>
      <p:sp>
        <p:nvSpPr>
          <p:cNvPr id="34" name="文本占位符 12"/>
          <p:cNvSpPr>
            <a:spLocks noGrp="1"/>
          </p:cNvSpPr>
          <p:nvPr>
            <p:ph type="body" sz="quarter" idx="22"/>
          </p:nvPr>
        </p:nvSpPr>
        <p:spPr>
          <a:xfrm>
            <a:off x="10359869" y="3490239"/>
            <a:ext cx="2091690" cy="3188970"/>
          </a:xfrm>
        </p:spPr>
        <p:txBody>
          <a:bodyPr/>
          <a:lstStyle>
            <a:lvl1pPr>
              <a:buNone/>
              <a:defRPr/>
            </a:lvl1pPr>
          </a:lstStyle>
          <a:p>
            <a:pPr lvl="0"/>
            <a:r>
              <a:rPr kumimoji="1" lang="zh-CN" altLang="en-US"/>
              <a:t>单击此处编辑母版文本样式</a:t>
            </a:r>
            <a:endParaRPr kumimoji="1" lang="zh-CN" altLang="en-US"/>
          </a:p>
        </p:txBody>
      </p:sp>
    </p:spTree>
  </p:cSld>
  <p:clrMapOvr>
    <a:masterClrMapping/>
  </p:clrMapOvr>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内容页1">
    <p:spTree>
      <p:nvGrpSpPr>
        <p:cNvPr id="1" name=""/>
        <p:cNvGrpSpPr/>
        <p:nvPr/>
      </p:nvGrpSpPr>
      <p:grpSpPr>
        <a:xfrm>
          <a:off x="0" y="0"/>
          <a:ext cx="0" cy="0"/>
          <a:chOff x="0" y="0"/>
          <a:chExt cx="0" cy="0"/>
        </a:xfrm>
      </p:grpSpPr>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5" Type="http://schemas.openxmlformats.org/officeDocument/2006/relationships/theme" Target="../theme/theme1.xml"/><Relationship Id="rId74" Type="http://schemas.openxmlformats.org/officeDocument/2006/relationships/slideLayout" Target="../slideLayouts/slideLayout7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7" Type="http://schemas.openxmlformats.org/officeDocument/2006/relationships/slideLayout" Target="../slideLayouts/slideLayout7.xml"/><Relationship Id="rId69" Type="http://schemas.openxmlformats.org/officeDocument/2006/relationships/slideLayout" Target="../slideLayouts/slideLayout69.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0" Type="http://schemas.openxmlformats.org/officeDocument/2006/relationships/theme" Target="../theme/theme2.xml"/><Relationship Id="rId1" Type="http://schemas.openxmlformats.org/officeDocument/2006/relationships/slideLayout" Target="../slideLayouts/slideLayout7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84.xml"/><Relationship Id="rId8" Type="http://schemas.openxmlformats.org/officeDocument/2006/relationships/slideLayout" Target="../slideLayouts/slideLayout83.xml"/><Relationship Id="rId75" Type="http://schemas.openxmlformats.org/officeDocument/2006/relationships/theme" Target="../theme/theme3.xml"/><Relationship Id="rId74" Type="http://schemas.openxmlformats.org/officeDocument/2006/relationships/slideLayout" Target="../slideLayouts/slideLayout149.xml"/><Relationship Id="rId73" Type="http://schemas.openxmlformats.org/officeDocument/2006/relationships/slideLayout" Target="../slideLayouts/slideLayout148.xml"/><Relationship Id="rId72" Type="http://schemas.openxmlformats.org/officeDocument/2006/relationships/slideLayout" Target="../slideLayouts/slideLayout147.xml"/><Relationship Id="rId71" Type="http://schemas.openxmlformats.org/officeDocument/2006/relationships/slideLayout" Target="../slideLayouts/slideLayout146.xml"/><Relationship Id="rId70" Type="http://schemas.openxmlformats.org/officeDocument/2006/relationships/slideLayout" Target="../slideLayouts/slideLayout145.xml"/><Relationship Id="rId7" Type="http://schemas.openxmlformats.org/officeDocument/2006/relationships/slideLayout" Target="../slideLayouts/slideLayout82.xml"/><Relationship Id="rId69" Type="http://schemas.openxmlformats.org/officeDocument/2006/relationships/slideLayout" Target="../slideLayouts/slideLayout144.xml"/><Relationship Id="rId68" Type="http://schemas.openxmlformats.org/officeDocument/2006/relationships/slideLayout" Target="../slideLayouts/slideLayout143.xml"/><Relationship Id="rId67" Type="http://schemas.openxmlformats.org/officeDocument/2006/relationships/slideLayout" Target="../slideLayouts/slideLayout142.xml"/><Relationship Id="rId66" Type="http://schemas.openxmlformats.org/officeDocument/2006/relationships/slideLayout" Target="../slideLayouts/slideLayout141.xml"/><Relationship Id="rId65" Type="http://schemas.openxmlformats.org/officeDocument/2006/relationships/slideLayout" Target="../slideLayouts/slideLayout140.xml"/><Relationship Id="rId64" Type="http://schemas.openxmlformats.org/officeDocument/2006/relationships/slideLayout" Target="../slideLayouts/slideLayout139.xml"/><Relationship Id="rId63" Type="http://schemas.openxmlformats.org/officeDocument/2006/relationships/slideLayout" Target="../slideLayouts/slideLayout138.xml"/><Relationship Id="rId62" Type="http://schemas.openxmlformats.org/officeDocument/2006/relationships/slideLayout" Target="../slideLayouts/slideLayout137.xml"/><Relationship Id="rId61" Type="http://schemas.openxmlformats.org/officeDocument/2006/relationships/slideLayout" Target="../slideLayouts/slideLayout136.xml"/><Relationship Id="rId60" Type="http://schemas.openxmlformats.org/officeDocument/2006/relationships/slideLayout" Target="../slideLayouts/slideLayout135.xml"/><Relationship Id="rId6" Type="http://schemas.openxmlformats.org/officeDocument/2006/relationships/slideLayout" Target="../slideLayouts/slideLayout81.xml"/><Relationship Id="rId59" Type="http://schemas.openxmlformats.org/officeDocument/2006/relationships/slideLayout" Target="../slideLayouts/slideLayout134.xml"/><Relationship Id="rId58" Type="http://schemas.openxmlformats.org/officeDocument/2006/relationships/slideLayout" Target="../slideLayouts/slideLayout133.xml"/><Relationship Id="rId57" Type="http://schemas.openxmlformats.org/officeDocument/2006/relationships/slideLayout" Target="../slideLayouts/slideLayout132.xml"/><Relationship Id="rId56" Type="http://schemas.openxmlformats.org/officeDocument/2006/relationships/slideLayout" Target="../slideLayouts/slideLayout131.xml"/><Relationship Id="rId55" Type="http://schemas.openxmlformats.org/officeDocument/2006/relationships/slideLayout" Target="../slideLayouts/slideLayout130.xml"/><Relationship Id="rId54" Type="http://schemas.openxmlformats.org/officeDocument/2006/relationships/slideLayout" Target="../slideLayouts/slideLayout129.xml"/><Relationship Id="rId53" Type="http://schemas.openxmlformats.org/officeDocument/2006/relationships/slideLayout" Target="../slideLayouts/slideLayout128.xml"/><Relationship Id="rId52" Type="http://schemas.openxmlformats.org/officeDocument/2006/relationships/slideLayout" Target="../slideLayouts/slideLayout127.xml"/><Relationship Id="rId51" Type="http://schemas.openxmlformats.org/officeDocument/2006/relationships/slideLayout" Target="../slideLayouts/slideLayout126.xml"/><Relationship Id="rId50" Type="http://schemas.openxmlformats.org/officeDocument/2006/relationships/slideLayout" Target="../slideLayouts/slideLayout125.xml"/><Relationship Id="rId5" Type="http://schemas.openxmlformats.org/officeDocument/2006/relationships/slideLayout" Target="../slideLayouts/slideLayout80.xml"/><Relationship Id="rId49" Type="http://schemas.openxmlformats.org/officeDocument/2006/relationships/slideLayout" Target="../slideLayouts/slideLayout124.xml"/><Relationship Id="rId48" Type="http://schemas.openxmlformats.org/officeDocument/2006/relationships/slideLayout" Target="../slideLayouts/slideLayout123.xml"/><Relationship Id="rId47" Type="http://schemas.openxmlformats.org/officeDocument/2006/relationships/slideLayout" Target="../slideLayouts/slideLayout122.xml"/><Relationship Id="rId46" Type="http://schemas.openxmlformats.org/officeDocument/2006/relationships/slideLayout" Target="../slideLayouts/slideLayout121.xml"/><Relationship Id="rId45" Type="http://schemas.openxmlformats.org/officeDocument/2006/relationships/slideLayout" Target="../slideLayouts/slideLayout120.xml"/><Relationship Id="rId44" Type="http://schemas.openxmlformats.org/officeDocument/2006/relationships/slideLayout" Target="../slideLayouts/slideLayout119.xml"/><Relationship Id="rId43" Type="http://schemas.openxmlformats.org/officeDocument/2006/relationships/slideLayout" Target="../slideLayouts/slideLayout118.xml"/><Relationship Id="rId42" Type="http://schemas.openxmlformats.org/officeDocument/2006/relationships/slideLayout" Target="../slideLayouts/slideLayout117.xml"/><Relationship Id="rId41" Type="http://schemas.openxmlformats.org/officeDocument/2006/relationships/slideLayout" Target="../slideLayouts/slideLayout116.xml"/><Relationship Id="rId40" Type="http://schemas.openxmlformats.org/officeDocument/2006/relationships/slideLayout" Target="../slideLayouts/slideLayout115.xml"/><Relationship Id="rId4" Type="http://schemas.openxmlformats.org/officeDocument/2006/relationships/slideLayout" Target="../slideLayouts/slideLayout79.xml"/><Relationship Id="rId39" Type="http://schemas.openxmlformats.org/officeDocument/2006/relationships/slideLayout" Target="../slideLayouts/slideLayout114.xml"/><Relationship Id="rId38" Type="http://schemas.openxmlformats.org/officeDocument/2006/relationships/slideLayout" Target="../slideLayouts/slideLayout113.xml"/><Relationship Id="rId37" Type="http://schemas.openxmlformats.org/officeDocument/2006/relationships/slideLayout" Target="../slideLayouts/slideLayout112.xml"/><Relationship Id="rId36" Type="http://schemas.openxmlformats.org/officeDocument/2006/relationships/slideLayout" Target="../slideLayouts/slideLayout111.xml"/><Relationship Id="rId35" Type="http://schemas.openxmlformats.org/officeDocument/2006/relationships/slideLayout" Target="../slideLayouts/slideLayout110.xml"/><Relationship Id="rId34" Type="http://schemas.openxmlformats.org/officeDocument/2006/relationships/slideLayout" Target="../slideLayouts/slideLayout109.xml"/><Relationship Id="rId33" Type="http://schemas.openxmlformats.org/officeDocument/2006/relationships/slideLayout" Target="../slideLayouts/slideLayout108.xml"/><Relationship Id="rId32" Type="http://schemas.openxmlformats.org/officeDocument/2006/relationships/slideLayout" Target="../slideLayouts/slideLayout107.xml"/><Relationship Id="rId31" Type="http://schemas.openxmlformats.org/officeDocument/2006/relationships/slideLayout" Target="../slideLayouts/slideLayout106.xml"/><Relationship Id="rId30" Type="http://schemas.openxmlformats.org/officeDocument/2006/relationships/slideLayout" Target="../slideLayouts/slideLayout105.xml"/><Relationship Id="rId3" Type="http://schemas.openxmlformats.org/officeDocument/2006/relationships/slideLayout" Target="../slideLayouts/slideLayout78.xml"/><Relationship Id="rId29" Type="http://schemas.openxmlformats.org/officeDocument/2006/relationships/slideLayout" Target="../slideLayouts/slideLayout104.xml"/><Relationship Id="rId28" Type="http://schemas.openxmlformats.org/officeDocument/2006/relationships/slideLayout" Target="../slideLayouts/slideLayout103.xml"/><Relationship Id="rId27" Type="http://schemas.openxmlformats.org/officeDocument/2006/relationships/slideLayout" Target="../slideLayouts/slideLayout102.xml"/><Relationship Id="rId26" Type="http://schemas.openxmlformats.org/officeDocument/2006/relationships/slideLayout" Target="../slideLayouts/slideLayout101.xml"/><Relationship Id="rId25" Type="http://schemas.openxmlformats.org/officeDocument/2006/relationships/slideLayout" Target="../slideLayouts/slideLayout100.xml"/><Relationship Id="rId24" Type="http://schemas.openxmlformats.org/officeDocument/2006/relationships/slideLayout" Target="../slideLayouts/slideLayout99.xml"/><Relationship Id="rId23" Type="http://schemas.openxmlformats.org/officeDocument/2006/relationships/slideLayout" Target="../slideLayouts/slideLayout98.xml"/><Relationship Id="rId22" Type="http://schemas.openxmlformats.org/officeDocument/2006/relationships/slideLayout" Target="../slideLayouts/slideLayout97.xml"/><Relationship Id="rId21" Type="http://schemas.openxmlformats.org/officeDocument/2006/relationships/slideLayout" Target="../slideLayouts/slideLayout96.xml"/><Relationship Id="rId20" Type="http://schemas.openxmlformats.org/officeDocument/2006/relationships/slideLayout" Target="../slideLayouts/slideLayout95.xml"/><Relationship Id="rId2" Type="http://schemas.openxmlformats.org/officeDocument/2006/relationships/slideLayout" Target="../slideLayouts/slideLayout77.xml"/><Relationship Id="rId19" Type="http://schemas.openxmlformats.org/officeDocument/2006/relationships/slideLayout" Target="../slideLayouts/slideLayout94.xml"/><Relationship Id="rId18" Type="http://schemas.openxmlformats.org/officeDocument/2006/relationships/slideLayout" Target="../slideLayouts/slideLayout93.xml"/><Relationship Id="rId17" Type="http://schemas.openxmlformats.org/officeDocument/2006/relationships/slideLayout" Target="../slideLayouts/slideLayout92.xml"/><Relationship Id="rId16" Type="http://schemas.openxmlformats.org/officeDocument/2006/relationships/slideLayout" Target="../slideLayouts/slideLayout91.xml"/><Relationship Id="rId15" Type="http://schemas.openxmlformats.org/officeDocument/2006/relationships/slideLayout" Target="../slideLayouts/slideLayout90.xml"/><Relationship Id="rId14" Type="http://schemas.openxmlformats.org/officeDocument/2006/relationships/slideLayout" Target="../slideLayouts/slideLayout89.xml"/><Relationship Id="rId13" Type="http://schemas.openxmlformats.org/officeDocument/2006/relationships/slideLayout" Target="../slideLayouts/slideLayout88.xml"/><Relationship Id="rId12" Type="http://schemas.openxmlformats.org/officeDocument/2006/relationships/slideLayout" Target="../slideLayouts/slideLayout87.xml"/><Relationship Id="rId11" Type="http://schemas.openxmlformats.org/officeDocument/2006/relationships/slideLayout" Target="../slideLayouts/slideLayout86.xml"/><Relationship Id="rId10" Type="http://schemas.openxmlformats.org/officeDocument/2006/relationships/slideLayout" Target="../slideLayouts/slideLayout85.xml"/><Relationship Id="rId1"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9788" y="260350"/>
            <a:ext cx="12952412" cy="6477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196976"/>
            <a:ext cx="12952412" cy="6423024"/>
          </a:xfrm>
          <a:prstGeom prst="rect">
            <a:avLst/>
          </a:prstGeom>
        </p:spPr>
        <p:txBody>
          <a:bodyPr vert="horz" lIns="91440" tIns="45720" rIns="91440" bIns="45720" rtlCol="0">
            <a:normAutofit/>
          </a:bodyPr>
          <a:lstStyle/>
          <a:p>
            <a:pPr lvl="0"/>
            <a:r>
              <a:rPr lang="zh-CN" altLang="en-US" dirty="0"/>
              <a:t> 单击此处编辑母版文本样式</a:t>
            </a:r>
            <a:endParaRPr lang="zh-CN" altLang="en-US" dirty="0"/>
          </a:p>
          <a:p>
            <a:pPr lvl="1"/>
            <a:r>
              <a:rPr lang="zh-CN" altLang="en-US" dirty="0"/>
              <a:t> 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7791450"/>
            <a:ext cx="3457892" cy="43815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809C0ED2-2A30-6E46-853A-54C98A33A49E}" type="datetimeFigureOut">
              <a:rPr lang="en-US" altLang="zh-CN"/>
            </a:fld>
            <a:endParaRPr kumimoji="1" lang="zh-CN" altLang="en-US"/>
          </a:p>
        </p:txBody>
      </p:sp>
      <p:sp>
        <p:nvSpPr>
          <p:cNvPr id="5" name="页脚占位符 4"/>
          <p:cNvSpPr>
            <a:spLocks noGrp="1"/>
          </p:cNvSpPr>
          <p:nvPr>
            <p:ph type="ftr" sz="quarter" idx="3"/>
          </p:nvPr>
        </p:nvSpPr>
        <p:spPr>
          <a:xfrm>
            <a:off x="4846320" y="7791450"/>
            <a:ext cx="4937760" cy="43815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10881360" y="7806658"/>
            <a:ext cx="3291840" cy="43815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3C9A6FD9-3812-A64A-8449-B8B9C6151E18}" type="slidenum">
              <a:rPr lang="en-US" altLang="zh-CN"/>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Lst>
  <p:hf sldNum="0" hdr="0" ftr="0" dt="0"/>
  <p:txStyles>
    <p:titleStyle>
      <a:lvl1pPr algn="l" defTabSz="1097280" rtl="0" eaLnBrk="1" latinLnBrk="0" hangingPunct="1">
        <a:lnSpc>
          <a:spcPct val="90000"/>
        </a:lnSpc>
        <a:spcBef>
          <a:spcPct val="0"/>
        </a:spcBef>
        <a:buNone/>
        <a:defRPr sz="3200" kern="1200">
          <a:solidFill>
            <a:srgbClr val="595959"/>
          </a:solidFill>
          <a:latin typeface="+mj-ea"/>
          <a:ea typeface="+mj-ea"/>
          <a:cs typeface="+mj-cs"/>
        </a:defRPr>
      </a:lvl1pPr>
    </p:titleStyle>
    <p:bodyStyle>
      <a:lvl1pPr marL="0" indent="-215900" algn="l" defTabSz="1097280" rtl="0" eaLnBrk="1" fontAlgn="auto" latinLnBrk="0" hangingPunct="1">
        <a:lnSpc>
          <a:spcPct val="120000"/>
        </a:lnSpc>
        <a:spcBef>
          <a:spcPts val="600"/>
        </a:spcBef>
        <a:buFont typeface="Arial" panose="020B0604020202090204" pitchFamily="34" charset="0"/>
        <a:buChar char="•"/>
        <a:defRPr sz="2400" kern="1200" baseline="0">
          <a:solidFill>
            <a:srgbClr val="595959"/>
          </a:solidFill>
          <a:latin typeface="+mn-ea"/>
          <a:ea typeface="+mn-ea"/>
          <a:cs typeface="+mn-cs"/>
        </a:defRPr>
      </a:lvl1pPr>
      <a:lvl2pPr marL="647700" indent="-21590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2pPr>
      <a:lvl3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3pPr>
      <a:lvl4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4pPr>
      <a:lvl5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5pPr>
      <a:lvl6pPr marL="301752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BF7"/>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4630400" cy="8229601"/>
          </a:xfrm>
          <a:prstGeom prst="rect">
            <a:avLst/>
          </a:prstGeom>
          <a:gradFill>
            <a:gsLst>
              <a:gs pos="91000">
                <a:schemeClr val="accent1">
                  <a:alpha val="18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custDataLst>
              <p:tags r:id="rId3"/>
            </p:custDataLst>
          </p:nvPr>
        </p:nvSpPr>
        <p:spPr>
          <a:xfrm>
            <a:off x="13475208" y="7151370"/>
            <a:ext cx="1155192" cy="1078230"/>
          </a:xfrm>
          <a:custGeom>
            <a:avLst/>
            <a:gdLst>
              <a:gd name="connsiteX0" fmla="*/ 962603 w 962603"/>
              <a:gd name="connsiteY0" fmla="*/ 0 h 893272"/>
              <a:gd name="connsiteX1" fmla="*/ 962603 w 962603"/>
              <a:gd name="connsiteY1" fmla="*/ 893272 h 893272"/>
              <a:gd name="connsiteX2" fmla="*/ 0 w 962603"/>
              <a:gd name="connsiteY2" fmla="*/ 893272 h 893272"/>
              <a:gd name="connsiteX3" fmla="*/ 64673 w 962603"/>
              <a:gd name="connsiteY3" fmla="*/ 779991 h 893272"/>
              <a:gd name="connsiteX4" fmla="*/ 885689 w 962603"/>
              <a:gd name="connsiteY4" fmla="*/ 34483 h 89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603" h="893272">
                <a:moveTo>
                  <a:pt x="962603" y="0"/>
                </a:moveTo>
                <a:lnTo>
                  <a:pt x="962603" y="893272"/>
                </a:lnTo>
                <a:lnTo>
                  <a:pt x="0" y="893272"/>
                </a:lnTo>
                <a:lnTo>
                  <a:pt x="64673" y="779991"/>
                </a:lnTo>
                <a:cubicBezTo>
                  <a:pt x="265151" y="463105"/>
                  <a:pt x="549131" y="204294"/>
                  <a:pt x="885689" y="34483"/>
                </a:cubicBezTo>
                <a:close/>
              </a:path>
            </a:pathLst>
          </a:custGeom>
          <a:solidFill>
            <a:schemeClr val="accent1">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占位符 1"/>
          <p:cNvSpPr>
            <a:spLocks noGrp="1"/>
          </p:cNvSpPr>
          <p:nvPr>
            <p:ph type="title"/>
            <p:custDataLst>
              <p:tags r:id="rId4"/>
            </p:custDataLst>
          </p:nvPr>
        </p:nvSpPr>
        <p:spPr>
          <a:xfrm>
            <a:off x="835152" y="432000"/>
            <a:ext cx="12960000" cy="864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
            </p:custDataLst>
          </p:nvPr>
        </p:nvSpPr>
        <p:spPr>
          <a:xfrm>
            <a:off x="835152" y="1562099"/>
            <a:ext cx="12960000" cy="584835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6"/>
            </p:custDataLst>
          </p:nvPr>
        </p:nvSpPr>
        <p:spPr>
          <a:xfrm>
            <a:off x="835152" y="7627620"/>
            <a:ext cx="3291840" cy="438150"/>
          </a:xfrm>
          <a:prstGeom prst="rect">
            <a:avLst/>
          </a:prstGeom>
        </p:spPr>
        <p:txBody>
          <a:bodyPr vert="horz" wrap="square" lIns="91440" tIns="45720" rIns="91440" bIns="45720" rtlCol="0" anchor="ctr">
            <a:normAutofit/>
          </a:bodyPr>
          <a:lstStyle>
            <a:lvl1pPr algn="l">
              <a:defRPr sz="144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846320" y="7627620"/>
            <a:ext cx="4937760" cy="438150"/>
          </a:xfrm>
          <a:prstGeom prst="rect">
            <a:avLst/>
          </a:prstGeom>
        </p:spPr>
        <p:txBody>
          <a:bodyPr vert="horz" lIns="91440" tIns="45720" rIns="91440" bIns="45720" rtlCol="0" anchor="ctr">
            <a:normAutofit/>
          </a:bodyPr>
          <a:lstStyle>
            <a:lvl1pPr algn="ctr">
              <a:defRPr sz="144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10504780" y="7627620"/>
            <a:ext cx="3291840" cy="438150"/>
          </a:xfrm>
          <a:prstGeom prst="rect">
            <a:avLst/>
          </a:prstGeom>
        </p:spPr>
        <p:txBody>
          <a:bodyPr vert="horz" wrap="square" lIns="91440" tIns="45720" rIns="91440" bIns="45720" rtlCol="0" anchor="ctr">
            <a:normAutofit/>
          </a:bodyPr>
          <a:lstStyle>
            <a:lvl1pPr algn="r">
              <a:defRPr sz="144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9"/>
            </p:custDataLst>
          </p:nvPr>
        </p:nvSpPr>
        <p:spPr>
          <a:xfrm>
            <a:off x="0" y="0"/>
            <a:ext cx="0" cy="0"/>
          </a:xfrm>
          <a:prstGeom prst="rect">
            <a:avLst/>
          </a:prstGeom>
          <a:gradFill>
            <a:gsLst>
              <a:gs pos="100000">
                <a:schemeClr val="accent2"/>
              </a:gs>
              <a:gs pos="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724" r:id="rId1"/>
  </p:sldLayoutIdLst>
  <p:txStyles>
    <p:titleStyle>
      <a:lvl1pPr algn="l" defTabSz="1097280" rtl="0" eaLnBrk="1" latinLnBrk="0" hangingPunct="1">
        <a:lnSpc>
          <a:spcPct val="100000"/>
        </a:lnSpc>
        <a:spcBef>
          <a:spcPct val="0"/>
        </a:spcBef>
        <a:buNone/>
        <a:defRPr sz="3840" b="1" kern="1200">
          <a:solidFill>
            <a:schemeClr val="tx2"/>
          </a:solidFill>
          <a:latin typeface="+mj-lt"/>
          <a:ea typeface="+mj-ea"/>
          <a:cs typeface="+mj-cs"/>
        </a:defRPr>
      </a:lvl1pPr>
    </p:titleStyle>
    <p:bodyStyle>
      <a:lvl1pPr marL="274320" indent="-274320" algn="l" defTabSz="1097280" rtl="0" eaLnBrk="1" fontAlgn="auto" latinLnBrk="0" hangingPunct="1">
        <a:lnSpc>
          <a:spcPct val="130000"/>
        </a:lnSpc>
        <a:spcBef>
          <a:spcPts val="1200"/>
        </a:spcBef>
        <a:buFont typeface="Arial" panose="020B0604020202090204" pitchFamily="34" charset="0"/>
        <a:buChar char="•"/>
        <a:defRPr sz="3360" kern="1200">
          <a:solidFill>
            <a:schemeClr val="tx2"/>
          </a:solidFill>
          <a:latin typeface="+mn-lt"/>
          <a:ea typeface="+mn-ea"/>
          <a:cs typeface="+mn-cs"/>
        </a:defRPr>
      </a:lvl1pPr>
      <a:lvl2pPr marL="646430" indent="-247650" algn="l" defTabSz="1097280" rtl="0" eaLnBrk="1" fontAlgn="auto" latinLnBrk="0" hangingPunct="1">
        <a:lnSpc>
          <a:spcPct val="130000"/>
        </a:lnSpc>
        <a:spcBef>
          <a:spcPts val="0"/>
        </a:spcBef>
        <a:buFont typeface="Arial" panose="020B0604020202090204" pitchFamily="34" charset="0"/>
        <a:buChar char="•"/>
        <a:defRPr sz="2880" kern="1200">
          <a:solidFill>
            <a:schemeClr val="tx2"/>
          </a:solidFill>
          <a:latin typeface="+mn-lt"/>
          <a:ea typeface="+mn-ea"/>
          <a:cs typeface="+mn-cs"/>
        </a:defRPr>
      </a:lvl2pPr>
      <a:lvl3pPr marL="958850" indent="-194310" algn="l" defTabSz="1097280" rtl="0" eaLnBrk="1" fontAlgn="auto" latinLnBrk="0" hangingPunct="1">
        <a:lnSpc>
          <a:spcPct val="130000"/>
        </a:lnSpc>
        <a:spcBef>
          <a:spcPts val="0"/>
        </a:spcBef>
        <a:buFont typeface="Arial" panose="020B0604020202090204" pitchFamily="34" charset="0"/>
        <a:buChar char="•"/>
        <a:defRPr sz="2400" kern="1200">
          <a:solidFill>
            <a:schemeClr val="tx2"/>
          </a:solidFill>
          <a:latin typeface="+mn-lt"/>
          <a:ea typeface="+mn-ea"/>
          <a:cs typeface="+mn-cs"/>
        </a:defRPr>
      </a:lvl3pPr>
      <a:lvl4pPr marL="1236980" indent="-179070" algn="l" defTabSz="1097280" rtl="0" eaLnBrk="1" fontAlgn="auto" latinLnBrk="0" hangingPunct="1">
        <a:lnSpc>
          <a:spcPct val="130000"/>
        </a:lnSpc>
        <a:spcBef>
          <a:spcPts val="0"/>
        </a:spcBef>
        <a:buFont typeface="Arial" panose="020B0604020202090204" pitchFamily="34" charset="0"/>
        <a:buChar char="•"/>
        <a:defRPr sz="2160" kern="1200">
          <a:solidFill>
            <a:schemeClr val="tx2"/>
          </a:solidFill>
          <a:latin typeface="+mn-lt"/>
          <a:ea typeface="+mn-ea"/>
          <a:cs typeface="+mn-cs"/>
        </a:defRPr>
      </a:lvl4pPr>
      <a:lvl5pPr marL="1482090" indent="-152400" algn="l" defTabSz="1097280" rtl="0" eaLnBrk="1" fontAlgn="auto" latinLnBrk="0" hangingPunct="1">
        <a:lnSpc>
          <a:spcPct val="130000"/>
        </a:lnSpc>
        <a:spcBef>
          <a:spcPts val="0"/>
        </a:spcBef>
        <a:buFont typeface="Arial" panose="020B0604020202090204" pitchFamily="34" charset="0"/>
        <a:buChar char="•"/>
        <a:defRPr sz="1920" kern="1200">
          <a:solidFill>
            <a:schemeClr val="tx2"/>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9788" y="260350"/>
            <a:ext cx="12952412" cy="6477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196976"/>
            <a:ext cx="12952412" cy="6423024"/>
          </a:xfrm>
          <a:prstGeom prst="rect">
            <a:avLst/>
          </a:prstGeom>
        </p:spPr>
        <p:txBody>
          <a:bodyPr vert="horz" lIns="91440" tIns="45720" rIns="91440" bIns="45720" rtlCol="0">
            <a:normAutofit/>
          </a:bodyPr>
          <a:lstStyle/>
          <a:p>
            <a:pPr lvl="0"/>
            <a:r>
              <a:rPr lang="zh-CN" altLang="en-US" dirty="0"/>
              <a:t> 单击此处编辑母版文本样式</a:t>
            </a:r>
            <a:endParaRPr lang="zh-CN" altLang="en-US" dirty="0"/>
          </a:p>
          <a:p>
            <a:pPr lvl="1"/>
            <a:r>
              <a:rPr lang="zh-CN" altLang="en-US" dirty="0"/>
              <a:t> 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7791450"/>
            <a:ext cx="3457892" cy="43815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809C0ED2-2A30-6E46-853A-54C98A33A49E}" type="datetimeFigureOut">
              <a:rPr lang="en-US" altLang="zh-CN"/>
            </a:fld>
            <a:endParaRPr kumimoji="1" lang="zh-CN" altLang="en-US"/>
          </a:p>
        </p:txBody>
      </p:sp>
      <p:sp>
        <p:nvSpPr>
          <p:cNvPr id="5" name="页脚占位符 4"/>
          <p:cNvSpPr>
            <a:spLocks noGrp="1"/>
          </p:cNvSpPr>
          <p:nvPr>
            <p:ph type="ftr" sz="quarter" idx="3"/>
          </p:nvPr>
        </p:nvSpPr>
        <p:spPr>
          <a:xfrm>
            <a:off x="4846320" y="7791450"/>
            <a:ext cx="4937760" cy="43815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10881360" y="7806658"/>
            <a:ext cx="3291840" cy="43815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3C9A6FD9-3812-A64A-8449-B8B9C6151E18}" type="slidenum">
              <a:rPr lang="en-US" altLang="zh-CN"/>
            </a:fld>
            <a:endParaRPr kumimoji="1" lang="zh-CN" alt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 id="2147483757" r:id="rId32"/>
    <p:sldLayoutId id="2147483758" r:id="rId33"/>
    <p:sldLayoutId id="2147483759" r:id="rId34"/>
    <p:sldLayoutId id="2147483760" r:id="rId35"/>
    <p:sldLayoutId id="2147483761" r:id="rId36"/>
    <p:sldLayoutId id="2147483762" r:id="rId37"/>
    <p:sldLayoutId id="2147483763" r:id="rId38"/>
    <p:sldLayoutId id="2147483764" r:id="rId39"/>
    <p:sldLayoutId id="2147483765" r:id="rId40"/>
    <p:sldLayoutId id="2147483766" r:id="rId41"/>
    <p:sldLayoutId id="2147483767" r:id="rId42"/>
    <p:sldLayoutId id="2147483768" r:id="rId43"/>
    <p:sldLayoutId id="2147483769" r:id="rId44"/>
    <p:sldLayoutId id="2147483770" r:id="rId45"/>
    <p:sldLayoutId id="2147483771" r:id="rId46"/>
    <p:sldLayoutId id="2147483772" r:id="rId47"/>
    <p:sldLayoutId id="2147483773" r:id="rId48"/>
    <p:sldLayoutId id="2147483774" r:id="rId49"/>
    <p:sldLayoutId id="2147483775" r:id="rId50"/>
    <p:sldLayoutId id="2147483776" r:id="rId51"/>
    <p:sldLayoutId id="2147483777" r:id="rId52"/>
    <p:sldLayoutId id="2147483778" r:id="rId53"/>
    <p:sldLayoutId id="2147483779" r:id="rId54"/>
    <p:sldLayoutId id="2147483780" r:id="rId55"/>
    <p:sldLayoutId id="2147483781" r:id="rId56"/>
    <p:sldLayoutId id="2147483782" r:id="rId57"/>
    <p:sldLayoutId id="2147483783" r:id="rId58"/>
    <p:sldLayoutId id="2147483784" r:id="rId59"/>
    <p:sldLayoutId id="2147483785" r:id="rId60"/>
    <p:sldLayoutId id="2147483786" r:id="rId61"/>
    <p:sldLayoutId id="2147483787" r:id="rId62"/>
    <p:sldLayoutId id="2147483788" r:id="rId63"/>
    <p:sldLayoutId id="2147483789" r:id="rId64"/>
    <p:sldLayoutId id="2147483790" r:id="rId65"/>
    <p:sldLayoutId id="2147483791" r:id="rId66"/>
    <p:sldLayoutId id="2147483792" r:id="rId67"/>
    <p:sldLayoutId id="2147483793" r:id="rId68"/>
    <p:sldLayoutId id="2147483794" r:id="rId69"/>
    <p:sldLayoutId id="2147483795" r:id="rId70"/>
    <p:sldLayoutId id="2147483796" r:id="rId71"/>
    <p:sldLayoutId id="2147483797" r:id="rId72"/>
    <p:sldLayoutId id="2147483798" r:id="rId73"/>
    <p:sldLayoutId id="2147483799" r:id="rId74"/>
  </p:sldLayoutIdLst>
  <p:hf sldNum="0" hdr="0" ftr="0" dt="0"/>
  <p:txStyles>
    <p:titleStyle>
      <a:lvl1pPr algn="l" defTabSz="1097280" rtl="0" eaLnBrk="1" latinLnBrk="0" hangingPunct="1">
        <a:lnSpc>
          <a:spcPct val="90000"/>
        </a:lnSpc>
        <a:spcBef>
          <a:spcPct val="0"/>
        </a:spcBef>
        <a:buNone/>
        <a:defRPr sz="3200" kern="1200">
          <a:solidFill>
            <a:srgbClr val="595959"/>
          </a:solidFill>
          <a:latin typeface="+mj-ea"/>
          <a:ea typeface="+mj-ea"/>
          <a:cs typeface="+mj-cs"/>
        </a:defRPr>
      </a:lvl1pPr>
    </p:titleStyle>
    <p:bodyStyle>
      <a:lvl1pPr marL="0" indent="-215900" algn="l" defTabSz="1097280" rtl="0" eaLnBrk="1" fontAlgn="auto" latinLnBrk="0" hangingPunct="1">
        <a:lnSpc>
          <a:spcPct val="120000"/>
        </a:lnSpc>
        <a:spcBef>
          <a:spcPts val="600"/>
        </a:spcBef>
        <a:buFont typeface="Arial" panose="020B0604020202090204" pitchFamily="34" charset="0"/>
        <a:buChar char="•"/>
        <a:defRPr sz="2400" kern="1200" baseline="0">
          <a:solidFill>
            <a:srgbClr val="595959"/>
          </a:solidFill>
          <a:latin typeface="+mn-ea"/>
          <a:ea typeface="+mn-ea"/>
          <a:cs typeface="+mn-cs"/>
        </a:defRPr>
      </a:lvl1pPr>
      <a:lvl2pPr marL="647700" indent="-21590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2pPr>
      <a:lvl3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3pPr>
      <a:lvl4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4pPr>
      <a:lvl5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5pPr>
      <a:lvl6pPr marL="301752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5.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80.xml"/><Relationship Id="rId3" Type="http://schemas.openxmlformats.org/officeDocument/2006/relationships/image" Target="../media/image23.jpeg"/><Relationship Id="rId2" Type="http://schemas.openxmlformats.org/officeDocument/2006/relationships/tags" Target="../tags/tag20.xml"/><Relationship Id="rId1" Type="http://schemas.openxmlformats.org/officeDocument/2006/relationships/image" Target="../media/image22.jpeg"/></Relationships>
</file>

<file path=ppt/slides/_rels/slide3.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1" Type="http://schemas.openxmlformats.org/officeDocument/2006/relationships/notesSlide" Target="../notesSlides/notesSlide3.xml"/><Relationship Id="rId10" Type="http://schemas.openxmlformats.org/officeDocument/2006/relationships/slideLayout" Target="../slideLayouts/slideLayout81.xml"/><Relationship Id="rId1" Type="http://schemas.openxmlformats.org/officeDocument/2006/relationships/image" Target="../media/image24.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image" Target="../media/image28.png"/><Relationship Id="rId10" Type="http://schemas.openxmlformats.org/officeDocument/2006/relationships/notesSlide" Target="../notesSlides/notesSlide4.xml"/><Relationship Id="rId1"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0.xml"/><Relationship Id="rId6" Type="http://schemas.openxmlformats.org/officeDocument/2006/relationships/image" Target="../media/image30.png"/><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image" Target="../media/image29.jpeg"/><Relationship Id="rId2" Type="http://schemas.openxmlformats.org/officeDocument/2006/relationships/tags" Target="../tags/tag34.xml"/><Relationship Id="rId1" Type="http://schemas.openxmlformats.org/officeDocument/2006/relationships/tags" Target="../tags/tag33.xml"/></Relationships>
</file>

<file path=ppt/slides/_rels/slide6.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9" Type="http://schemas.openxmlformats.org/officeDocument/2006/relationships/notesSlide" Target="../notesSlides/notesSlide6.xml"/><Relationship Id="rId18" Type="http://schemas.openxmlformats.org/officeDocument/2006/relationships/slideLayout" Target="../slideLayouts/slideLayout10.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0.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0.xml"/><Relationship Id="rId2" Type="http://schemas.openxmlformats.org/officeDocument/2006/relationships/image" Target="../media/image38.png"/><Relationship Id="rId1"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0.png"/><Relationship Id="rId1" Type="http://schemas.openxmlformats.org/officeDocument/2006/relationships/tags" Target="../tags/tag54.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tags" Target="../tags/tag57.xml"/><Relationship Id="rId5" Type="http://schemas.openxmlformats.org/officeDocument/2006/relationships/image" Target="../media/image42.png"/><Relationship Id="rId4" Type="http://schemas.openxmlformats.org/officeDocument/2006/relationships/tags" Target="../tags/tag56.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43.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59.xml"/><Relationship Id="rId3" Type="http://schemas.openxmlformats.org/officeDocument/2006/relationships/image" Target="../media/image42.png"/><Relationship Id="rId2" Type="http://schemas.openxmlformats.org/officeDocument/2006/relationships/tags" Target="../tags/tag58.xml"/><Relationship Id="rId1" Type="http://schemas.openxmlformats.org/officeDocument/2006/relationships/image" Target="../media/image4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45.png"/><Relationship Id="rId1" Type="http://schemas.openxmlformats.org/officeDocument/2006/relationships/image" Target="../media/image44.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tags" Target="../tags/tag62.xml"/><Relationship Id="rId3" Type="http://schemas.openxmlformats.org/officeDocument/2006/relationships/image" Target="../media/image42.png"/><Relationship Id="rId2" Type="http://schemas.openxmlformats.org/officeDocument/2006/relationships/tags" Target="../tags/tag61.xml"/><Relationship Id="rId1" Type="http://schemas.openxmlformats.org/officeDocument/2006/relationships/tags" Target="../tags/tag60.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46.png"/><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47.png"/><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51.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33.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32.png"/><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55.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56.png"/><Relationship Id="rId3" Type="http://schemas.openxmlformats.org/officeDocument/2006/relationships/tags" Target="../tags/tag65.xml"/><Relationship Id="rId2" Type="http://schemas.microsoft.com/office/2007/relationships/media" Target="../media/media1.mp4"/><Relationship Id="rId1" Type="http://schemas.openxmlformats.org/officeDocument/2006/relationships/video" Target="../media/media1.mp4"/></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image" Target="../media/image57.png"/></Relationships>
</file>

<file path=ppt/slides/_rels/slide25.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2" Type="http://schemas.openxmlformats.org/officeDocument/2006/relationships/slideLayout" Target="../slideLayouts/slideLayout13.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tags" Target="../tags/tag6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59.png"/><Relationship Id="rId1" Type="http://schemas.openxmlformats.org/officeDocument/2006/relationships/image" Target="../media/image58.png"/></Relationships>
</file>

<file path=ppt/slides/_rels/slide27.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image" Target="../media/image60.png"/><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3" Type="http://schemas.openxmlformats.org/officeDocument/2006/relationships/slideLayout" Target="../slideLayouts/slideLayout75.xml"/><Relationship Id="rId12" Type="http://schemas.openxmlformats.org/officeDocument/2006/relationships/tags" Target="../tags/tag86.xml"/><Relationship Id="rId11" Type="http://schemas.openxmlformats.org/officeDocument/2006/relationships/image" Target="../media/image29.jpeg"/><Relationship Id="rId10" Type="http://schemas.openxmlformats.org/officeDocument/2006/relationships/tags" Target="../tags/tag85.xml"/><Relationship Id="rId1"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6000" b="0"/>
              <a:t>ggplot2</a:t>
            </a:r>
            <a:r>
              <a:rPr lang="zh-CN" altLang="en-US" sz="6000" b="0"/>
              <a:t>绘图基础</a:t>
            </a:r>
            <a:endParaRPr lang="zh-CN" altLang="en-US" sz="6000" b="0"/>
          </a:p>
        </p:txBody>
      </p:sp>
      <p:sp>
        <p:nvSpPr>
          <p:cNvPr id="3" name="文本占位符 2"/>
          <p:cNvSpPr>
            <a:spLocks noGrp="1"/>
          </p:cNvSpPr>
          <p:nvPr>
            <p:ph type="body" sz="quarter" idx="13"/>
          </p:nvPr>
        </p:nvSpPr>
        <p:spPr/>
        <p:txBody>
          <a:bodyPr/>
          <a:lstStyle/>
          <a:p>
            <a:r>
              <a:rPr lang="zh-CN" altLang="en-US"/>
              <a:t>节段</a:t>
            </a:r>
            <a:r>
              <a:rPr lang="en-US" altLang="zh-CN"/>
              <a:t>1</a:t>
            </a:r>
            <a:endParaRPr lang="zh-CN" altLang="en-US"/>
          </a:p>
        </p:txBody>
      </p:sp>
      <p:sp>
        <p:nvSpPr>
          <p:cNvPr id="4" name="内容占位符 3"/>
          <p:cNvSpPr>
            <a:spLocks noGrp="1"/>
          </p:cNvSpPr>
          <p:nvPr>
            <p:ph sz="quarter" idx="14"/>
          </p:nvPr>
        </p:nvSpPr>
        <p:spPr>
          <a:xfrm>
            <a:off x="1066800" y="4800600"/>
            <a:ext cx="5919788" cy="1219200"/>
          </a:xfrm>
        </p:spPr>
        <p:txBody>
          <a:bodyPr/>
          <a:lstStyle/>
          <a:p>
            <a:r>
              <a:rPr lang="zh-CN" altLang="en-US">
                <a:sym typeface="+mn-ea"/>
              </a:rPr>
              <a:t>课程</a:t>
            </a:r>
            <a:r>
              <a:rPr lang="en-US" altLang="zh-CN">
                <a:sym typeface="+mn-ea"/>
              </a:rPr>
              <a:t>：R</a:t>
            </a:r>
            <a:r>
              <a:rPr lang="zh-CN" altLang="en-US">
                <a:sym typeface="+mn-ea"/>
              </a:rPr>
              <a:t>语言与数据可视化</a:t>
            </a:r>
            <a:endParaRPr lang="zh-CN" altLang="en-US"/>
          </a:p>
          <a:p>
            <a:r>
              <a:rPr lang="zh-CN" altLang="en-US">
                <a:sym typeface="+mn-ea"/>
              </a:rPr>
              <a:t>所属章节</a:t>
            </a:r>
            <a:r>
              <a:rPr lang="en-US" altLang="zh-CN">
                <a:sym typeface="+mn-ea"/>
              </a:rPr>
              <a:t>：R</a:t>
            </a:r>
            <a:r>
              <a:rPr lang="zh-CN" altLang="en-US">
                <a:sym typeface="+mn-ea"/>
              </a:rPr>
              <a:t>语言绘图基础</a:t>
            </a:r>
            <a:endParaRPr lang="zh-CN" altLang="en-US"/>
          </a:p>
          <a:p>
            <a:r>
              <a:rPr lang="zh-CN" altLang="en-US">
                <a:sym typeface="+mn-ea"/>
              </a:rPr>
              <a:t>授课对象</a:t>
            </a:r>
            <a:r>
              <a:rPr lang="en-US" altLang="zh-CN">
                <a:sym typeface="+mn-ea"/>
              </a:rPr>
              <a:t>：</a:t>
            </a:r>
            <a:r>
              <a:rPr lang="zh-CN" altLang="en-US">
                <a:sym typeface="+mn-ea"/>
              </a:rPr>
              <a:t>数据科学与大数据系</a:t>
            </a:r>
            <a:r>
              <a:rPr lang="en-US" altLang="zh-CN">
                <a:sym typeface="+mn-ea"/>
              </a:rPr>
              <a:t>(</a:t>
            </a:r>
            <a:r>
              <a:rPr lang="zh-CN" altLang="en-US">
                <a:sym typeface="+mn-ea"/>
              </a:rPr>
              <a:t>大三本科生</a:t>
            </a:r>
            <a:r>
              <a:rPr lang="en-US" altLang="zh-CN">
                <a:sym typeface="+mn-ea"/>
              </a:rPr>
              <a:t>)</a:t>
            </a:r>
            <a:endParaRPr lang="en-US" altLang="zh-CN"/>
          </a:p>
          <a:p>
            <a:endParaRPr lang="zh-CN" altLang="en-US"/>
          </a:p>
        </p:txBody>
      </p:sp>
      <p:sp>
        <p:nvSpPr>
          <p:cNvPr id="5" name="文本框 4"/>
          <p:cNvSpPr txBox="1"/>
          <p:nvPr/>
        </p:nvSpPr>
        <p:spPr>
          <a:xfrm>
            <a:off x="3505200" y="3657600"/>
            <a:ext cx="3890645" cy="721360"/>
          </a:xfrm>
          <a:prstGeom prst="rect">
            <a:avLst/>
          </a:prstGeom>
          <a:noFill/>
        </p:spPr>
        <p:txBody>
          <a:bodyPr wrap="square" rtlCol="0">
            <a:noAutofit/>
          </a:bodyPr>
          <a:lstStyle/>
          <a:p>
            <a:pPr>
              <a:lnSpc>
                <a:spcPct val="140000"/>
              </a:lnSpc>
            </a:pPr>
            <a:r>
              <a:rPr lang="en-US" altLang="zh-CN" sz="2800" kern="100" dirty="0">
                <a:effectLst/>
                <a:latin typeface="+mn-ea"/>
                <a:cs typeface="江城圆体 400W" panose="020B0500000000000000" pitchFamily="34" charset="-122"/>
              </a:rPr>
              <a:t>--  </a:t>
            </a:r>
            <a:r>
              <a:rPr lang="zh-CN" altLang="en-US" sz="2800" kern="100" dirty="0">
                <a:effectLst/>
                <a:latin typeface="+mn-ea"/>
                <a:cs typeface="江城圆体 400W" panose="020B0500000000000000" pitchFamily="34" charset="-122"/>
              </a:rPr>
              <a:t>用图形传递力量</a:t>
            </a:r>
            <a:endParaRPr lang="zh-CN" altLang="en-US" sz="2800" kern="100" dirty="0">
              <a:effectLst/>
              <a:latin typeface="+mn-ea"/>
              <a:cs typeface="江城圆体 400W" panose="020B0500000000000000"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30000"/>
            <a:lum/>
          </a:blip>
          <a:srcRect/>
          <a:tile tx="0" ty="0" sx="100000" sy="100000" flip="none" algn="tl"/>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284163"/>
            <a:ext cx="10925175" cy="727075"/>
          </a:xfrm>
        </p:spPr>
        <p:txBody>
          <a:bodyPr/>
          <a:lstStyle/>
          <a:p>
            <a:r>
              <a:rPr lang="zh-CN" altLang="en-US" dirty="0"/>
              <a:t>一张图如何拯救无数生命</a:t>
            </a:r>
            <a:r>
              <a:rPr lang="en-US" altLang="zh-CN" dirty="0"/>
              <a:t>？</a:t>
            </a:r>
            <a:endParaRPr lang="en-US" altLang="zh-CN" dirty="0"/>
          </a:p>
        </p:txBody>
      </p:sp>
      <p:pic>
        <p:nvPicPr>
          <p:cNvPr id="5" name="内容占位符 4"/>
          <p:cNvPicPr>
            <a:picLocks noGrp="1" noChangeAspect="1"/>
          </p:cNvPicPr>
          <p:nvPr>
            <p:ph idx="4294967295"/>
            <p:custDataLst>
              <p:tags r:id="rId2"/>
            </p:custDataLst>
          </p:nvPr>
        </p:nvPicPr>
        <p:blipFill>
          <a:blip r:embed="rId3"/>
          <a:stretch>
            <a:fillRect/>
          </a:stretch>
        </p:blipFill>
        <p:spPr>
          <a:xfrm>
            <a:off x="990600" y="1011238"/>
            <a:ext cx="3787140" cy="4761230"/>
          </a:xfrm>
        </p:spPr>
      </p:pic>
      <p:sp>
        <p:nvSpPr>
          <p:cNvPr id="4" name="文本框 3"/>
          <p:cNvSpPr txBox="1"/>
          <p:nvPr/>
        </p:nvSpPr>
        <p:spPr>
          <a:xfrm>
            <a:off x="990600" y="5942012"/>
            <a:ext cx="4711700" cy="460375"/>
          </a:xfrm>
          <a:prstGeom prst="rect">
            <a:avLst/>
          </a:prstGeom>
          <a:noFill/>
        </p:spPr>
        <p:txBody>
          <a:bodyPr wrap="square" rtlCol="0" anchor="t">
            <a:spAutoFit/>
          </a:bodyPr>
          <a:lstStyle/>
          <a:p>
            <a:pPr marL="0" lvl="0" indent="0">
              <a:buNone/>
            </a:pPr>
            <a:r>
              <a:rPr sz="2400" b="1" dirty="0" err="1">
                <a:sym typeface="+mn-ea"/>
              </a:rPr>
              <a:t>弗洛伦斯·南丁格尔</a:t>
            </a:r>
            <a:r>
              <a:rPr sz="2400" b="1" dirty="0">
                <a:sym typeface="+mn-ea"/>
              </a:rPr>
              <a:t> (1820-1910)</a:t>
            </a:r>
            <a:endParaRPr lang="zh-CN" altLang="en-US" sz="2400" b="1" dirty="0">
              <a:sym typeface="+mn-ea"/>
            </a:endParaRPr>
          </a:p>
        </p:txBody>
      </p:sp>
      <p:sp>
        <p:nvSpPr>
          <p:cNvPr id="79" name="文本框 78"/>
          <p:cNvSpPr txBox="1"/>
          <p:nvPr/>
        </p:nvSpPr>
        <p:spPr>
          <a:xfrm>
            <a:off x="5562600" y="2047240"/>
            <a:ext cx="8580755" cy="581660"/>
          </a:xfrm>
          <a:prstGeom prst="rect">
            <a:avLst/>
          </a:prstGeom>
          <a:noFill/>
        </p:spPr>
        <p:txBody>
          <a:bodyPr wrap="square" rtlCol="0" anchor="t">
            <a:spAutoFit/>
          </a:bodyPr>
          <a:lstStyle/>
          <a:p>
            <a:pPr marL="200660" eaLnBrk="0">
              <a:lnSpc>
                <a:spcPts val="3825"/>
              </a:lnSpc>
              <a:spcBef>
                <a:spcPts val="910"/>
              </a:spcBef>
              <a:tabLst>
                <a:tab pos="397510" algn="l"/>
              </a:tabLst>
            </a:pPr>
            <a:r>
              <a:rPr kumimoji="1" lang="en-US" altLang="zh-CN" sz="2800" dirty="0">
                <a:latin typeface="+mn-ea"/>
                <a:cs typeface="+mn-ea"/>
              </a:rPr>
              <a:t>克里米亚战争</a:t>
            </a:r>
            <a:r>
              <a:rPr kumimoji="1" lang="en-US" altLang="zh-CN" sz="2800" dirty="0">
                <a:latin typeface="Arial Bold" panose="020B0604020202090204" charset="0"/>
                <a:cs typeface="+mn-ea"/>
              </a:rPr>
              <a:t>期间，</a:t>
            </a:r>
            <a:r>
              <a:rPr kumimoji="1" sz="2800" dirty="0">
                <a:latin typeface="Arial Bold" panose="020B0604020202090204" charset="0"/>
                <a:cs typeface="+mn-ea"/>
                <a:sym typeface="+mn-ea"/>
              </a:rPr>
              <a:t>英军死亡率⾼达</a:t>
            </a:r>
            <a:r>
              <a:rPr kumimoji="1" lang="en-US" sz="2800" b="1" dirty="0">
                <a:latin typeface="+mn-ea"/>
                <a:cs typeface="+mn-ea"/>
                <a:sym typeface="+mn-ea"/>
              </a:rPr>
              <a:t> </a:t>
            </a:r>
            <a:r>
              <a:rPr kumimoji="1" sz="5400" b="1" dirty="0">
                <a:solidFill>
                  <a:srgbClr val="FF0000"/>
                </a:solidFill>
                <a:latin typeface="+mn-ea"/>
                <a:cs typeface="+mn-ea"/>
                <a:sym typeface="+mn-ea"/>
              </a:rPr>
              <a:t>42%</a:t>
            </a:r>
            <a:r>
              <a:rPr kumimoji="1" lang="zh-CN" altLang="en-US" sz="5400" b="1" dirty="0">
                <a:solidFill>
                  <a:srgbClr val="FF0000"/>
                </a:solidFill>
                <a:latin typeface="+mn-ea"/>
                <a:cs typeface="+mn-ea"/>
                <a:sym typeface="+mn-ea"/>
              </a:rPr>
              <a:t>！</a:t>
            </a:r>
            <a:endParaRPr kumimoji="1" lang="zh-CN" altLang="en-US" sz="5400" b="1" dirty="0">
              <a:solidFill>
                <a:srgbClr val="FF0000"/>
              </a:solidFill>
              <a:latin typeface="+mn-ea"/>
              <a:cs typeface="+mn-ea"/>
              <a:sym typeface="+mn-ea"/>
            </a:endParaRPr>
          </a:p>
        </p:txBody>
      </p:sp>
      <p:sp>
        <p:nvSpPr>
          <p:cNvPr id="84" name="文本框 83"/>
          <p:cNvSpPr txBox="1"/>
          <p:nvPr/>
        </p:nvSpPr>
        <p:spPr>
          <a:xfrm>
            <a:off x="5562600" y="3477260"/>
            <a:ext cx="8203565" cy="922020"/>
          </a:xfrm>
          <a:prstGeom prst="rect">
            <a:avLst/>
          </a:prstGeom>
          <a:noFill/>
        </p:spPr>
        <p:txBody>
          <a:bodyPr wrap="square" rtlCol="0">
            <a:spAutoFit/>
          </a:bodyPr>
          <a:lstStyle/>
          <a:p>
            <a:pPr algn="ctr">
              <a:lnSpc>
                <a:spcPct val="150000"/>
              </a:lnSpc>
            </a:pPr>
            <a:r>
              <a:rPr kumimoji="1" lang="zh-CN" altLang="en-US" sz="2800" b="1" dirty="0">
                <a:solidFill>
                  <a:srgbClr val="595959"/>
                </a:solidFill>
                <a:latin typeface="黑体" panose="02010600030101010101" pitchFamily="49" charset="-122"/>
                <a:ea typeface="黑体" panose="02010600030101010101" pitchFamily="49" charset="-122"/>
              </a:rPr>
              <a:t>战争</a:t>
            </a:r>
            <a:r>
              <a:rPr kumimoji="1" lang="zh-CN" altLang="en-US" sz="2800" b="1" dirty="0">
                <a:latin typeface="黑体" panose="02010600030101010101" pitchFamily="49" charset="-122"/>
                <a:ea typeface="黑体" panose="02010600030101010101" pitchFamily="49" charset="-122"/>
              </a:rPr>
              <a:t>中英军士兵</a:t>
            </a:r>
            <a:r>
              <a:rPr kumimoji="1" lang="zh-CN" altLang="en-US" sz="2800" b="1" dirty="0">
                <a:latin typeface="黑体" panose="02010600030101010101" pitchFamily="49" charset="-122"/>
                <a:ea typeface="黑体" panose="02010600030101010101" pitchFamily="49" charset="-122"/>
              </a:rPr>
              <a:t>死亡的</a:t>
            </a:r>
            <a:r>
              <a:rPr kumimoji="1" lang="zh-CN" altLang="en-US" sz="3600" b="1" dirty="0">
                <a:solidFill>
                  <a:srgbClr val="FF0000"/>
                </a:solidFill>
                <a:latin typeface="黑体" panose="02010600030101010101" pitchFamily="49" charset="-122"/>
                <a:ea typeface="黑体" panose="02010600030101010101" pitchFamily="49" charset="-122"/>
              </a:rPr>
              <a:t>主要原因</a:t>
            </a:r>
            <a:r>
              <a:rPr kumimoji="1" lang="zh-CN" altLang="en-US" sz="2800" b="1" dirty="0">
                <a:latin typeface="黑体" panose="02010600030101010101" pitchFamily="49" charset="-122"/>
                <a:ea typeface="黑体" panose="02010600030101010101" pitchFamily="49" charset="-122"/>
              </a:rPr>
              <a:t>是什么</a:t>
            </a:r>
            <a:r>
              <a:rPr kumimoji="1" lang="en-US" altLang="zh-CN" sz="2800" b="1" dirty="0">
                <a:latin typeface="黑体" panose="02010600030101010101" pitchFamily="49" charset="-122"/>
                <a:ea typeface="黑体" panose="02010600030101010101" pitchFamily="49" charset="-122"/>
              </a:rPr>
              <a:t>？</a:t>
            </a:r>
            <a:endParaRPr kumimoji="1" lang="en-US" altLang="zh-CN" sz="2800" b="1" dirty="0">
              <a:latin typeface="黑体" panose="02010600030101010101" pitchFamily="49" charset="-122"/>
              <a:ea typeface="黑体" panose="02010600030101010101" pitchFamily="49" charset="-122"/>
            </a:endParaRPr>
          </a:p>
        </p:txBody>
      </p:sp>
      <p:sp>
        <p:nvSpPr>
          <p:cNvPr id="53" name="文本框 52"/>
          <p:cNvSpPr txBox="1"/>
          <p:nvPr/>
        </p:nvSpPr>
        <p:spPr>
          <a:xfrm>
            <a:off x="7696200" y="5562600"/>
            <a:ext cx="6519545" cy="948055"/>
          </a:xfrm>
          <a:prstGeom prst="rect">
            <a:avLst/>
          </a:prstGeom>
          <a:noFill/>
        </p:spPr>
        <p:txBody>
          <a:bodyPr wrap="square" rtlCol="0">
            <a:noAutofit/>
          </a:bodyPr>
          <a:lstStyle/>
          <a:p>
            <a:pPr algn="r"/>
            <a:r>
              <a:rPr lang="en-US" altLang="zh-CN" sz="6600" dirty="0">
                <a:solidFill>
                  <a:srgbClr val="595959"/>
                </a:solidFill>
              </a:rPr>
              <a:t>克里米亚战争</a:t>
            </a:r>
            <a:endParaRPr lang="en-US" altLang="zh-CN" sz="6600" dirty="0">
              <a:solidFill>
                <a:srgbClr val="595959"/>
              </a:solidFill>
            </a:endParaRPr>
          </a:p>
        </p:txBody>
      </p:sp>
      <p:sp>
        <p:nvSpPr>
          <p:cNvPr id="6" name="文本框 5"/>
          <p:cNvSpPr txBox="1"/>
          <p:nvPr/>
        </p:nvSpPr>
        <p:spPr>
          <a:xfrm>
            <a:off x="7010400" y="6705600"/>
            <a:ext cx="7468870" cy="1419860"/>
          </a:xfrm>
          <a:prstGeom prst="rect">
            <a:avLst/>
          </a:prstGeom>
          <a:noFill/>
        </p:spPr>
        <p:txBody>
          <a:bodyPr wrap="square" rtlCol="0">
            <a:spAutoFit/>
          </a:bodyPr>
          <a:lstStyle/>
          <a:p>
            <a:pPr>
              <a:lnSpc>
                <a:spcPct val="120000"/>
              </a:lnSpc>
              <a:spcBef>
                <a:spcPts val="0"/>
              </a:spcBef>
              <a:spcAft>
                <a:spcPts val="0"/>
              </a:spcAft>
            </a:pPr>
            <a:r>
              <a:rPr lang="en-US" altLang="zh-CN">
                <a:solidFill>
                  <a:schemeClr val="tx1"/>
                </a:solidFill>
              </a:rPr>
              <a:t>1853</a:t>
            </a:r>
            <a:r>
              <a:rPr lang="zh-CN" altLang="en-US">
                <a:solidFill>
                  <a:schemeClr val="tx1"/>
                </a:solidFill>
              </a:rPr>
              <a:t>年至</a:t>
            </a:r>
            <a:r>
              <a:rPr lang="en-US" altLang="zh-CN">
                <a:solidFill>
                  <a:schemeClr val="tx1"/>
                </a:solidFill>
              </a:rPr>
              <a:t>1856</a:t>
            </a:r>
            <a:r>
              <a:rPr lang="zh-CN" altLang="en-US">
                <a:solidFill>
                  <a:schemeClr val="tx1"/>
                </a:solidFill>
              </a:rPr>
              <a:t>年间在欧洲爆发的一场战争，是俄罗斯与英国、法国为争夺小亚细亚地区权利而开战，战场在黑海沿岸的克里米亚半岛。是拿破仑战争以后规模最大的一次国际战争</a:t>
            </a:r>
            <a:r>
              <a:rPr lang="en-US" altLang="zh-CN">
                <a:solidFill>
                  <a:schemeClr val="tx1"/>
                </a:solidFill>
              </a:rPr>
              <a:t> </a:t>
            </a:r>
            <a:r>
              <a:rPr lang="zh-CN" altLang="en-US">
                <a:solidFill>
                  <a:schemeClr val="tx1"/>
                </a:solidFill>
              </a:rPr>
              <a:t>奥斯曼帝国、大英帝国、法兰西帝国、撒丁王国先后向俄罗斯帝国宣战。</a:t>
            </a:r>
            <a:endParaRPr lang="zh-CN" altLang="en-US">
              <a:solidFill>
                <a:schemeClr val="tx1"/>
              </a:solidFill>
            </a:endParaRPr>
          </a:p>
        </p:txBody>
      </p:sp>
      <p:cxnSp>
        <p:nvCxnSpPr>
          <p:cNvPr id="7" name="直接连接符 6"/>
          <p:cNvCxnSpPr/>
          <p:nvPr/>
        </p:nvCxnSpPr>
        <p:spPr>
          <a:xfrm>
            <a:off x="7157720" y="6661150"/>
            <a:ext cx="7035165" cy="0"/>
          </a:xfrm>
          <a:prstGeom prst="line">
            <a:avLst/>
          </a:prstGeom>
          <a:ln w="19050">
            <a:solidFill>
              <a:srgbClr val="595959"/>
            </a:solidFill>
          </a:ln>
        </p:spPr>
        <p:style>
          <a:lnRef idx="2">
            <a:schemeClr val="accent1"/>
          </a:lnRef>
          <a:fillRef idx="0">
            <a:srgbClr val="FFFFFF"/>
          </a:fillRef>
          <a:effectRef idx="0">
            <a:srgbClr val="FFFFFF"/>
          </a:effectRef>
          <a:fontRef idx="minor">
            <a:schemeClr val="tx1"/>
          </a:fontRef>
        </p:style>
      </p:cxnSp>
      <p:sp>
        <p:nvSpPr>
          <p:cNvPr id="8" name="Content Placeholder 2"/>
          <p:cNvSpPr>
            <a:spLocks noGrp="1"/>
          </p:cNvSpPr>
          <p:nvPr>
            <p:ph idx="1"/>
          </p:nvPr>
        </p:nvSpPr>
        <p:spPr>
          <a:xfrm>
            <a:off x="990600" y="6477000"/>
            <a:ext cx="4521835" cy="1555750"/>
          </a:xfrm>
        </p:spPr>
        <p:txBody>
          <a:bodyPr>
            <a:normAutofit/>
          </a:bodyPr>
          <a:lstStyle/>
          <a:p>
            <a:pPr marL="0" lvl="0" indent="0">
              <a:buNone/>
            </a:pPr>
            <a:r>
              <a:rPr kumimoji="1" lang="en-US" altLang="zh-CN" sz="2000" dirty="0">
                <a:solidFill>
                  <a:schemeClr val="tx1"/>
                </a:solidFill>
                <a:cs typeface="+mn-ea"/>
              </a:rPr>
              <a:t>🏥 现代护理学创始人</a:t>
            </a:r>
            <a:endParaRPr kumimoji="1" lang="en-US" altLang="zh-CN" sz="2000" dirty="0">
              <a:solidFill>
                <a:schemeClr val="tx1"/>
              </a:solidFill>
              <a:cs typeface="+mn-ea"/>
            </a:endParaRPr>
          </a:p>
          <a:p>
            <a:pPr marL="0" lvl="0" indent="0">
              <a:buNone/>
            </a:pPr>
            <a:r>
              <a:rPr kumimoji="1" lang="en-US" altLang="zh-CN" sz="2000" dirty="0">
                <a:solidFill>
                  <a:schemeClr val="tx1"/>
                </a:solidFill>
                <a:cs typeface="+mn-ea"/>
              </a:rPr>
              <a:t>📊 统计学先驱 </a:t>
            </a:r>
            <a:endParaRPr kumimoji="1" lang="en-US" altLang="zh-CN" sz="2000" dirty="0">
              <a:solidFill>
                <a:schemeClr val="tx1"/>
              </a:solidFill>
              <a:cs typeface="+mn-ea"/>
            </a:endParaRPr>
          </a:p>
          <a:p>
            <a:pPr marL="0" lvl="0" indent="0">
              <a:buNone/>
            </a:pPr>
            <a:r>
              <a:rPr kumimoji="1" lang="en-US" altLang="zh-CN" sz="2000" dirty="0">
                <a:solidFill>
                  <a:schemeClr val="tx1"/>
                </a:solidFill>
                <a:cs typeface="+mn-ea"/>
              </a:rPr>
              <a:t>🎯 数据可视化</a:t>
            </a:r>
            <a:r>
              <a:rPr kumimoji="1" lang="zh-CN" altLang="en-US" sz="2000" dirty="0">
                <a:solidFill>
                  <a:schemeClr val="tx1"/>
                </a:solidFill>
                <a:cs typeface="+mn-ea"/>
              </a:rPr>
              <a:t>先驱</a:t>
            </a:r>
            <a:endParaRPr kumimoji="1" lang="en-US" altLang="zh-CN" sz="2000" dirty="0">
              <a:solidFill>
                <a:schemeClr val="tx1"/>
              </a:solidFill>
              <a:cs typeface="+mn-ea"/>
            </a:endParaRPr>
          </a:p>
          <a:p>
            <a:pPr marL="0" lvl="0" indent="0">
              <a:buNone/>
            </a:pPr>
            <a:endParaRPr kumimoji="1" lang="en-US" altLang="zh-CN" sz="2000" dirty="0">
              <a:solidFill>
                <a:schemeClr val="tx1"/>
              </a:solidFill>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ppt_x"/>
                                          </p:val>
                                        </p:tav>
                                        <p:tav tm="100000">
                                          <p:val>
                                            <p:strVal val="#ppt_x"/>
                                          </p:val>
                                        </p:tav>
                                      </p:tavLst>
                                    </p:anim>
                                    <p:anim calcmode="lin" valueType="num">
                                      <p:cBhvr additive="base">
                                        <p:cTn id="8"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4"/>
                                        </p:tgtEl>
                                        <p:attrNameLst>
                                          <p:attrName>style.visibility</p:attrName>
                                        </p:attrNameLst>
                                      </p:cBhvr>
                                      <p:to>
                                        <p:strVal val="visible"/>
                                      </p:to>
                                    </p:set>
                                    <p:anim calcmode="lin" valueType="num">
                                      <p:cBhvr additive="base">
                                        <p:cTn id="13" dur="500" fill="hold"/>
                                        <p:tgtEl>
                                          <p:spTgt spid="84"/>
                                        </p:tgtEl>
                                        <p:attrNameLst>
                                          <p:attrName>ppt_x</p:attrName>
                                        </p:attrNameLst>
                                      </p:cBhvr>
                                      <p:tavLst>
                                        <p:tav tm="0">
                                          <p:val>
                                            <p:strVal val="#ppt_x"/>
                                          </p:val>
                                        </p:tav>
                                        <p:tav tm="100000">
                                          <p:val>
                                            <p:strVal val="#ppt_x"/>
                                          </p:val>
                                        </p:tav>
                                      </p:tavLst>
                                    </p:anim>
                                    <p:anim calcmode="lin" valueType="num">
                                      <p:cBhvr additive="base">
                                        <p:cTn id="14"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88000"/>
          </a:blip>
          <a:stretch>
            <a:fillRect t="7000"/>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40105" y="260350"/>
            <a:ext cx="4493895" cy="527050"/>
          </a:xfrm>
          <a:solidFill>
            <a:srgbClr val="618CAC"/>
          </a:solidFill>
        </p:spPr>
        <p:txBody>
          <a:bodyPr>
            <a:normAutofit fontScale="90000"/>
          </a:bodyPr>
          <a:lstStyle/>
          <a:p>
            <a:r>
              <a:rPr lang="zh-CN" altLang="en-US">
                <a:solidFill>
                  <a:schemeClr val="bg1"/>
                </a:solidFill>
                <a:sym typeface="+mn-ea"/>
              </a:rPr>
              <a:t>一张图如何拯救无数生命？</a:t>
            </a:r>
            <a:endParaRPr lang="zh-CN" altLang="en-US">
              <a:solidFill>
                <a:schemeClr val="bg1"/>
              </a:solidFill>
              <a:sym typeface="+mn-ea"/>
            </a:endParaRPr>
          </a:p>
        </p:txBody>
      </p:sp>
      <p:sp>
        <p:nvSpPr>
          <p:cNvPr id="80" name="文本框 79"/>
          <p:cNvSpPr txBox="1"/>
          <p:nvPr/>
        </p:nvSpPr>
        <p:spPr>
          <a:xfrm>
            <a:off x="3810000" y="2133600"/>
            <a:ext cx="7315200" cy="473710"/>
          </a:xfrm>
          <a:prstGeom prst="rect">
            <a:avLst/>
          </a:prstGeom>
          <a:noFill/>
        </p:spPr>
        <p:txBody>
          <a:bodyPr wrap="square" rtlCol="0" anchor="t">
            <a:spAutoFit/>
          </a:bodyPr>
          <a:lstStyle/>
          <a:p>
            <a:pPr marL="200660" algn="l" rtl="0" eaLnBrk="0">
              <a:lnSpc>
                <a:spcPct val="83000"/>
              </a:lnSpc>
              <a:spcBef>
                <a:spcPts val="1630"/>
              </a:spcBef>
              <a:tabLst>
                <a:tab pos="391795" algn="l"/>
              </a:tabLst>
            </a:pPr>
            <a:r>
              <a:rPr sz="3000" kern="0" dirty="0">
                <a:solidFill>
                  <a:schemeClr val="tx1">
                    <a:alpha val="100000"/>
                  </a:schemeClr>
                </a:solidFill>
                <a:latin typeface="PingFang SC" panose="020B0400000000000000" charset="-122"/>
                <a:ea typeface="PingFang SC" panose="020B0400000000000000" charset="-122"/>
                <a:cs typeface="PingFang SC" panose="020B0400000000000000" charset="-122"/>
                <a:sym typeface="+mn-ea"/>
              </a:rPr>
              <a:t>	</a:t>
            </a:r>
            <a:r>
              <a:rPr lang="zh-CN" altLang="en-US" sz="2800" dirty="0">
                <a:sym typeface="+mn-ea"/>
              </a:rPr>
              <a:t>⼤部分士兵</a:t>
            </a:r>
            <a:r>
              <a:rPr lang="zh-CN" altLang="en-US" sz="2800" dirty="0">
                <a:solidFill>
                  <a:srgbClr val="FF0000"/>
                </a:solidFill>
                <a:sym typeface="+mn-ea"/>
              </a:rPr>
              <a:t>死于</a:t>
            </a:r>
            <a:r>
              <a:rPr lang="zh-CN" altLang="en-US" sz="2800" dirty="0">
                <a:solidFill>
                  <a:srgbClr val="FF0000"/>
                </a:solidFill>
                <a:sym typeface="+mn-ea"/>
              </a:rPr>
              <a:t>可预防疾病</a:t>
            </a:r>
            <a:r>
              <a:rPr lang="en-US" altLang="zh-CN" sz="2800" dirty="0">
                <a:sym typeface="+mn-ea"/>
              </a:rPr>
              <a:t>，</a:t>
            </a:r>
            <a:r>
              <a:rPr lang="zh-CN" altLang="en-US" sz="2800" dirty="0">
                <a:sym typeface="+mn-ea"/>
              </a:rPr>
              <a:t>而非战伤！</a:t>
            </a:r>
            <a:endParaRPr lang="en-US" sz="2800" kern="0" spc="-30" dirty="0">
              <a:solidFill>
                <a:schemeClr val="tx1">
                  <a:alpha val="100000"/>
                </a:schemeClr>
              </a:solidFill>
              <a:latin typeface="黑体" panose="02010600030101010101" pitchFamily="49" charset="-122"/>
              <a:ea typeface="黑体" panose="02010600030101010101" pitchFamily="49" charset="-122"/>
              <a:cs typeface="黑体" panose="02010600030101010101" pitchFamily="49" charset="-122"/>
              <a:sym typeface="+mn-ea"/>
            </a:endParaRPr>
          </a:p>
        </p:txBody>
      </p:sp>
      <p:sp>
        <p:nvSpPr>
          <p:cNvPr id="5" name="矩形 4"/>
          <p:cNvSpPr/>
          <p:nvPr>
            <p:custDataLst>
              <p:tags r:id="rId2"/>
            </p:custDataLst>
          </p:nvPr>
        </p:nvSpPr>
        <p:spPr>
          <a:xfrm>
            <a:off x="840105" y="5626130"/>
            <a:ext cx="483870" cy="323850"/>
          </a:xfrm>
          <a:prstGeom prst="rect">
            <a:avLst/>
          </a:prstGeom>
          <a:solidFill>
            <a:srgbClr val="BCC7C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custDataLst>
              <p:tags r:id="rId3"/>
            </p:custDataLst>
          </p:nvPr>
        </p:nvSpPr>
        <p:spPr>
          <a:xfrm>
            <a:off x="1536065" y="5605810"/>
            <a:ext cx="3797935" cy="398780"/>
          </a:xfrm>
          <a:prstGeom prst="rect">
            <a:avLst/>
          </a:prstGeom>
          <a:noFill/>
        </p:spPr>
        <p:txBody>
          <a:bodyPr wrap="square" rtlCol="0">
            <a:spAutoFit/>
          </a:bodyPr>
          <a:lstStyle/>
          <a:p>
            <a:r>
              <a:rPr lang="zh-CN" altLang="en-US" sz="2000" dirty="0"/>
              <a:t>可预防疾病导致的死亡人数</a:t>
            </a:r>
            <a:endParaRPr lang="zh-CN" altLang="en-US" sz="2000" dirty="0"/>
          </a:p>
        </p:txBody>
      </p:sp>
      <p:sp>
        <p:nvSpPr>
          <p:cNvPr id="7" name="矩形 6"/>
          <p:cNvSpPr/>
          <p:nvPr>
            <p:custDataLst>
              <p:tags r:id="rId4"/>
            </p:custDataLst>
          </p:nvPr>
        </p:nvSpPr>
        <p:spPr>
          <a:xfrm>
            <a:off x="840105" y="6142355"/>
            <a:ext cx="483870" cy="323850"/>
          </a:xfrm>
          <a:prstGeom prst="rect">
            <a:avLst/>
          </a:prstGeom>
          <a:solidFill>
            <a:srgbClr val="EAC4C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custDataLst>
              <p:tags r:id="rId5"/>
            </p:custDataLst>
          </p:nvPr>
        </p:nvSpPr>
        <p:spPr>
          <a:xfrm>
            <a:off x="1536065" y="6122035"/>
            <a:ext cx="3797935" cy="398780"/>
          </a:xfrm>
          <a:prstGeom prst="rect">
            <a:avLst/>
          </a:prstGeom>
          <a:noFill/>
        </p:spPr>
        <p:txBody>
          <a:bodyPr wrap="square" rtlCol="0">
            <a:spAutoFit/>
          </a:bodyPr>
          <a:lstStyle/>
          <a:p>
            <a:r>
              <a:rPr lang="zh-CN" altLang="en-US" sz="2000" dirty="0"/>
              <a:t>战斗受伤导致的死亡人数</a:t>
            </a:r>
            <a:endParaRPr lang="zh-CN" altLang="en-US" sz="2000" dirty="0"/>
          </a:p>
        </p:txBody>
      </p:sp>
      <p:sp>
        <p:nvSpPr>
          <p:cNvPr id="9" name="矩形 8"/>
          <p:cNvSpPr/>
          <p:nvPr>
            <p:custDataLst>
              <p:tags r:id="rId6"/>
            </p:custDataLst>
          </p:nvPr>
        </p:nvSpPr>
        <p:spPr>
          <a:xfrm>
            <a:off x="840105" y="6659245"/>
            <a:ext cx="483870" cy="323850"/>
          </a:xfrm>
          <a:prstGeom prst="rect">
            <a:avLst/>
          </a:prstGeom>
          <a:solidFill>
            <a:srgbClr val="62575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custDataLst>
              <p:tags r:id="rId7"/>
            </p:custDataLst>
          </p:nvPr>
        </p:nvSpPr>
        <p:spPr>
          <a:xfrm>
            <a:off x="1536065" y="6638925"/>
            <a:ext cx="3797935" cy="398780"/>
          </a:xfrm>
          <a:prstGeom prst="rect">
            <a:avLst/>
          </a:prstGeom>
          <a:noFill/>
        </p:spPr>
        <p:txBody>
          <a:bodyPr wrap="square" rtlCol="0">
            <a:spAutoFit/>
          </a:bodyPr>
          <a:lstStyle/>
          <a:p>
            <a:r>
              <a:rPr lang="zh-CN" altLang="en-US" sz="2000" dirty="0"/>
              <a:t>其他原因的死亡人数</a:t>
            </a:r>
            <a:endParaRPr lang="zh-CN" altLang="en-US" sz="2000" dirty="0"/>
          </a:p>
        </p:txBody>
      </p:sp>
      <p:sp>
        <p:nvSpPr>
          <p:cNvPr id="11" name="文本框 10"/>
          <p:cNvSpPr txBox="1"/>
          <p:nvPr/>
        </p:nvSpPr>
        <p:spPr>
          <a:xfrm>
            <a:off x="5486400" y="990600"/>
            <a:ext cx="3429000" cy="534035"/>
          </a:xfrm>
          <a:prstGeom prst="rect">
            <a:avLst/>
          </a:prstGeom>
          <a:noFill/>
        </p:spPr>
        <p:txBody>
          <a:bodyPr wrap="square" rtlCol="0" anchor="t">
            <a:spAutoFit/>
          </a:bodyPr>
          <a:lstStyle/>
          <a:p>
            <a:pPr algn="l" defTabSz="1097280">
              <a:lnSpc>
                <a:spcPct val="90000"/>
              </a:lnSpc>
              <a:buClrTx/>
              <a:buSzTx/>
              <a:buFontTx/>
            </a:pPr>
            <a:r>
              <a:rPr lang="zh-CN" altLang="en-US" sz="3200" dirty="0">
                <a:solidFill>
                  <a:srgbClr val="FF0000"/>
                </a:solidFill>
                <a:latin typeface="+mj-ea"/>
                <a:ea typeface="+mj-ea"/>
                <a:cs typeface="+mj-cs"/>
                <a:sym typeface="+mn-ea"/>
              </a:rPr>
              <a:t>南丁格尔玫瑰图</a:t>
            </a:r>
            <a:endParaRPr lang="zh-CN" altLang="en-US" sz="3200" dirty="0">
              <a:solidFill>
                <a:srgbClr val="FF0000"/>
              </a:solidFill>
              <a:latin typeface="+mj-ea"/>
              <a:ea typeface="+mj-ea"/>
              <a:cs typeface="+mj-cs"/>
              <a:sym typeface="+mn-ea"/>
            </a:endParaRPr>
          </a:p>
        </p:txBody>
      </p:sp>
      <p:sp>
        <p:nvSpPr>
          <p:cNvPr id="12" name="文本框 11"/>
          <p:cNvSpPr txBox="1"/>
          <p:nvPr/>
        </p:nvSpPr>
        <p:spPr>
          <a:xfrm>
            <a:off x="4876800" y="1600200"/>
            <a:ext cx="2743200" cy="398780"/>
          </a:xfrm>
          <a:prstGeom prst="rect">
            <a:avLst/>
          </a:prstGeom>
          <a:noFill/>
        </p:spPr>
        <p:txBody>
          <a:bodyPr wrap="square" rtlCol="0">
            <a:spAutoFit/>
          </a:bodyPr>
          <a:lstStyle/>
          <a:p>
            <a:r>
              <a:rPr lang="zh-CN" altLang="en-US" sz="2000" dirty="0"/>
              <a:t>南丁格尔的发现：</a:t>
            </a:r>
            <a:endParaRPr lang="en-US" altLang="zh-CN" sz="2400" dirty="0">
              <a:latin typeface="+mn-ea"/>
            </a:endParaRPr>
          </a:p>
        </p:txBody>
      </p:sp>
      <p:sp>
        <p:nvSpPr>
          <p:cNvPr id="13" name="文本框 12"/>
          <p:cNvSpPr txBox="1"/>
          <p:nvPr/>
        </p:nvSpPr>
        <p:spPr>
          <a:xfrm>
            <a:off x="4495800" y="1371600"/>
            <a:ext cx="5840095" cy="1568450"/>
          </a:xfrm>
          <a:prstGeom prst="rect">
            <a:avLst/>
          </a:prstGeom>
          <a:noFill/>
        </p:spPr>
        <p:txBody>
          <a:bodyPr wrap="square" rtlCol="0">
            <a:spAutoFit/>
          </a:bodyPr>
          <a:lstStyle/>
          <a:p>
            <a:pPr indent="0" fontAlgn="auto">
              <a:lnSpc>
                <a:spcPct val="150000"/>
              </a:lnSpc>
            </a:pPr>
            <a:r>
              <a:rPr lang="zh-CN" altLang="en-US" sz="3200" dirty="0">
                <a:solidFill>
                  <a:srgbClr val="F0A222"/>
                </a:solidFill>
              </a:rPr>
              <a:t>如何让政府官员相信这个事实</a:t>
            </a:r>
            <a:r>
              <a:rPr lang="en-US" altLang="zh-CN" sz="3200" dirty="0">
                <a:solidFill>
                  <a:srgbClr val="F0A222"/>
                </a:solidFill>
              </a:rPr>
              <a:t>？</a:t>
            </a:r>
            <a:br>
              <a:rPr lang="en-US" altLang="zh-CN" sz="3200" dirty="0">
                <a:solidFill>
                  <a:srgbClr val="F0A222"/>
                </a:solidFill>
              </a:rPr>
            </a:br>
            <a:r>
              <a:rPr lang="zh-CN" altLang="en-US" sz="3200" dirty="0">
                <a:solidFill>
                  <a:srgbClr val="F0A222"/>
                </a:solidFill>
              </a:rPr>
              <a:t>如何推动必要的医疗改革</a:t>
            </a:r>
            <a:r>
              <a:rPr lang="en-US" altLang="zh-CN" sz="3200" dirty="0">
                <a:solidFill>
                  <a:srgbClr val="F0A222"/>
                </a:solidFill>
              </a:rPr>
              <a:t>？</a:t>
            </a:r>
            <a:endParaRPr lang="en-US" altLang="zh-CN" sz="3200" dirty="0">
              <a:solidFill>
                <a:srgbClr val="F0A222"/>
              </a:solidFill>
            </a:endParaRPr>
          </a:p>
        </p:txBody>
      </p:sp>
      <p:sp>
        <p:nvSpPr>
          <p:cNvPr id="18" name="文本框 17"/>
          <p:cNvSpPr txBox="1"/>
          <p:nvPr/>
        </p:nvSpPr>
        <p:spPr>
          <a:xfrm>
            <a:off x="5200428" y="3233684"/>
            <a:ext cx="6567805" cy="2567305"/>
          </a:xfrm>
          <a:prstGeom prst="rect">
            <a:avLst/>
          </a:prstGeom>
          <a:noFill/>
        </p:spPr>
        <p:txBody>
          <a:bodyPr wrap="square" rtlCol="0" anchor="t">
            <a:spAutoFit/>
          </a:bodyPr>
          <a:lstStyle/>
          <a:p>
            <a:pPr marL="80645" algn="l" rtl="0" eaLnBrk="0">
              <a:lnSpc>
                <a:spcPts val="4105"/>
              </a:lnSpc>
              <a:spcBef>
                <a:spcPts val="900"/>
              </a:spcBef>
            </a:pPr>
            <a:r>
              <a:rPr sz="3000" kern="0" spc="3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战⽃死亡：</a:t>
            </a:r>
            <a:endParaRPr sz="3000" kern="0" spc="3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endParaRPr>
          </a:p>
          <a:p>
            <a:pPr marL="80645" algn="l" rtl="0" eaLnBrk="0">
              <a:lnSpc>
                <a:spcPts val="4105"/>
              </a:lnSpc>
              <a:spcBef>
                <a:spcPts val="900"/>
              </a:spcBef>
            </a:pPr>
            <a:r>
              <a:rPr sz="3000" kern="0" spc="-88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 </a:t>
            </a:r>
            <a:r>
              <a:rPr sz="3000" kern="0" spc="3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约</a:t>
            </a:r>
            <a:r>
              <a:rPr sz="3000" b="1" kern="0" spc="30" dirty="0">
                <a:solidFill>
                  <a:srgbClr val="FF0000">
                    <a:alpha val="100000"/>
                  </a:srgbClr>
                </a:solidFill>
                <a:latin typeface="黑体" panose="02010600030101010101" pitchFamily="49" charset="-122"/>
                <a:ea typeface="黑体" panose="02010600030101010101" pitchFamily="49" charset="-122"/>
                <a:cs typeface="黑体" panose="02010600030101010101" pitchFamily="49" charset="-122"/>
                <a:sym typeface="+mn-ea"/>
              </a:rPr>
              <a:t>4,</a:t>
            </a:r>
            <a:r>
              <a:rPr sz="3000" b="1" kern="0" spc="20" dirty="0">
                <a:solidFill>
                  <a:srgbClr val="FF0000">
                    <a:alpha val="100000"/>
                  </a:srgbClr>
                </a:solidFill>
                <a:latin typeface="黑体" panose="02010600030101010101" pitchFamily="49" charset="-122"/>
                <a:ea typeface="黑体" panose="02010600030101010101" pitchFamily="49" charset="-122"/>
                <a:cs typeface="黑体" panose="02010600030101010101" pitchFamily="49" charset="-122"/>
                <a:sym typeface="+mn-ea"/>
              </a:rPr>
              <a:t>000</a:t>
            </a:r>
            <a:r>
              <a:rPr sz="3000" kern="0" spc="2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a:t>
            </a:r>
            <a:endParaRPr sz="3000" dirty="0">
              <a:solidFill>
                <a:srgbClr val="595959"/>
              </a:solidFill>
              <a:latin typeface="黑体" panose="02010600030101010101" pitchFamily="49" charset="-122"/>
              <a:ea typeface="黑体" panose="02010600030101010101" pitchFamily="49" charset="-122"/>
              <a:cs typeface="黑体" panose="02010600030101010101" pitchFamily="49" charset="-122"/>
            </a:endParaRPr>
          </a:p>
          <a:p>
            <a:pPr marL="80645" algn="l" rtl="0" eaLnBrk="0">
              <a:lnSpc>
                <a:spcPts val="5100"/>
              </a:lnSpc>
            </a:pPr>
            <a:r>
              <a:rPr sz="3000" kern="0" spc="-4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疾病死亡：</a:t>
            </a:r>
            <a:endParaRPr sz="3000" kern="0" spc="-4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endParaRPr>
          </a:p>
          <a:p>
            <a:pPr marL="80645" algn="l" rtl="0" eaLnBrk="0">
              <a:lnSpc>
                <a:spcPts val="5100"/>
              </a:lnSpc>
            </a:pPr>
            <a:r>
              <a:rPr sz="3000" kern="0" spc="-84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 </a:t>
            </a:r>
            <a:r>
              <a:rPr sz="3000" kern="0" spc="-4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约</a:t>
            </a:r>
            <a:r>
              <a:rPr sz="3000" b="1" kern="0" spc="-40" dirty="0">
                <a:solidFill>
                  <a:srgbClr val="FF0000">
                    <a:alpha val="100000"/>
                  </a:srgbClr>
                </a:solidFill>
                <a:latin typeface="黑体" panose="02010600030101010101" pitchFamily="49" charset="-122"/>
                <a:ea typeface="黑体" panose="02010600030101010101" pitchFamily="49" charset="-122"/>
                <a:cs typeface="黑体" panose="02010600030101010101" pitchFamily="49" charset="-122"/>
                <a:sym typeface="+mn-ea"/>
              </a:rPr>
              <a:t>16,000</a:t>
            </a:r>
            <a:r>
              <a:rPr sz="3000" kern="0" spc="-4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rPr>
              <a:t>⼈</a:t>
            </a:r>
            <a:endParaRPr lang="zh-CN" altLang="en-US" sz="3000" kern="0" spc="-40" dirty="0">
              <a:solidFill>
                <a:srgbClr val="595959">
                  <a:alpha val="100000"/>
                </a:srgbClr>
              </a:solidFill>
              <a:latin typeface="黑体" panose="02010600030101010101" pitchFamily="49" charset="-122"/>
              <a:ea typeface="黑体" panose="02010600030101010101" pitchFamily="49" charset="-122"/>
              <a:cs typeface="黑体" panose="02010600030101010101" pitchFamily="49" charset="-122"/>
              <a:sym typeface="+mn-ea"/>
            </a:endParaRPr>
          </a:p>
        </p:txBody>
      </p:sp>
      <p:pic>
        <p:nvPicPr>
          <p:cNvPr id="19" name="图片 18" descr="/Users/geqianqian/Library/Containers/com.kingsoft.wpsoffice.mac/Data/tmp/kaimatting/20250616211939/output_aiMatting_20250616212054.pngoutput_aiMatting_20250616212054"/>
          <p:cNvPicPr>
            <a:picLocks noChangeAspect="1"/>
          </p:cNvPicPr>
          <p:nvPr/>
        </p:nvPicPr>
        <p:blipFill>
          <a:blip r:embed="rId8"/>
          <a:stretch>
            <a:fillRect/>
          </a:stretch>
        </p:blipFill>
        <p:spPr>
          <a:xfrm>
            <a:off x="4676553" y="3257867"/>
            <a:ext cx="523875" cy="561975"/>
          </a:xfrm>
          <a:prstGeom prst="rect">
            <a:avLst/>
          </a:prstGeom>
        </p:spPr>
      </p:pic>
      <p:pic>
        <p:nvPicPr>
          <p:cNvPr id="21" name="picture 30"/>
          <p:cNvPicPr>
            <a:picLocks noChangeAspect="1"/>
          </p:cNvPicPr>
          <p:nvPr/>
        </p:nvPicPr>
        <p:blipFill>
          <a:blip r:embed="rId9"/>
          <a:stretch>
            <a:fillRect/>
          </a:stretch>
        </p:blipFill>
        <p:spPr>
          <a:xfrm rot="21600000">
            <a:off x="4724712" y="4578603"/>
            <a:ext cx="393192" cy="393192"/>
          </a:xfrm>
          <a:prstGeom prst="rect">
            <a:avLst/>
          </a:prstGeom>
        </p:spPr>
      </p:pic>
      <p:sp>
        <p:nvSpPr>
          <p:cNvPr id="22" name="文本框 21"/>
          <p:cNvSpPr txBox="1"/>
          <p:nvPr/>
        </p:nvSpPr>
        <p:spPr>
          <a:xfrm>
            <a:off x="4031526" y="7239252"/>
            <a:ext cx="6567805" cy="583565"/>
          </a:xfrm>
          <a:prstGeom prst="rect">
            <a:avLst/>
          </a:prstGeom>
          <a:noFill/>
        </p:spPr>
        <p:txBody>
          <a:bodyPr wrap="square" rtlCol="0">
            <a:spAutoFit/>
          </a:bodyPr>
          <a:lstStyle/>
          <a:p>
            <a:r>
              <a:rPr kumimoji="1" lang="zh-CN" altLang="en-US" sz="3200" dirty="0"/>
              <a:t>这张图起到了什么样的效果</a:t>
            </a:r>
            <a:r>
              <a:rPr kumimoji="1" lang="en-US" altLang="zh-CN" sz="3200" dirty="0"/>
              <a:t>？</a:t>
            </a:r>
            <a:endParaRPr kumimoji="1" lang="en-US"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2" presetClass="exit" presetSubtype="4" fill="hold" grpId="1" nodeType="withEffect">
                                  <p:stCondLst>
                                    <p:cond delay="0"/>
                                  </p:stCondLst>
                                  <p:childTnLst>
                                    <p:anim calcmode="lin" valueType="num">
                                      <p:cBhvr additive="base">
                                        <p:cTn id="9" dur="500"/>
                                        <p:tgtEl>
                                          <p:spTgt spid="12"/>
                                        </p:tgtEl>
                                        <p:attrNameLst>
                                          <p:attrName>ppt_y</p:attrName>
                                        </p:attrNameLst>
                                      </p:cBhvr>
                                      <p:tavLst>
                                        <p:tav tm="0">
                                          <p:val>
                                            <p:strVal val="#ppt_y"/>
                                          </p:val>
                                        </p:tav>
                                        <p:tav tm="100000">
                                          <p:val>
                                            <p:strVal val="#ppt_y+#ppt_h*1.125000"/>
                                          </p:val>
                                        </p:tav>
                                      </p:tavLst>
                                    </p:anim>
                                    <p:animEffect transition="out" filter="wipe(down)">
                                      <p:cBhvr>
                                        <p:cTn id="10" dur="500"/>
                                        <p:tgtEl>
                                          <p:spTgt spid="12"/>
                                        </p:tgtEl>
                                      </p:cBhvr>
                                    </p:animEffect>
                                    <p:set>
                                      <p:cBhvr>
                                        <p:cTn id="11" dur="1" fill="hold">
                                          <p:stCondLst>
                                            <p:cond delay="499"/>
                                          </p:stCondLst>
                                        </p:cTn>
                                        <p:tgtEl>
                                          <p:spTgt spid="12"/>
                                        </p:tgtEl>
                                        <p:attrNameLst>
                                          <p:attrName>style.visibility</p:attrName>
                                        </p:attrNameLst>
                                      </p:cBhvr>
                                      <p:to>
                                        <p:strVal val="hidden"/>
                                      </p:to>
                                    </p:set>
                                  </p:childTnLst>
                                </p:cTn>
                              </p:par>
                              <p:par>
                                <p:cTn id="12" presetID="12" presetClass="exit" presetSubtype="4" fill="hold" grpId="1" nodeType="withEffect">
                                  <p:stCondLst>
                                    <p:cond delay="0"/>
                                  </p:stCondLst>
                                  <p:childTnLst>
                                    <p:anim calcmode="lin" valueType="num">
                                      <p:cBhvr additive="base">
                                        <p:cTn id="13" dur="500"/>
                                        <p:tgtEl>
                                          <p:spTgt spid="80"/>
                                        </p:tgtEl>
                                        <p:attrNameLst>
                                          <p:attrName>ppt_y</p:attrName>
                                        </p:attrNameLst>
                                      </p:cBhvr>
                                      <p:tavLst>
                                        <p:tav tm="0">
                                          <p:val>
                                            <p:strVal val="#ppt_y"/>
                                          </p:val>
                                        </p:tav>
                                        <p:tav tm="100000">
                                          <p:val>
                                            <p:strVal val="#ppt_y+#ppt_h*1.125000"/>
                                          </p:val>
                                        </p:tav>
                                      </p:tavLst>
                                    </p:anim>
                                    <p:animEffect transition="out" filter="wipe(down)">
                                      <p:cBhvr>
                                        <p:cTn id="14" dur="500"/>
                                        <p:tgtEl>
                                          <p:spTgt spid="80"/>
                                        </p:tgtEl>
                                      </p:cBhvr>
                                    </p:animEffect>
                                    <p:set>
                                      <p:cBhvr>
                                        <p:cTn id="15" dur="1" fill="hold">
                                          <p:stCondLst>
                                            <p:cond delay="499"/>
                                          </p:stCondLst>
                                        </p:cTn>
                                        <p:tgtEl>
                                          <p:spTgt spid="80"/>
                                        </p:tgtEl>
                                        <p:attrNameLst>
                                          <p:attrName>style.visibility</p:attrName>
                                        </p:attrNameLst>
                                      </p:cBhvr>
                                      <p:to>
                                        <p:strVal val="hidden"/>
                                      </p:to>
                                    </p:set>
                                  </p:childTnLst>
                                </p:cTn>
                              </p:par>
                              <p:par>
                                <p:cTn id="16" presetID="22" presetClass="exit" presetSubtype="4" fill="hold" grpId="1" nodeType="withEffect">
                                  <p:stCondLst>
                                    <p:cond delay="0"/>
                                  </p:stCondLst>
                                  <p:childTnLst>
                                    <p:animEffect transition="out" filter="wipe(down)">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22" presetClass="exit" presetSubtype="4" fill="hold" nodeType="withEffect">
                                  <p:stCondLst>
                                    <p:cond delay="0"/>
                                  </p:stCondLst>
                                  <p:childTnLst>
                                    <p:animEffect transition="out" filter="wipe(down)">
                                      <p:cBhvr>
                                        <p:cTn id="20" dur="500"/>
                                        <p:tgtEl>
                                          <p:spTgt spid="21"/>
                                        </p:tgtEl>
                                      </p:cBhvr>
                                    </p:animEffect>
                                    <p:set>
                                      <p:cBhvr>
                                        <p:cTn id="21" dur="1" fill="hold">
                                          <p:stCondLst>
                                            <p:cond delay="499"/>
                                          </p:stCondLst>
                                        </p:cTn>
                                        <p:tgtEl>
                                          <p:spTgt spid="21"/>
                                        </p:tgtEl>
                                        <p:attrNameLst>
                                          <p:attrName>style.visibility</p:attrName>
                                        </p:attrNameLst>
                                      </p:cBhvr>
                                      <p:to>
                                        <p:strVal val="hidden"/>
                                      </p:to>
                                    </p:set>
                                  </p:childTnLst>
                                </p:cTn>
                              </p:par>
                              <p:par>
                                <p:cTn id="22" presetID="22" presetClass="exit" presetSubtype="4" fill="hold" nodeType="withEffect">
                                  <p:stCondLst>
                                    <p:cond delay="0"/>
                                  </p:stCondLst>
                                  <p:childTnLst>
                                    <p:animEffect transition="out" filter="wipe(down)">
                                      <p:cBhvr>
                                        <p:cTn id="23" dur="500"/>
                                        <p:tgtEl>
                                          <p:spTgt spid="19"/>
                                        </p:tgtEl>
                                      </p:cBhvr>
                                    </p:animEffect>
                                    <p:set>
                                      <p:cBhvr>
                                        <p:cTn id="24" dur="1" fill="hold">
                                          <p:stCondLst>
                                            <p:cond delay="499"/>
                                          </p:stCondLst>
                                        </p:cTn>
                                        <p:tgtEl>
                                          <p:spTgt spid="1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grpId="1" nodeType="clickEffect">
                                  <p:stCondLst>
                                    <p:cond delay="0"/>
                                  </p:stCondLst>
                                  <p:childTnLst>
                                    <p:animEffect transition="out" filter="wipe(down)">
                                      <p:cBhvr>
                                        <p:cTn id="28" dur="500"/>
                                        <p:tgtEl>
                                          <p:spTgt spid="13"/>
                                        </p:tgtEl>
                                      </p:cBhvr>
                                    </p:animEffect>
                                    <p:set>
                                      <p:cBhvr>
                                        <p:cTn id="29" dur="1" fill="hold">
                                          <p:stCondLst>
                                            <p:cond delay="499"/>
                                          </p:stCondLst>
                                        </p:cTn>
                                        <p:tgtEl>
                                          <p:spTgt spid="13"/>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randombar(horizont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1"/>
      <p:bldP spid="11" grpId="0"/>
      <p:bldP spid="12" grpId="1"/>
      <p:bldP spid="13" grpId="0"/>
      <p:bldP spid="13" grpId="1"/>
      <p:bldP spid="18" grpId="1"/>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南丁格尔玫瑰图草图2"/>
          <p:cNvPicPr>
            <a:picLocks noChangeAspect="1"/>
          </p:cNvPicPr>
          <p:nvPr/>
        </p:nvPicPr>
        <p:blipFill>
          <a:blip r:embed="rId1">
            <a:alphaModFix amt="40000"/>
          </a:blip>
          <a:stretch>
            <a:fillRect/>
          </a:stretch>
        </p:blipFill>
        <p:spPr>
          <a:xfrm>
            <a:off x="0" y="76200"/>
            <a:ext cx="14630400" cy="8070850"/>
          </a:xfrm>
          <a:prstGeom prst="rect">
            <a:avLst/>
          </a:prstGeom>
        </p:spPr>
      </p:pic>
      <p:sp>
        <p:nvSpPr>
          <p:cNvPr id="2" name="矩形 1"/>
          <p:cNvSpPr/>
          <p:nvPr/>
        </p:nvSpPr>
        <p:spPr>
          <a:xfrm>
            <a:off x="609600" y="5875020"/>
            <a:ext cx="7750175" cy="2327910"/>
          </a:xfrm>
          <a:prstGeom prst="rect">
            <a:avLst/>
          </a:prstGeom>
          <a:solidFill>
            <a:srgbClr val="EDE6D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Content Placeholder 2"/>
          <p:cNvSpPr>
            <a:spLocks noGrp="1"/>
          </p:cNvSpPr>
          <p:nvPr>
            <p:ph idx="1"/>
          </p:nvPr>
        </p:nvSpPr>
        <p:spPr>
          <a:xfrm>
            <a:off x="609600" y="3352800"/>
            <a:ext cx="6972300" cy="3098165"/>
          </a:xfrm>
        </p:spPr>
        <p:txBody>
          <a:bodyPr>
            <a:normAutofit/>
          </a:bodyPr>
          <a:lstStyle/>
          <a:p>
            <a:pPr marL="0" lvl="0" indent="0">
              <a:spcBef>
                <a:spcPts val="3000"/>
              </a:spcBef>
              <a:buNone/>
            </a:pPr>
            <a:r>
              <a:rPr b="1" dirty="0" err="1"/>
              <a:t>玫瑰图的影响</a:t>
            </a:r>
            <a:r>
              <a:rPr b="1" dirty="0"/>
              <a:t>：</a:t>
            </a:r>
            <a:endParaRPr b="1" dirty="0"/>
          </a:p>
          <a:p>
            <a:pPr lvl="0" indent="0">
              <a:buNone/>
            </a:pPr>
            <a:r>
              <a:rPr lang="zh-CN" altLang="en-US" dirty="0"/>
              <a:t>🏛</a:t>
            </a:r>
            <a:r>
              <a:rPr lang="en-US" altLang="zh-CN" dirty="0"/>
              <a:t> </a:t>
            </a:r>
            <a:r>
              <a:rPr lang="zh-CN" altLang="en-US" dirty="0">
                <a:latin typeface="Arial Bold" panose="020B0604020202090204" charset="0"/>
                <a:sym typeface="+mn-ea"/>
              </a:rPr>
              <a:t>医疗改革提案得到支持</a:t>
            </a:r>
            <a:r>
              <a:rPr lang="en-US" altLang="zh-CN" dirty="0">
                <a:latin typeface="Arial Bold" panose="020B0604020202090204" charset="0"/>
                <a:sym typeface="+mn-ea"/>
              </a:rPr>
              <a:t>，</a:t>
            </a:r>
            <a:r>
              <a:rPr lang="zh-CN" altLang="en-US" dirty="0">
                <a:latin typeface="Arial Bold" panose="020B0604020202090204" charset="0"/>
              </a:rPr>
              <a:t>英国政府立即启动军</a:t>
            </a:r>
            <a:endParaRPr lang="zh-CN" altLang="en-US" dirty="0">
              <a:latin typeface="Arial Bold" panose="020B0604020202090204" charset="0"/>
            </a:endParaRPr>
          </a:p>
          <a:p>
            <a:pPr lvl="0" indent="0">
              <a:buNone/>
            </a:pPr>
            <a:r>
              <a:rPr lang="zh-CN" altLang="en-US" dirty="0">
                <a:latin typeface="Arial Bold" panose="020B0604020202090204" charset="0"/>
              </a:rPr>
              <a:t> </a:t>
            </a:r>
            <a:r>
              <a:rPr lang="en-US" altLang="zh-CN" dirty="0">
                <a:latin typeface="Arial Bold" panose="020B0604020202090204" charset="0"/>
              </a:rPr>
              <a:t>    </a:t>
            </a:r>
            <a:r>
              <a:rPr lang="zh-CN" altLang="en-US" dirty="0">
                <a:latin typeface="Arial Bold" panose="020B0604020202090204" charset="0"/>
              </a:rPr>
              <a:t>队卫生改革</a:t>
            </a:r>
            <a:endParaRPr lang="zh-CN" altLang="en-US" dirty="0"/>
          </a:p>
          <a:p>
            <a:pPr lvl="0" indent="0">
              <a:buNone/>
            </a:pPr>
            <a:r>
              <a:rPr lang="zh-CN" altLang="en-US" dirty="0"/>
              <a:t>🌍 现代医院卫生标准建立</a:t>
            </a:r>
            <a:r>
              <a:rPr lang="en-US" altLang="zh-CN" dirty="0"/>
              <a:t>，</a:t>
            </a:r>
            <a:r>
              <a:rPr lang="zh-CN" altLang="en-US" dirty="0"/>
              <a:t>推动了现代护理学的</a:t>
            </a:r>
            <a:endParaRPr lang="zh-CN" altLang="en-US" dirty="0"/>
          </a:p>
          <a:p>
            <a:pPr lvl="0" indent="0">
              <a:buNone/>
            </a:pPr>
            <a:r>
              <a:rPr lang="zh-CN" altLang="en-US" dirty="0"/>
              <a:t> </a:t>
            </a:r>
            <a:r>
              <a:rPr lang="en-US" altLang="zh-CN" dirty="0"/>
              <a:t>  </a:t>
            </a:r>
            <a:r>
              <a:rPr lang="zh-CN" altLang="en-US" dirty="0"/>
              <a:t>诞生</a:t>
            </a:r>
            <a:endParaRPr b="1" dirty="0"/>
          </a:p>
        </p:txBody>
      </p:sp>
      <p:sp>
        <p:nvSpPr>
          <p:cNvPr id="85" name="文本框 84"/>
          <p:cNvSpPr txBox="1"/>
          <p:nvPr/>
        </p:nvSpPr>
        <p:spPr>
          <a:xfrm>
            <a:off x="685800" y="6248400"/>
            <a:ext cx="7705725" cy="583565"/>
          </a:xfrm>
          <a:prstGeom prst="rect">
            <a:avLst/>
          </a:prstGeom>
          <a:solidFill>
            <a:srgbClr val="EDE4DA"/>
          </a:solidFill>
        </p:spPr>
        <p:txBody>
          <a:bodyPr wrap="square" rtlCol="0">
            <a:spAutoFit/>
          </a:bodyPr>
          <a:lstStyle/>
          <a:p>
            <a:r>
              <a:rPr kumimoji="1" lang="zh-CN" altLang="en-US" sz="3200" dirty="0">
                <a:solidFill>
                  <a:srgbClr val="618CAC"/>
                </a:solidFill>
                <a:latin typeface="Arial Bold" panose="020B0604020202090204" charset="0"/>
              </a:rPr>
              <a:t>南丁格尔是如何从数据中发现这个结论的</a:t>
            </a:r>
            <a:r>
              <a:rPr kumimoji="1" lang="en-US" altLang="zh-CN" sz="3200" dirty="0">
                <a:solidFill>
                  <a:srgbClr val="618CAC"/>
                </a:solidFill>
                <a:latin typeface="Arial Bold" panose="020B0604020202090204" charset="0"/>
              </a:rPr>
              <a:t>？</a:t>
            </a:r>
            <a:endParaRPr kumimoji="1" lang="en-US" altLang="zh-CN" sz="3200" dirty="0">
              <a:solidFill>
                <a:srgbClr val="618CAC"/>
              </a:solidFill>
              <a:latin typeface="Arial Bold" panose="020B0604020202090204" charset="0"/>
            </a:endParaRPr>
          </a:p>
        </p:txBody>
      </p:sp>
      <p:sp>
        <p:nvSpPr>
          <p:cNvPr id="14" name="文本框 13"/>
          <p:cNvSpPr txBox="1"/>
          <p:nvPr/>
        </p:nvSpPr>
        <p:spPr>
          <a:xfrm>
            <a:off x="685800" y="7162800"/>
            <a:ext cx="7708900" cy="583565"/>
          </a:xfrm>
          <a:prstGeom prst="rect">
            <a:avLst/>
          </a:prstGeom>
          <a:solidFill>
            <a:srgbClr val="EEE6DD"/>
          </a:solidFill>
        </p:spPr>
        <p:txBody>
          <a:bodyPr wrap="square" rtlCol="0">
            <a:spAutoFit/>
          </a:bodyPr>
          <a:lstStyle/>
          <a:p>
            <a:r>
              <a:rPr kumimoji="1" lang="zh-CN" altLang="en-US" sz="3200" dirty="0">
                <a:solidFill>
                  <a:srgbClr val="618CAC"/>
                </a:solidFill>
                <a:latin typeface="Arial Bold" panose="020B0604020202090204" charset="0"/>
              </a:rPr>
              <a:t>有没有更快的方法绘制南丁格尔玫瑰图</a:t>
            </a:r>
            <a:r>
              <a:rPr kumimoji="1" lang="en-US" altLang="zh-CN" sz="3200" dirty="0">
                <a:solidFill>
                  <a:srgbClr val="618CAC"/>
                </a:solidFill>
                <a:latin typeface="Arial Bold" panose="020B0604020202090204" charset="0"/>
              </a:rPr>
              <a:t>？</a:t>
            </a:r>
            <a:endParaRPr kumimoji="1" lang="en-US" altLang="zh-CN" sz="3200" dirty="0">
              <a:solidFill>
                <a:srgbClr val="618CAC"/>
              </a:solidFill>
              <a:latin typeface="Arial Bold" panose="020B0604020202090204" charset="0"/>
            </a:endParaRPr>
          </a:p>
        </p:txBody>
      </p:sp>
      <p:pic>
        <p:nvPicPr>
          <p:cNvPr id="11" name="图片 10" descr="/Users/geqianqian/Library/Containers/com.kingsoft.wpsoffice.mac/Data/tmp/kaimatting/20250616220242/output_aiMatting_20250616220402.pngoutput_aiMatting_20250616220402"/>
          <p:cNvPicPr>
            <a:picLocks noChangeAspect="1"/>
          </p:cNvPicPr>
          <p:nvPr/>
        </p:nvPicPr>
        <p:blipFill>
          <a:blip r:embed="rId2">
            <a:alphaModFix amt="80000"/>
          </a:blip>
          <a:stretch>
            <a:fillRect/>
          </a:stretch>
        </p:blipFill>
        <p:spPr>
          <a:xfrm>
            <a:off x="7695884" y="1066745"/>
            <a:ext cx="6003925" cy="6823710"/>
          </a:xfrm>
          <a:prstGeom prst="rect">
            <a:avLst/>
          </a:prstGeom>
        </p:spPr>
      </p:pic>
      <p:sp>
        <p:nvSpPr>
          <p:cNvPr id="12" name="文本框 11"/>
          <p:cNvSpPr txBox="1"/>
          <p:nvPr/>
        </p:nvSpPr>
        <p:spPr>
          <a:xfrm>
            <a:off x="9601200" y="7772400"/>
            <a:ext cx="3208655" cy="368300"/>
          </a:xfrm>
          <a:prstGeom prst="rect">
            <a:avLst/>
          </a:prstGeom>
          <a:noFill/>
        </p:spPr>
        <p:txBody>
          <a:bodyPr wrap="square" rtlCol="0">
            <a:spAutoFit/>
          </a:bodyPr>
          <a:lstStyle/>
          <a:p>
            <a:r>
              <a:rPr lang="zh-CN" altLang="en-US"/>
              <a:t>南丁格尔玫瑰图手绘草稿图</a:t>
            </a:r>
            <a:endParaRPr lang="zh-CN" altLang="en-US"/>
          </a:p>
        </p:txBody>
      </p:sp>
      <p:sp>
        <p:nvSpPr>
          <p:cNvPr id="13" name="Text 2"/>
          <p:cNvSpPr/>
          <p:nvPr>
            <p:custDataLst>
              <p:tags r:id="rId3"/>
            </p:custDataLst>
          </p:nvPr>
        </p:nvSpPr>
        <p:spPr>
          <a:xfrm>
            <a:off x="457200" y="1219200"/>
            <a:ext cx="3654425" cy="654685"/>
          </a:xfrm>
          <a:prstGeom prst="rect">
            <a:avLst/>
          </a:prstGeom>
          <a:noFill/>
        </p:spPr>
        <p:txBody>
          <a:bodyPr wrap="none" lIns="0" tIns="0" rIns="0" bIns="0" rtlCol="0" anchor="t"/>
          <a:lstStyle/>
          <a:p>
            <a:pPr marL="0" indent="0" algn="ctr">
              <a:lnSpc>
                <a:spcPts val="5150"/>
              </a:lnSpc>
              <a:buNone/>
            </a:pPr>
            <a:r>
              <a:rPr lang="en-US" sz="5150" b="1" dirty="0">
                <a:solidFill>
                  <a:srgbClr val="FF0000"/>
                </a:solidFill>
                <a:latin typeface="黑体" panose="02010600030101010101" pitchFamily="49" charset="-122"/>
                <a:ea typeface="黑体" panose="02010600030101010101" pitchFamily="49" charset="-122"/>
                <a:cs typeface="Inter Bold" pitchFamily="34" charset="-120"/>
              </a:rPr>
              <a:t>42%</a:t>
            </a:r>
            <a:endParaRPr lang="en-US" sz="5150" b="1" dirty="0">
              <a:solidFill>
                <a:srgbClr val="FF0000"/>
              </a:solidFill>
              <a:latin typeface="黑体" panose="02010600030101010101" pitchFamily="49" charset="-122"/>
              <a:ea typeface="黑体" panose="02010600030101010101" pitchFamily="49" charset="-122"/>
              <a:cs typeface="Inter Bold" pitchFamily="34" charset="-120"/>
            </a:endParaRPr>
          </a:p>
        </p:txBody>
      </p:sp>
      <p:sp>
        <p:nvSpPr>
          <p:cNvPr id="15" name="Text 3"/>
          <p:cNvSpPr/>
          <p:nvPr>
            <p:custDataLst>
              <p:tags r:id="rId4"/>
            </p:custDataLst>
          </p:nvPr>
        </p:nvSpPr>
        <p:spPr>
          <a:xfrm>
            <a:off x="1043940" y="2122170"/>
            <a:ext cx="2480945" cy="309880"/>
          </a:xfrm>
          <a:prstGeom prst="rect">
            <a:avLst/>
          </a:prstGeom>
          <a:noFill/>
        </p:spPr>
        <p:txBody>
          <a:bodyPr wrap="none" lIns="0" tIns="0" rIns="0" bIns="0" rtlCol="0" anchor="t"/>
          <a:lstStyle/>
          <a:p>
            <a:pPr marL="0" indent="0" algn="ctr">
              <a:lnSpc>
                <a:spcPts val="2400"/>
              </a:lnSpc>
              <a:buNone/>
            </a:pPr>
            <a:r>
              <a:rPr lang="en-US" sz="1950" b="1" dirty="0">
                <a:solidFill>
                  <a:srgbClr val="272525"/>
                </a:solidFill>
                <a:latin typeface="黑体" panose="02010600030101010101" pitchFamily="49" charset="-122"/>
                <a:ea typeface="黑体" panose="02010600030101010101" pitchFamily="49" charset="-122"/>
                <a:cs typeface="Inter Bold" pitchFamily="34" charset="-120"/>
              </a:rPr>
              <a:t>1854年10月死亡率</a:t>
            </a:r>
            <a:endParaRPr lang="en-US" sz="1950" dirty="0">
              <a:latin typeface="黑体" panose="02010600030101010101" pitchFamily="49" charset="-122"/>
              <a:ea typeface="黑体" panose="02010600030101010101" pitchFamily="49" charset="-122"/>
            </a:endParaRPr>
          </a:p>
        </p:txBody>
      </p:sp>
      <p:sp>
        <p:nvSpPr>
          <p:cNvPr id="16" name="Text 4"/>
          <p:cNvSpPr/>
          <p:nvPr>
            <p:custDataLst>
              <p:tags r:id="rId5"/>
            </p:custDataLst>
          </p:nvPr>
        </p:nvSpPr>
        <p:spPr>
          <a:xfrm>
            <a:off x="457200" y="2551430"/>
            <a:ext cx="3654425" cy="635000"/>
          </a:xfrm>
          <a:prstGeom prst="rect">
            <a:avLst/>
          </a:prstGeom>
          <a:noFill/>
        </p:spPr>
        <p:txBody>
          <a:bodyPr wrap="square" lIns="0" tIns="0" rIns="0" bIns="0" rtlCol="0" anchor="t"/>
          <a:lstStyle/>
          <a:p>
            <a:pPr marL="0" indent="0" algn="ctr">
              <a:lnSpc>
                <a:spcPts val="2500"/>
              </a:lnSpc>
              <a:buNone/>
            </a:pPr>
            <a:r>
              <a:rPr lang="zh-CN" altLang="en-US" sz="1550" dirty="0">
                <a:solidFill>
                  <a:srgbClr val="272525"/>
                </a:solidFill>
                <a:latin typeface="Inter" pitchFamily="34" charset="0"/>
                <a:ea typeface="Inter" pitchFamily="34" charset="-122"/>
                <a:cs typeface="Inter" pitchFamily="34" charset="-120"/>
              </a:rPr>
              <a:t>战争初期</a:t>
            </a:r>
            <a:endParaRPr lang="zh-CN" altLang="en-US" sz="1550" dirty="0">
              <a:solidFill>
                <a:srgbClr val="272525"/>
              </a:solidFill>
              <a:latin typeface="Inter" pitchFamily="34" charset="0"/>
              <a:ea typeface="Inter" pitchFamily="34" charset="-122"/>
              <a:cs typeface="Inter" pitchFamily="34" charset="-120"/>
            </a:endParaRPr>
          </a:p>
        </p:txBody>
      </p:sp>
      <p:sp>
        <p:nvSpPr>
          <p:cNvPr id="17" name="Text 5"/>
          <p:cNvSpPr/>
          <p:nvPr>
            <p:custDataLst>
              <p:tags r:id="rId6"/>
            </p:custDataLst>
          </p:nvPr>
        </p:nvSpPr>
        <p:spPr>
          <a:xfrm>
            <a:off x="4359275" y="1219200"/>
            <a:ext cx="3654425" cy="654685"/>
          </a:xfrm>
          <a:prstGeom prst="rect">
            <a:avLst/>
          </a:prstGeom>
          <a:noFill/>
        </p:spPr>
        <p:txBody>
          <a:bodyPr wrap="none" lIns="0" tIns="0" rIns="0" bIns="0" rtlCol="0" anchor="t"/>
          <a:lstStyle/>
          <a:p>
            <a:pPr marL="0" indent="0" algn="ctr">
              <a:lnSpc>
                <a:spcPts val="5150"/>
              </a:lnSpc>
              <a:buNone/>
            </a:pPr>
            <a:r>
              <a:rPr lang="en-US" sz="5150" b="1" dirty="0">
                <a:solidFill>
                  <a:srgbClr val="FF0000"/>
                </a:solidFill>
                <a:latin typeface="黑体" panose="02010600030101010101" pitchFamily="49" charset="-122"/>
                <a:ea typeface="黑体" panose="02010600030101010101" pitchFamily="49" charset="-122"/>
                <a:cs typeface="Inter Bold" pitchFamily="34" charset="-120"/>
              </a:rPr>
              <a:t>2.2%</a:t>
            </a:r>
            <a:endParaRPr lang="en-US" sz="5150" b="1" dirty="0">
              <a:solidFill>
                <a:srgbClr val="FF0000"/>
              </a:solidFill>
              <a:latin typeface="黑体" panose="02010600030101010101" pitchFamily="49" charset="-122"/>
              <a:ea typeface="黑体" panose="02010600030101010101" pitchFamily="49" charset="-122"/>
              <a:cs typeface="Inter Bold" pitchFamily="34" charset="-120"/>
            </a:endParaRPr>
          </a:p>
        </p:txBody>
      </p:sp>
      <p:sp>
        <p:nvSpPr>
          <p:cNvPr id="18" name="Text 6"/>
          <p:cNvSpPr/>
          <p:nvPr>
            <p:custDataLst>
              <p:tags r:id="rId7"/>
            </p:custDataLst>
          </p:nvPr>
        </p:nvSpPr>
        <p:spPr>
          <a:xfrm>
            <a:off x="4946015" y="2122170"/>
            <a:ext cx="2480945" cy="309880"/>
          </a:xfrm>
          <a:prstGeom prst="rect">
            <a:avLst/>
          </a:prstGeom>
          <a:noFill/>
        </p:spPr>
        <p:txBody>
          <a:bodyPr wrap="none" lIns="0" tIns="0" rIns="0" bIns="0" rtlCol="0" anchor="t"/>
          <a:lstStyle/>
          <a:p>
            <a:pPr marL="0" indent="0" algn="ctr">
              <a:lnSpc>
                <a:spcPts val="2400"/>
              </a:lnSpc>
              <a:buNone/>
            </a:pPr>
            <a:r>
              <a:rPr lang="en-US" sz="1950" b="1" dirty="0">
                <a:solidFill>
                  <a:srgbClr val="272525"/>
                </a:solidFill>
                <a:latin typeface="黑体" panose="02010600030101010101" pitchFamily="49" charset="-122"/>
                <a:ea typeface="黑体" panose="02010600030101010101" pitchFamily="49" charset="-122"/>
                <a:cs typeface="Inter Bold" pitchFamily="34" charset="-120"/>
              </a:rPr>
              <a:t>1856年3月死亡率</a:t>
            </a:r>
            <a:endParaRPr lang="en-US" sz="1950" dirty="0">
              <a:latin typeface="黑体" panose="02010600030101010101" pitchFamily="49" charset="-122"/>
              <a:ea typeface="黑体" panose="02010600030101010101" pitchFamily="49" charset="-122"/>
            </a:endParaRPr>
          </a:p>
        </p:txBody>
      </p:sp>
      <p:sp>
        <p:nvSpPr>
          <p:cNvPr id="19" name="Text 7"/>
          <p:cNvSpPr/>
          <p:nvPr>
            <p:custDataLst>
              <p:tags r:id="rId8"/>
            </p:custDataLst>
          </p:nvPr>
        </p:nvSpPr>
        <p:spPr>
          <a:xfrm>
            <a:off x="4359275" y="2551430"/>
            <a:ext cx="3654425" cy="635000"/>
          </a:xfrm>
          <a:prstGeom prst="rect">
            <a:avLst/>
          </a:prstGeom>
          <a:noFill/>
        </p:spPr>
        <p:txBody>
          <a:bodyPr wrap="square" lIns="0" tIns="0" rIns="0" bIns="0" rtlCol="0" anchor="t"/>
          <a:lstStyle/>
          <a:p>
            <a:pPr marL="0" indent="0" algn="ctr">
              <a:lnSpc>
                <a:spcPts val="2500"/>
              </a:lnSpc>
              <a:buNone/>
            </a:pPr>
            <a:r>
              <a:rPr lang="zh-CN" altLang="en-US" sz="1550" dirty="0"/>
              <a:t>医疗条件改善后</a:t>
            </a:r>
            <a:endParaRPr lang="zh-CN" altLang="en-US" sz="1550" dirty="0"/>
          </a:p>
        </p:txBody>
      </p:sp>
      <p:sp>
        <p:nvSpPr>
          <p:cNvPr id="6" name="右箭头 5"/>
          <p:cNvSpPr/>
          <p:nvPr/>
        </p:nvSpPr>
        <p:spPr>
          <a:xfrm>
            <a:off x="3733800" y="1447800"/>
            <a:ext cx="1123315" cy="248285"/>
          </a:xfrm>
          <a:prstGeom prst="right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标题 9"/>
          <p:cNvSpPr>
            <a:spLocks noGrp="1"/>
          </p:cNvSpPr>
          <p:nvPr>
            <p:ph type="title"/>
          </p:nvPr>
        </p:nvSpPr>
        <p:spPr>
          <a:xfrm>
            <a:off x="840105" y="260350"/>
            <a:ext cx="4493895" cy="527050"/>
          </a:xfrm>
          <a:solidFill>
            <a:srgbClr val="618CAC"/>
          </a:solidFill>
        </p:spPr>
        <p:txBody>
          <a:bodyPr>
            <a:normAutofit fontScale="90000"/>
          </a:bodyPr>
          <a:lstStyle/>
          <a:p>
            <a:r>
              <a:rPr lang="zh-CN" altLang="en-US">
                <a:solidFill>
                  <a:schemeClr val="bg1"/>
                </a:solidFill>
                <a:sym typeface="+mn-ea"/>
              </a:rPr>
              <a:t>一张图如何拯救无数生命？</a:t>
            </a:r>
            <a:endParaRPr lang="zh-CN" altLang="en-US">
              <a:solidFill>
                <a:schemeClr val="bg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500"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500"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anim calcmode="lin" valueType="num">
                                      <p:cBhvr>
                                        <p:cTn id="13" dur="500" fill="hold"/>
                                        <p:tgtEl>
                                          <p:spTgt spid="15"/>
                                        </p:tgtEl>
                                        <p:attrNameLst>
                                          <p:attrName>ppt_x</p:attrName>
                                        </p:attrNameLst>
                                      </p:cBhvr>
                                      <p:tavLst>
                                        <p:tav tm="0">
                                          <p:val>
                                            <p:strVal val="#ppt_x"/>
                                          </p:val>
                                        </p:tav>
                                        <p:tav tm="100000">
                                          <p:val>
                                            <p:strVal val="#ppt_x"/>
                                          </p:val>
                                        </p:tav>
                                      </p:tavLst>
                                    </p:anim>
                                    <p:anim calcmode="lin" valueType="num">
                                      <p:cBhvr>
                                        <p:cTn id="14" dur="5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500"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anim calcmode="lin" valueType="num">
                                      <p:cBhvr>
                                        <p:cTn id="18" dur="500" fill="hold"/>
                                        <p:tgtEl>
                                          <p:spTgt spid="16"/>
                                        </p:tgtEl>
                                        <p:attrNameLst>
                                          <p:attrName>ppt_x</p:attrName>
                                        </p:attrNameLst>
                                      </p:cBhvr>
                                      <p:tavLst>
                                        <p:tav tm="0">
                                          <p:val>
                                            <p:strVal val="#ppt_x"/>
                                          </p:val>
                                        </p:tav>
                                        <p:tav tm="100000">
                                          <p:val>
                                            <p:strVal val="#ppt_x"/>
                                          </p:val>
                                        </p:tav>
                                      </p:tavLst>
                                    </p:anim>
                                    <p:anim calcmode="lin" valueType="num">
                                      <p:cBhvr>
                                        <p:cTn id="19" dur="500" fill="hold"/>
                                        <p:tgtEl>
                                          <p:spTgt spid="16"/>
                                        </p:tgtEl>
                                        <p:attrNameLst>
                                          <p:attrName>ppt_y</p:attrName>
                                        </p:attrNameLst>
                                      </p:cBhvr>
                                      <p:tavLst>
                                        <p:tav tm="0">
                                          <p:val>
                                            <p:strVal val="#ppt_y+.1"/>
                                          </p:val>
                                        </p:tav>
                                        <p:tav tm="100000">
                                          <p:val>
                                            <p:strVal val="#ppt_y"/>
                                          </p:val>
                                        </p:tav>
                                      </p:tavLst>
                                    </p:anim>
                                  </p:childTnLst>
                                </p:cTn>
                              </p:par>
                            </p:childTnLst>
                          </p:cTn>
                        </p:par>
                        <p:par>
                          <p:cTn id="20" fill="hold">
                            <p:stCondLst>
                              <p:cond delay="500"/>
                            </p:stCondLst>
                            <p:childTnLst>
                              <p:par>
                                <p:cTn id="21" presetID="42" presetClass="entr" presetSubtype="0" fill="hold" grpId="0" nodeType="afterEffect">
                                  <p:stCondLst>
                                    <p:cond delay="0"/>
                                  </p:stCondLst>
                                  <p:childTnLst>
                                    <p:set>
                                      <p:cBhvr>
                                        <p:cTn id="22" dur="500"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p:cTn id="24" dur="500" fill="hold"/>
                                        <p:tgtEl>
                                          <p:spTgt spid="6"/>
                                        </p:tgtEl>
                                        <p:attrNameLst>
                                          <p:attrName>ppt_x</p:attrName>
                                        </p:attrNameLst>
                                      </p:cBhvr>
                                      <p:tavLst>
                                        <p:tav tm="0">
                                          <p:val>
                                            <p:strVal val="#ppt_x"/>
                                          </p:val>
                                        </p:tav>
                                        <p:tav tm="100000">
                                          <p:val>
                                            <p:strVal val="#ppt_x"/>
                                          </p:val>
                                        </p:tav>
                                      </p:tavLst>
                                    </p:anim>
                                    <p:anim calcmode="lin" valueType="num">
                                      <p:cBhvr>
                                        <p:cTn id="25" dur="500" fill="hold"/>
                                        <p:tgtEl>
                                          <p:spTgt spid="6"/>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grpId="0" nodeType="afterEffect">
                                  <p:stCondLst>
                                    <p:cond delay="0"/>
                                  </p:stCondLst>
                                  <p:childTnLst>
                                    <p:set>
                                      <p:cBhvr>
                                        <p:cTn id="28" dur="500"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anim calcmode="lin" valueType="num">
                                      <p:cBhvr>
                                        <p:cTn id="30" dur="500" fill="hold"/>
                                        <p:tgtEl>
                                          <p:spTgt spid="17"/>
                                        </p:tgtEl>
                                        <p:attrNameLst>
                                          <p:attrName>ppt_x</p:attrName>
                                        </p:attrNameLst>
                                      </p:cBhvr>
                                      <p:tavLst>
                                        <p:tav tm="0">
                                          <p:val>
                                            <p:strVal val="#ppt_x"/>
                                          </p:val>
                                        </p:tav>
                                        <p:tav tm="100000">
                                          <p:val>
                                            <p:strVal val="#ppt_x"/>
                                          </p:val>
                                        </p:tav>
                                      </p:tavLst>
                                    </p:anim>
                                    <p:anim calcmode="lin" valueType="num">
                                      <p:cBhvr>
                                        <p:cTn id="31" dur="5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500"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anim calcmode="lin" valueType="num">
                                      <p:cBhvr>
                                        <p:cTn id="35" dur="500" fill="hold"/>
                                        <p:tgtEl>
                                          <p:spTgt spid="18"/>
                                        </p:tgtEl>
                                        <p:attrNameLst>
                                          <p:attrName>ppt_x</p:attrName>
                                        </p:attrNameLst>
                                      </p:cBhvr>
                                      <p:tavLst>
                                        <p:tav tm="0">
                                          <p:val>
                                            <p:strVal val="#ppt_x"/>
                                          </p:val>
                                        </p:tav>
                                        <p:tav tm="100000">
                                          <p:val>
                                            <p:strVal val="#ppt_x"/>
                                          </p:val>
                                        </p:tav>
                                      </p:tavLst>
                                    </p:anim>
                                    <p:anim calcmode="lin" valueType="num">
                                      <p:cBhvr>
                                        <p:cTn id="36" dur="500" fill="hold"/>
                                        <p:tgtEl>
                                          <p:spTgt spid="1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500"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8">
                                            <p:txEl>
                                              <p:pRg st="0" end="0"/>
                                            </p:txEl>
                                          </p:spTgt>
                                        </p:tgtEl>
                                        <p:attrNameLst>
                                          <p:attrName>style.visibility</p:attrName>
                                        </p:attrNameLst>
                                      </p:cBhvr>
                                      <p:to>
                                        <p:strVal val="visible"/>
                                      </p:to>
                                    </p:set>
                                    <p:animEffect transition="in" filter="blinds(horizontal)">
                                      <p:cBhvr>
                                        <p:cTn id="46" dur="500"/>
                                        <p:tgtEl>
                                          <p:spTgt spid="8">
                                            <p:txEl>
                                              <p:pRg st="0" end="0"/>
                                            </p:txEl>
                                          </p:spTgt>
                                        </p:tgtEl>
                                      </p:cBhvr>
                                    </p:animEffect>
                                  </p:childTnLst>
                                </p:cTn>
                              </p:par>
                            </p:childTnLst>
                          </p:cTn>
                        </p:par>
                        <p:par>
                          <p:cTn id="47" fill="hold">
                            <p:stCondLst>
                              <p:cond delay="500"/>
                            </p:stCondLst>
                            <p:childTnLst>
                              <p:par>
                                <p:cTn id="48" presetID="3" presetClass="entr" presetSubtype="10" fill="hold" grpId="0" nodeType="afterEffect">
                                  <p:stCondLst>
                                    <p:cond delay="0"/>
                                  </p:stCondLst>
                                  <p:childTnLst>
                                    <p:set>
                                      <p:cBhvr>
                                        <p:cTn id="49" dur="1" fill="hold">
                                          <p:stCondLst>
                                            <p:cond delay="0"/>
                                          </p:stCondLst>
                                        </p:cTn>
                                        <p:tgtEl>
                                          <p:spTgt spid="8">
                                            <p:txEl>
                                              <p:pRg st="1" end="1"/>
                                            </p:txEl>
                                          </p:spTgt>
                                        </p:tgtEl>
                                        <p:attrNameLst>
                                          <p:attrName>style.visibility</p:attrName>
                                        </p:attrNameLst>
                                      </p:cBhvr>
                                      <p:to>
                                        <p:strVal val="visible"/>
                                      </p:to>
                                    </p:set>
                                    <p:animEffect transition="in" filter="blinds(horizontal)">
                                      <p:cBhvr>
                                        <p:cTn id="50" dur="500"/>
                                        <p:tgtEl>
                                          <p:spTgt spid="8">
                                            <p:txEl>
                                              <p:pRg st="1" end="1"/>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8">
                                            <p:txEl>
                                              <p:pRg st="2" end="2"/>
                                            </p:txEl>
                                          </p:spTgt>
                                        </p:tgtEl>
                                        <p:attrNameLst>
                                          <p:attrName>style.visibility</p:attrName>
                                        </p:attrNameLst>
                                      </p:cBhvr>
                                      <p:to>
                                        <p:strVal val="visible"/>
                                      </p:to>
                                    </p:set>
                                    <p:animEffect transition="in" filter="blinds(horizontal)">
                                      <p:cBhvr>
                                        <p:cTn id="53" dur="500"/>
                                        <p:tgtEl>
                                          <p:spTgt spid="8">
                                            <p:txEl>
                                              <p:pRg st="2" end="2"/>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8">
                                            <p:txEl>
                                              <p:pRg st="3" end="3"/>
                                            </p:txEl>
                                          </p:spTgt>
                                        </p:tgtEl>
                                        <p:attrNameLst>
                                          <p:attrName>style.visibility</p:attrName>
                                        </p:attrNameLst>
                                      </p:cBhvr>
                                      <p:to>
                                        <p:strVal val="visible"/>
                                      </p:to>
                                    </p:set>
                                    <p:animEffect transition="in" filter="blinds(horizontal)">
                                      <p:cBhvr>
                                        <p:cTn id="56" dur="500"/>
                                        <p:tgtEl>
                                          <p:spTgt spid="8">
                                            <p:txEl>
                                              <p:pRg st="3" end="3"/>
                                            </p:txEl>
                                          </p:spTgt>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8">
                                            <p:txEl>
                                              <p:pRg st="4" end="4"/>
                                            </p:txEl>
                                          </p:spTgt>
                                        </p:tgtEl>
                                        <p:attrNameLst>
                                          <p:attrName>style.visibility</p:attrName>
                                        </p:attrNameLst>
                                      </p:cBhvr>
                                      <p:to>
                                        <p:strVal val="visible"/>
                                      </p:to>
                                    </p:set>
                                    <p:animEffect transition="in" filter="blinds(horizontal)">
                                      <p:cBhvr>
                                        <p:cTn id="59" dur="500"/>
                                        <p:tgtEl>
                                          <p:spTgt spid="8">
                                            <p:txEl>
                                              <p:pRg st="4" end="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8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8" grpId="1" build="p"/>
      <p:bldP spid="85" grpId="0" bldLvl="0" animBg="1"/>
      <p:bldP spid="85" grpId="1"/>
      <p:bldP spid="14" grpId="0" bldLvl="0" animBg="1"/>
      <p:bldP spid="14" grpId="1"/>
      <p:bldP spid="13" grpId="0"/>
      <p:bldP spid="13" grpId="1"/>
      <p:bldP spid="15" grpId="0"/>
      <p:bldP spid="15" grpId="1"/>
      <p:bldP spid="16" grpId="0"/>
      <p:bldP spid="16" grpId="1"/>
      <p:bldP spid="17" grpId="0"/>
      <p:bldP spid="17" grpId="1"/>
      <p:bldP spid="18" grpId="0"/>
      <p:bldP spid="18" grpId="1"/>
      <p:bldP spid="19" grpId="0"/>
      <p:bldP spid="19" grpId="1"/>
      <p:bldP spid="6" grpId="0" bldLvl="0" animBg="1"/>
      <p:bldP spid="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p>
            <a:r>
              <a:rPr lang="en-US" altLang="zh-CN"/>
              <a:t>ggplot2 -- </a:t>
            </a:r>
            <a:r>
              <a:rPr lang="zh-CN" altLang="en-US"/>
              <a:t>绘图的</a:t>
            </a:r>
            <a:r>
              <a:rPr lang="en-US" altLang="zh-CN"/>
              <a:t>“</a:t>
            </a:r>
            <a:r>
              <a:rPr lang="zh-CN" altLang="en-US"/>
              <a:t>瑞士军刀</a:t>
            </a:r>
            <a:r>
              <a:rPr lang="en-US" altLang="zh-CN"/>
              <a:t>”</a:t>
            </a:r>
            <a:endParaRPr lang="en-US" altLang="zh-CN"/>
          </a:p>
        </p:txBody>
      </p:sp>
      <p:sp>
        <p:nvSpPr>
          <p:cNvPr id="4" name="Content Placeholder 2"/>
          <p:cNvSpPr>
            <a:spLocks noGrp="1"/>
          </p:cNvSpPr>
          <p:nvPr>
            <p:ph sz="quarter" idx="4294967295"/>
          </p:nvPr>
        </p:nvSpPr>
        <p:spPr>
          <a:xfrm>
            <a:off x="685800" y="1829435"/>
            <a:ext cx="8459470" cy="2948305"/>
          </a:xfrm>
          <a:ln>
            <a:solidFill>
              <a:srgbClr val="000000">
                <a:alpha val="0"/>
              </a:srgbClr>
            </a:solidFill>
          </a:ln>
        </p:spPr>
        <p:txBody>
          <a:bodyPr>
            <a:normAutofit fontScale="90000"/>
          </a:bodyPr>
          <a:lstStyle/>
          <a:p>
            <a:pPr lvl="0" indent="0">
              <a:lnSpc>
                <a:spcPct val="150000"/>
              </a:lnSpc>
              <a:buNone/>
            </a:pPr>
            <a:r>
              <a:rPr lang="zh-CN" dirty="0"/>
              <a:t>📦 R语言的绘图包</a:t>
            </a:r>
            <a:r>
              <a:rPr lang="zh-CN" dirty="0"/>
              <a:t> - 迄今已被下载超过1亿次</a:t>
            </a:r>
            <a:endParaRPr lang="zh-CN" dirty="0"/>
          </a:p>
          <a:p>
            <a:pPr lvl="0" indent="0">
              <a:lnSpc>
                <a:spcPct val="150000"/>
              </a:lnSpc>
              <a:buNone/>
            </a:pPr>
            <a:r>
              <a:rPr lang="zh-CN" dirty="0"/>
              <a:t> </a:t>
            </a:r>
            <a:r>
              <a:rPr lang="en-US" altLang="zh-CN" dirty="0"/>
              <a:t>                - </a:t>
            </a:r>
            <a:r>
              <a:rPr lang="zh-CN" dirty="0"/>
              <a:t>全球最受欢迎的数据可视化工具之一</a:t>
            </a:r>
            <a:endParaRPr lang="zh-CN" dirty="0"/>
          </a:p>
          <a:p>
            <a:pPr lvl="0" indent="0">
              <a:lnSpc>
                <a:spcPct val="150000"/>
              </a:lnSpc>
              <a:buNone/>
            </a:pPr>
            <a:r>
              <a:rPr lang="zh-CN" dirty="0"/>
              <a:t>🎨 图形语法理论 - 将图形分解为可组合的组件</a:t>
            </a:r>
            <a:endParaRPr lang="zh-CN" dirty="0"/>
          </a:p>
          <a:p>
            <a:pPr lvl="0" indent="0">
              <a:lnSpc>
                <a:spcPct val="150000"/>
              </a:lnSpc>
              <a:buNone/>
            </a:pPr>
            <a:r>
              <a:rPr lang="zh-CN" dirty="0"/>
              <a:t>🔧 声明式编程 - 告诉计算机”要什么”而不是”怎么做”</a:t>
            </a:r>
            <a:endParaRPr lang="zh-CN" dirty="0"/>
          </a:p>
          <a:p>
            <a:pPr lvl="0" indent="0">
              <a:lnSpc>
                <a:spcPct val="150000"/>
              </a:lnSpc>
              <a:buNone/>
            </a:pPr>
            <a:r>
              <a:rPr lang="zh-CN" dirty="0"/>
              <a:t>🌟 现代化设计 - 默认美观，易于定制</a:t>
            </a:r>
            <a:endParaRPr lang="zh-CN" dirty="0"/>
          </a:p>
          <a:p>
            <a:pPr marL="1270000" lvl="0" indent="0">
              <a:buNone/>
            </a:pPr>
            <a:endParaRPr sz="2000" dirty="0"/>
          </a:p>
        </p:txBody>
      </p:sp>
      <p:grpSp>
        <p:nvGrpSpPr>
          <p:cNvPr id="38" name="组合 37"/>
          <p:cNvGrpSpPr/>
          <p:nvPr>
            <p:custDataLst>
              <p:tags r:id="rId1"/>
            </p:custDataLst>
          </p:nvPr>
        </p:nvGrpSpPr>
        <p:grpSpPr>
          <a:xfrm rot="0">
            <a:off x="10054958" y="1464649"/>
            <a:ext cx="3903293" cy="4943394"/>
            <a:chOff x="3716" y="2184"/>
            <a:chExt cx="11736" cy="14867"/>
          </a:xfrm>
        </p:grpSpPr>
        <p:pic>
          <p:nvPicPr>
            <p:cNvPr id="39" name="图片 38" descr="F:/设计图片素材5/willian-justen-de-vasconcellos-ZB33AVwsA7I-unsplash.jpgwillian-justen-de-vasconcellos-ZB33AVwsA7I-unsplash"/>
            <p:cNvPicPr>
              <a:picLocks noChangeAspect="1"/>
            </p:cNvPicPr>
            <p:nvPr>
              <p:custDataLst>
                <p:tags r:id="rId2"/>
              </p:custDataLst>
            </p:nvPr>
          </p:nvPicPr>
          <p:blipFill>
            <a:blip r:embed="rId3" cstate="email"/>
            <a:srcRect l="5431" t="6895" r="5431" b="6895"/>
            <a:stretch>
              <a:fillRect/>
            </a:stretch>
          </p:blipFill>
          <p:spPr>
            <a:xfrm>
              <a:off x="4180" y="2584"/>
              <a:ext cx="10961" cy="14175"/>
            </a:xfrm>
            <a:custGeom>
              <a:avLst/>
              <a:gdLst/>
              <a:ahLst/>
              <a:cxnLst>
                <a:cxn ang="3">
                  <a:pos x="hc" y="t"/>
                </a:cxn>
                <a:cxn ang="cd2">
                  <a:pos x="l" y="vc"/>
                </a:cxn>
                <a:cxn ang="cd4">
                  <a:pos x="hc" y="b"/>
                </a:cxn>
                <a:cxn ang="0">
                  <a:pos x="r" y="vc"/>
                </a:cxn>
              </a:cxnLst>
              <a:rect l="l" t="t" r="r" b="b"/>
              <a:pathLst>
                <a:path w="11111" h="14369">
                  <a:moveTo>
                    <a:pt x="0" y="0"/>
                  </a:moveTo>
                  <a:lnTo>
                    <a:pt x="11111" y="0"/>
                  </a:lnTo>
                  <a:lnTo>
                    <a:pt x="11111" y="14369"/>
                  </a:lnTo>
                  <a:lnTo>
                    <a:pt x="0" y="14369"/>
                  </a:lnTo>
                  <a:lnTo>
                    <a:pt x="0" y="0"/>
                  </a:lnTo>
                  <a:close/>
                </a:path>
              </a:pathLst>
            </a:custGeom>
          </p:spPr>
        </p:pic>
        <p:sp>
          <p:nvSpPr>
            <p:cNvPr id="40" name="任意多边形 39"/>
            <p:cNvSpPr/>
            <p:nvPr>
              <p:custDataLst>
                <p:tags r:id="rId4"/>
              </p:custDataLst>
            </p:nvPr>
          </p:nvSpPr>
          <p:spPr>
            <a:xfrm>
              <a:off x="11402" y="13371"/>
              <a:ext cx="4050" cy="3680"/>
            </a:xfrm>
            <a:custGeom>
              <a:avLst/>
              <a:gdLst>
                <a:gd name="connsiteX0" fmla="*/ 6418 w 6418"/>
                <a:gd name="connsiteY0" fmla="*/ 0 h 11687"/>
                <a:gd name="connsiteX1" fmla="*/ 6418 w 6418"/>
                <a:gd name="connsiteY1" fmla="*/ 11687 h 11687"/>
                <a:gd name="connsiteX2" fmla="*/ 0 w 6418"/>
                <a:gd name="connsiteY2" fmla="*/ 11687 h 11687"/>
              </a:gdLst>
              <a:ahLst/>
              <a:cxnLst>
                <a:cxn ang="0">
                  <a:pos x="connsiteX0" y="connsiteY0"/>
                </a:cxn>
                <a:cxn ang="0">
                  <a:pos x="connsiteX1" y="connsiteY1"/>
                </a:cxn>
                <a:cxn ang="0">
                  <a:pos x="connsiteX2" y="connsiteY2"/>
                </a:cxn>
              </a:cxnLst>
              <a:rect l="l" t="t" r="r" b="b"/>
              <a:pathLst>
                <a:path w="6418" h="11687">
                  <a:moveTo>
                    <a:pt x="6418" y="0"/>
                  </a:moveTo>
                  <a:lnTo>
                    <a:pt x="6418" y="11687"/>
                  </a:lnTo>
                  <a:lnTo>
                    <a:pt x="0" y="11687"/>
                  </a:lnTo>
                </a:path>
              </a:pathLst>
            </a:custGeom>
            <a:noFill/>
            <a:ln w="53975">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任意多边形 42"/>
            <p:cNvSpPr/>
            <p:nvPr>
              <p:custDataLst>
                <p:tags r:id="rId5"/>
              </p:custDataLst>
            </p:nvPr>
          </p:nvSpPr>
          <p:spPr>
            <a:xfrm flipH="1" flipV="1">
              <a:off x="3716" y="2184"/>
              <a:ext cx="5754" cy="9823"/>
            </a:xfrm>
            <a:custGeom>
              <a:avLst/>
              <a:gdLst>
                <a:gd name="connsiteX0" fmla="*/ 6418 w 6418"/>
                <a:gd name="connsiteY0" fmla="*/ 0 h 11687"/>
                <a:gd name="connsiteX1" fmla="*/ 6418 w 6418"/>
                <a:gd name="connsiteY1" fmla="*/ 11687 h 11687"/>
                <a:gd name="connsiteX2" fmla="*/ 0 w 6418"/>
                <a:gd name="connsiteY2" fmla="*/ 11687 h 11687"/>
              </a:gdLst>
              <a:ahLst/>
              <a:cxnLst>
                <a:cxn ang="0">
                  <a:pos x="connsiteX0" y="connsiteY0"/>
                </a:cxn>
                <a:cxn ang="0">
                  <a:pos x="connsiteX1" y="connsiteY1"/>
                </a:cxn>
                <a:cxn ang="0">
                  <a:pos x="connsiteX2" y="connsiteY2"/>
                </a:cxn>
              </a:cxnLst>
              <a:rect l="l" t="t" r="r" b="b"/>
              <a:pathLst>
                <a:path w="6418" h="11687">
                  <a:moveTo>
                    <a:pt x="6418" y="0"/>
                  </a:moveTo>
                  <a:lnTo>
                    <a:pt x="6418" y="11687"/>
                  </a:lnTo>
                  <a:lnTo>
                    <a:pt x="0" y="11687"/>
                  </a:lnTo>
                </a:path>
              </a:pathLst>
            </a:custGeom>
            <a:noFill/>
            <a:ln w="95250">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2" name="Text 9"/>
          <p:cNvSpPr/>
          <p:nvPr/>
        </p:nvSpPr>
        <p:spPr>
          <a:xfrm>
            <a:off x="9525000" y="7010400"/>
            <a:ext cx="4984115" cy="363220"/>
          </a:xfrm>
          <a:prstGeom prst="rect">
            <a:avLst/>
          </a:prstGeom>
          <a:noFill/>
        </p:spPr>
        <p:txBody>
          <a:bodyPr wrap="none" lIns="0" tIns="0" rIns="0" bIns="0" rtlCol="0" anchor="t"/>
          <a:lstStyle/>
          <a:p>
            <a:pPr marL="0" indent="0" algn="ctr">
              <a:lnSpc>
                <a:spcPts val="2850"/>
              </a:lnSpc>
              <a:buNone/>
            </a:pPr>
            <a:r>
              <a:rPr lang="en-US" sz="2800" dirty="0">
                <a:solidFill>
                  <a:srgbClr val="4C4C4C"/>
                </a:solidFill>
                <a:ea typeface="黑体" panose="02010600030101010101" pitchFamily="49" charset="-122"/>
                <a:cs typeface="+mn-lt"/>
              </a:rPr>
              <a:t>Hadley Wickham </a:t>
            </a:r>
            <a:endParaRPr lang="en-US" sz="2800" dirty="0">
              <a:ea typeface="黑体" panose="02010600030101010101" pitchFamily="49" charset="-122"/>
              <a:cs typeface="+mn-lt"/>
            </a:endParaRPr>
          </a:p>
        </p:txBody>
      </p:sp>
      <p:grpSp>
        <p:nvGrpSpPr>
          <p:cNvPr id="69" name="组合 68"/>
          <p:cNvGrpSpPr/>
          <p:nvPr/>
        </p:nvGrpSpPr>
        <p:grpSpPr>
          <a:xfrm>
            <a:off x="685800" y="7086600"/>
            <a:ext cx="8983345" cy="783972"/>
            <a:chOff x="2997" y="10817"/>
            <a:chExt cx="13168" cy="1036"/>
          </a:xfrm>
          <a:solidFill>
            <a:srgbClr val="F0A222"/>
          </a:solidFill>
        </p:grpSpPr>
        <p:sp>
          <p:nvSpPr>
            <p:cNvPr id="70" name="Shape 3"/>
            <p:cNvSpPr/>
            <p:nvPr/>
          </p:nvSpPr>
          <p:spPr>
            <a:xfrm>
              <a:off x="2997" y="10817"/>
              <a:ext cx="13168" cy="1012"/>
            </a:xfrm>
            <a:prstGeom prst="roundRect">
              <a:avLst>
                <a:gd name="adj" fmla="val 6385"/>
              </a:avLst>
            </a:prstGeom>
            <a:grpFill/>
            <a:ln w="7620">
              <a:solidFill>
                <a:srgbClr val="CCC4B8"/>
              </a:solidFill>
              <a:prstDash val="solid"/>
            </a:ln>
            <a:effectLst>
              <a:outerShdw dist="12700" dir="2700000" algn="bl" rotWithShape="0">
                <a:srgbClr val="CCC4B8">
                  <a:alpha val="100000"/>
                </a:srgbClr>
              </a:outerShdw>
            </a:effectLst>
          </p:spPr>
        </p:sp>
        <p:sp>
          <p:nvSpPr>
            <p:cNvPr id="71" name="Text 4"/>
            <p:cNvSpPr/>
            <p:nvPr/>
          </p:nvSpPr>
          <p:spPr>
            <a:xfrm>
              <a:off x="3396" y="11271"/>
              <a:ext cx="6356" cy="582"/>
            </a:xfrm>
            <a:prstGeom prst="rect">
              <a:avLst/>
            </a:prstGeom>
            <a:grpFill/>
          </p:spPr>
          <p:txBody>
            <a:bodyPr wrap="none" lIns="0" tIns="0" rIns="0" bIns="0" rtlCol="0" anchor="t"/>
            <a:lstStyle/>
            <a:p>
              <a:pPr marL="0" indent="0" algn="l">
                <a:lnSpc>
                  <a:spcPts val="2100"/>
                </a:lnSpc>
                <a:buNone/>
              </a:pPr>
              <a:r>
                <a:rPr lang="zh-CN" altLang="en-US" sz="2800" dirty="0">
                  <a:solidFill>
                    <a:srgbClr val="000000"/>
                  </a:solidFill>
                  <a:latin typeface="Noto Serif Medium" pitchFamily="34" charset="0"/>
                  <a:ea typeface="Noto Serif Medium" pitchFamily="34" charset="-122"/>
                  <a:cs typeface="Noto Serif Medium" pitchFamily="34" charset="-120"/>
                </a:rPr>
                <a:t>复杂的事情可以变得简单</a:t>
              </a:r>
              <a:r>
                <a:rPr lang="en-US" altLang="zh-CN" sz="2800" dirty="0">
                  <a:solidFill>
                    <a:srgbClr val="000000"/>
                  </a:solidFill>
                  <a:latin typeface="Noto Serif Medium" pitchFamily="34" charset="0"/>
                  <a:ea typeface="Noto Serif Medium" pitchFamily="34" charset="-122"/>
                  <a:cs typeface="Noto Serif Medium" pitchFamily="34" charset="-120"/>
                </a:rPr>
                <a:t>，</a:t>
              </a:r>
              <a:r>
                <a:rPr lang="zh-CN" altLang="en-US" sz="2800" dirty="0">
                  <a:solidFill>
                    <a:srgbClr val="000000"/>
                  </a:solidFill>
                  <a:latin typeface="Noto Serif Medium" pitchFamily="34" charset="0"/>
                  <a:ea typeface="Noto Serif Medium" pitchFamily="34" charset="-122"/>
                  <a:cs typeface="Noto Serif Medium" pitchFamily="34" charset="-120"/>
                </a:rPr>
                <a:t>图表可以像说话一样简单</a:t>
              </a:r>
              <a:r>
                <a:rPr lang="en-US" altLang="zh-CN" sz="2800" dirty="0">
                  <a:solidFill>
                    <a:srgbClr val="000000"/>
                  </a:solidFill>
                  <a:latin typeface="Noto Serif Medium" pitchFamily="34" charset="0"/>
                  <a:ea typeface="Noto Serif Medium" pitchFamily="34" charset="-122"/>
                  <a:cs typeface="Noto Serif Medium" pitchFamily="34" charset="-120"/>
                </a:rPr>
                <a:t>！</a:t>
              </a:r>
              <a:endParaRPr lang="en-US" altLang="zh-CN" sz="2800" dirty="0">
                <a:solidFill>
                  <a:srgbClr val="000000"/>
                </a:solidFill>
                <a:latin typeface="Noto Serif Medium" pitchFamily="34" charset="0"/>
                <a:ea typeface="Noto Serif Medium" pitchFamily="34" charset="-122"/>
                <a:cs typeface="Noto Serif Medium" pitchFamily="34" charset="-120"/>
              </a:endParaRPr>
            </a:p>
          </p:txBody>
        </p:sp>
      </p:grpSp>
      <p:sp>
        <p:nvSpPr>
          <p:cNvPr id="5" name="文本框 4"/>
          <p:cNvSpPr txBox="1"/>
          <p:nvPr/>
        </p:nvSpPr>
        <p:spPr>
          <a:xfrm>
            <a:off x="762000" y="1219835"/>
            <a:ext cx="8460105" cy="590550"/>
          </a:xfrm>
          <a:prstGeom prst="rect">
            <a:avLst/>
          </a:prstGeom>
          <a:noFill/>
        </p:spPr>
        <p:txBody>
          <a:bodyPr wrap="square" rtlCol="0">
            <a:noAutofit/>
          </a:bodyPr>
          <a:lstStyle/>
          <a:p>
            <a:r>
              <a:rPr sz="2400" b="1" dirty="0">
                <a:solidFill>
                  <a:srgbClr val="618CAC"/>
                </a:solidFill>
                <a:latin typeface="微软雅黑" panose="020B0503020204020204" pitchFamily="34" charset="-122"/>
                <a:ea typeface="微软雅黑" panose="020B0503020204020204" pitchFamily="34" charset="-122"/>
                <a:sym typeface="+mn-ea"/>
              </a:rPr>
              <a:t>ggplot2 = Grammar of Graphics + plot + 2nd version</a:t>
            </a:r>
            <a:endParaRPr sz="2400" b="1" dirty="0">
              <a:solidFill>
                <a:srgbClr val="618CAC"/>
              </a:solidFill>
              <a:latin typeface="微软雅黑" panose="020B0503020204020204" pitchFamily="34" charset="-122"/>
              <a:ea typeface="微软雅黑" panose="020B0503020204020204" pitchFamily="34" charset="-122"/>
            </a:endParaRPr>
          </a:p>
          <a:p>
            <a:endParaRPr lang="zh-CN" altLang="en-US" sz="2400" b="1" dirty="0">
              <a:solidFill>
                <a:srgbClr val="618CAC"/>
              </a:solidFill>
              <a:latin typeface="微软雅黑" panose="020B0503020204020204" pitchFamily="34" charset="-122"/>
              <a:ea typeface="微软雅黑" panose="020B0503020204020204" pitchFamily="34" charset="-122"/>
            </a:endParaRPr>
          </a:p>
        </p:txBody>
      </p:sp>
      <p:pic>
        <p:nvPicPr>
          <p:cNvPr id="6" name="图片 5" descr="ggplot2特点"/>
          <p:cNvPicPr>
            <a:picLocks noChangeAspect="1"/>
          </p:cNvPicPr>
          <p:nvPr/>
        </p:nvPicPr>
        <p:blipFill>
          <a:blip r:embed="rId6"/>
          <a:stretch>
            <a:fillRect/>
          </a:stretch>
        </p:blipFill>
        <p:spPr>
          <a:xfrm>
            <a:off x="1905000" y="4877435"/>
            <a:ext cx="6459855" cy="2058035"/>
          </a:xfrm>
          <a:prstGeom prst="rect">
            <a:avLst/>
          </a:prstGeom>
        </p:spPr>
      </p:pic>
    </p:spTree>
  </p:cSld>
  <p:clrMapOvr>
    <a:masterClrMapping/>
  </p:clrMapOvr>
  <p:timing>
    <p:tnLst>
      <p:par>
        <p:cTn id="1" dur="indefinite" restart="never" nodeType="tmRoot"/>
      </p:par>
    </p:tnLst>
    <p:bldLst>
      <p:bldP spid="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标题 61"/>
          <p:cNvSpPr>
            <a:spLocks noGrp="1"/>
          </p:cNvSpPr>
          <p:nvPr>
            <p:ph type="title"/>
          </p:nvPr>
        </p:nvSpPr>
        <p:spPr/>
        <p:txBody>
          <a:bodyPr>
            <a:normAutofit/>
          </a:bodyPr>
          <a:p>
            <a:r>
              <a:rPr lang="en-US" altLang="zh-CN"/>
              <a:t>ggplot2</a:t>
            </a:r>
            <a:r>
              <a:rPr lang="zh-CN" altLang="en-US"/>
              <a:t>图形语法</a:t>
            </a:r>
            <a:endParaRPr lang="zh-CN" altLang="en-US"/>
          </a:p>
        </p:txBody>
      </p:sp>
      <p:sp>
        <p:nvSpPr>
          <p:cNvPr id="5" name="Text 2"/>
          <p:cNvSpPr/>
          <p:nvPr/>
        </p:nvSpPr>
        <p:spPr>
          <a:xfrm>
            <a:off x="690245" y="6739255"/>
            <a:ext cx="5229225" cy="328930"/>
          </a:xfrm>
          <a:prstGeom prst="rect">
            <a:avLst/>
          </a:prstGeom>
          <a:noFill/>
          <a:ln>
            <a:noFill/>
          </a:ln>
          <a:extLst>
            <a:ext uri="{909E8E84-426E-40DD-AFC4-6F175D3DCCD1}">
              <a14:hiddenFill xmlns:a14="http://schemas.microsoft.com/office/drawing/2010/main">
                <a:solidFill>
                  <a:srgbClr val="D4DCDC"/>
                </a:solidFill>
              </a14:hiddenFill>
            </a:ext>
          </a:extLst>
        </p:spPr>
        <p:txBody>
          <a:bodyPr wrap="none" lIns="0" tIns="0" rIns="0" bIns="0" rtlCol="0" anchor="t"/>
          <a:lstStyle/>
          <a:p>
            <a:pPr marL="0" indent="0" algn="l">
              <a:lnSpc>
                <a:spcPts val="2600"/>
              </a:lnSpc>
              <a:buNone/>
            </a:pPr>
            <a:r>
              <a:rPr lang="en-US" sz="3200" b="1" dirty="0">
                <a:solidFill>
                  <a:srgbClr val="4C4C4C"/>
                </a:solidFill>
                <a:latin typeface="黑体" panose="02010600030101010101" pitchFamily="49" charset="-122"/>
                <a:ea typeface="黑体" panose="02010600030101010101" pitchFamily="49" charset="-122"/>
                <a:cs typeface="黑体" panose="02010600030101010101" pitchFamily="49" charset="-122"/>
              </a:rPr>
              <a:t>复杂图表 = 简单图层的叠加</a:t>
            </a:r>
            <a:endParaRPr lang="en-US" sz="3200" b="1"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p:txBody>
      </p:sp>
      <p:sp>
        <p:nvSpPr>
          <p:cNvPr id="7" name="文本框 6"/>
          <p:cNvSpPr txBox="1"/>
          <p:nvPr/>
        </p:nvSpPr>
        <p:spPr>
          <a:xfrm>
            <a:off x="579120" y="1273175"/>
            <a:ext cx="2565400" cy="460375"/>
          </a:xfrm>
          <a:prstGeom prst="rect">
            <a:avLst/>
          </a:prstGeom>
          <a:solidFill>
            <a:srgbClr val="F6C678"/>
          </a:solidFill>
        </p:spPr>
        <p:txBody>
          <a:bodyPr wrap="square" rtlCol="0">
            <a:spAutoFit/>
          </a:bodyPr>
          <a:lstStyle/>
          <a:p>
            <a:r>
              <a:rPr lang="en-US" altLang="zh-CN" sz="2400" b="1">
                <a:solidFill>
                  <a:schemeClr val="bg1"/>
                </a:solidFill>
                <a:latin typeface="黑体" panose="02010600030101010101" pitchFamily="49" charset="-122"/>
                <a:ea typeface="黑体" panose="02010600030101010101" pitchFamily="49" charset="-122"/>
                <a:cs typeface="黑体" panose="02010600030101010101" pitchFamily="49" charset="-122"/>
              </a:rPr>
              <a:t>ggplot2</a:t>
            </a:r>
            <a:r>
              <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rPr>
              <a:t>图形组件</a:t>
            </a:r>
            <a:endPar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endParaRPr>
          </a:p>
        </p:txBody>
      </p:sp>
      <p:sp>
        <p:nvSpPr>
          <p:cNvPr id="43" name="菱形 42"/>
          <p:cNvSpPr/>
          <p:nvPr/>
        </p:nvSpPr>
        <p:spPr>
          <a:xfrm>
            <a:off x="2936667" y="4991911"/>
            <a:ext cx="3336290" cy="805815"/>
          </a:xfrm>
          <a:prstGeom prst="diamond">
            <a:avLst/>
          </a:prstGeom>
          <a:solidFill>
            <a:srgbClr val="5695A0"/>
          </a:solidFill>
          <a:ln>
            <a:solidFill>
              <a:srgbClr val="5695A0"/>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rgbClr val="5695A0"/>
              </a:solidFill>
              <a:latin typeface="Arial" panose="020B0604020202090204" pitchFamily="34" charset="0"/>
              <a:ea typeface="微软雅黑" panose="020B0503020204020204" pitchFamily="34" charset="-122"/>
            </a:endParaRPr>
          </a:p>
        </p:txBody>
      </p:sp>
      <p:sp>
        <p:nvSpPr>
          <p:cNvPr id="44" name="文本框 43"/>
          <p:cNvSpPr txBox="1"/>
          <p:nvPr/>
        </p:nvSpPr>
        <p:spPr>
          <a:xfrm>
            <a:off x="951806" y="5134292"/>
            <a:ext cx="1835795" cy="540385"/>
          </a:xfrm>
          <a:prstGeom prst="rect">
            <a:avLst/>
          </a:prstGeom>
          <a:noFill/>
        </p:spPr>
        <p:txBody>
          <a:bodyPr wrap="square" rtlCol="0">
            <a:noAutofit/>
          </a:bodyPr>
          <a:lstStyle/>
          <a:p>
            <a:pPr algn="r">
              <a:lnSpc>
                <a:spcPct val="140000"/>
              </a:lnSpc>
            </a:pPr>
            <a:r>
              <a:rPr lang="zh-CN" altLang="en-US" sz="2400" kern="100" dirty="0">
                <a:solidFill>
                  <a:srgbClr val="005F73"/>
                </a:solidFill>
                <a:effectLst/>
                <a:latin typeface="微软雅黑" panose="020B0503020204020204" pitchFamily="34" charset="-122"/>
                <a:cs typeface="江城圆体 400W" panose="020B0500000000000000" pitchFamily="34" charset="-122"/>
              </a:rPr>
              <a:t>数据</a:t>
            </a:r>
            <a:r>
              <a:rPr lang="en-US" altLang="zh-CN" sz="2400" kern="100" dirty="0">
                <a:solidFill>
                  <a:srgbClr val="005F73"/>
                </a:solidFill>
                <a:effectLst/>
                <a:latin typeface="微软雅黑" panose="020B0503020204020204" pitchFamily="34" charset="-122"/>
                <a:cs typeface="江城圆体 400W" panose="020B0500000000000000" pitchFamily="34" charset="-122"/>
              </a:rPr>
              <a:t>(Data)</a:t>
            </a:r>
            <a:endParaRPr lang="zh-CN" altLang="en-US" sz="2400" kern="100" dirty="0">
              <a:solidFill>
                <a:srgbClr val="005F73"/>
              </a:solidFill>
              <a:effectLst/>
              <a:latin typeface="微软雅黑" panose="020B0503020204020204" pitchFamily="34" charset="-122"/>
              <a:cs typeface="江城圆体 400W" panose="020B0500000000000000" pitchFamily="34" charset="-122"/>
            </a:endParaRPr>
          </a:p>
        </p:txBody>
      </p:sp>
      <p:sp>
        <p:nvSpPr>
          <p:cNvPr id="45" name="菱形 44"/>
          <p:cNvSpPr/>
          <p:nvPr/>
        </p:nvSpPr>
        <p:spPr>
          <a:xfrm>
            <a:off x="2937302" y="4490261"/>
            <a:ext cx="3336290" cy="805815"/>
          </a:xfrm>
          <a:prstGeom prst="diamond">
            <a:avLst/>
          </a:prstGeom>
          <a:solidFill>
            <a:srgbClr val="3AA8A9"/>
          </a:solidFill>
          <a:ln>
            <a:solidFill>
              <a:srgbClr val="3AA8A9"/>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rgbClr val="3AA8A9"/>
              </a:solidFill>
              <a:latin typeface="Arial" panose="020B0604020202090204" pitchFamily="34" charset="0"/>
              <a:ea typeface="微软雅黑" panose="020B0503020204020204" pitchFamily="34" charset="-122"/>
            </a:endParaRPr>
          </a:p>
        </p:txBody>
      </p:sp>
      <p:sp>
        <p:nvSpPr>
          <p:cNvPr id="46" name="文本框 45"/>
          <p:cNvSpPr txBox="1"/>
          <p:nvPr/>
        </p:nvSpPr>
        <p:spPr>
          <a:xfrm>
            <a:off x="457786" y="4548187"/>
            <a:ext cx="2329180" cy="540385"/>
          </a:xfrm>
          <a:prstGeom prst="rect">
            <a:avLst/>
          </a:prstGeom>
          <a:noFill/>
        </p:spPr>
        <p:txBody>
          <a:bodyPr wrap="square" rtlCol="0">
            <a:noAutofit/>
          </a:bodyPr>
          <a:lstStyle/>
          <a:p>
            <a:pPr algn="r">
              <a:lnSpc>
                <a:spcPct val="140000"/>
              </a:lnSpc>
            </a:pPr>
            <a:r>
              <a:rPr lang="zh-CN" altLang="en-US" sz="2400" kern="100" dirty="0">
                <a:solidFill>
                  <a:srgbClr val="0A9396"/>
                </a:solidFill>
                <a:effectLst/>
                <a:latin typeface="微软雅黑" panose="020B0503020204020204" pitchFamily="34" charset="-122"/>
                <a:cs typeface="江城圆体 400W" panose="020B0500000000000000" pitchFamily="34" charset="-122"/>
              </a:rPr>
              <a:t>美学映射</a:t>
            </a:r>
            <a:r>
              <a:rPr lang="en-US" altLang="zh-CN" sz="2400" kern="100" dirty="0">
                <a:solidFill>
                  <a:srgbClr val="0A9396"/>
                </a:solidFill>
                <a:effectLst/>
                <a:latin typeface="微软雅黑" panose="020B0503020204020204" pitchFamily="34" charset="-122"/>
                <a:cs typeface="江城圆体 400W" panose="020B0500000000000000" pitchFamily="34" charset="-122"/>
              </a:rPr>
              <a:t>(</a:t>
            </a:r>
            <a:r>
              <a:rPr lang="en-US" altLang="zh-CN" sz="2400" kern="100" dirty="0" err="1">
                <a:solidFill>
                  <a:srgbClr val="0A9396"/>
                </a:solidFill>
                <a:effectLst/>
                <a:latin typeface="微软雅黑" panose="020B0503020204020204" pitchFamily="34" charset="-122"/>
                <a:cs typeface="江城圆体 400W" panose="020B0500000000000000" pitchFamily="34" charset="-122"/>
              </a:rPr>
              <a:t>Aes</a:t>
            </a:r>
            <a:r>
              <a:rPr lang="en-US" altLang="zh-CN" sz="2400" kern="100" dirty="0">
                <a:solidFill>
                  <a:srgbClr val="0A9396"/>
                </a:solidFill>
                <a:effectLst/>
                <a:latin typeface="微软雅黑" panose="020B0503020204020204" pitchFamily="34" charset="-122"/>
                <a:cs typeface="江城圆体 400W" panose="020B0500000000000000" pitchFamily="34" charset="-122"/>
              </a:rPr>
              <a:t>)</a:t>
            </a:r>
            <a:endParaRPr lang="zh-CN" altLang="en-US" sz="2400" kern="100" dirty="0">
              <a:solidFill>
                <a:srgbClr val="0A9396"/>
              </a:solidFill>
              <a:effectLst/>
              <a:latin typeface="微软雅黑" panose="020B0503020204020204" pitchFamily="34" charset="-122"/>
              <a:cs typeface="江城圆体 400W" panose="020B0500000000000000" pitchFamily="34" charset="-122"/>
            </a:endParaRPr>
          </a:p>
        </p:txBody>
      </p:sp>
      <p:sp>
        <p:nvSpPr>
          <p:cNvPr id="47" name="菱形 46"/>
          <p:cNvSpPr/>
          <p:nvPr/>
        </p:nvSpPr>
        <p:spPr>
          <a:xfrm>
            <a:off x="2922697" y="4020361"/>
            <a:ext cx="3336290" cy="805815"/>
          </a:xfrm>
          <a:prstGeom prst="diamond">
            <a:avLst/>
          </a:prstGeom>
          <a:solidFill>
            <a:srgbClr val="A8DAC8"/>
          </a:solidFill>
          <a:ln>
            <a:solidFill>
              <a:srgbClr val="A8DAC8"/>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rgbClr val="A8DAC8"/>
              </a:solidFill>
              <a:latin typeface="Arial" panose="020B0604020202090204" pitchFamily="34" charset="0"/>
              <a:ea typeface="微软雅黑" panose="020B0503020204020204" pitchFamily="34" charset="-122"/>
            </a:endParaRPr>
          </a:p>
        </p:txBody>
      </p:sp>
      <p:sp>
        <p:nvSpPr>
          <p:cNvPr id="48" name="文本框 47"/>
          <p:cNvSpPr txBox="1"/>
          <p:nvPr/>
        </p:nvSpPr>
        <p:spPr>
          <a:xfrm>
            <a:off x="220930" y="3984942"/>
            <a:ext cx="2507179" cy="540385"/>
          </a:xfrm>
          <a:prstGeom prst="rect">
            <a:avLst/>
          </a:prstGeom>
          <a:noFill/>
        </p:spPr>
        <p:txBody>
          <a:bodyPr wrap="square" rtlCol="0">
            <a:noAutofit/>
          </a:bodyPr>
          <a:lstStyle/>
          <a:p>
            <a:pPr algn="r">
              <a:lnSpc>
                <a:spcPct val="140000"/>
              </a:lnSpc>
            </a:pPr>
            <a:r>
              <a:rPr lang="zh-CN" altLang="en-US" sz="2400" kern="100" dirty="0">
                <a:solidFill>
                  <a:srgbClr val="94AAA2"/>
                </a:solidFill>
                <a:effectLst/>
                <a:latin typeface="微软雅黑" panose="020B0503020204020204" pitchFamily="34" charset="-122"/>
                <a:cs typeface="江城圆体 400W" panose="020B0500000000000000" pitchFamily="34" charset="-122"/>
              </a:rPr>
              <a:t>几何对象</a:t>
            </a:r>
            <a:r>
              <a:rPr lang="en-US" altLang="zh-CN" sz="2400" kern="100" dirty="0">
                <a:solidFill>
                  <a:srgbClr val="94AAA2"/>
                </a:solidFill>
                <a:effectLst/>
                <a:latin typeface="微软雅黑" panose="020B0503020204020204" pitchFamily="34" charset="-122"/>
                <a:cs typeface="江城圆体 400W" panose="020B0500000000000000" pitchFamily="34" charset="-122"/>
              </a:rPr>
              <a:t>(</a:t>
            </a:r>
            <a:r>
              <a:rPr lang="en-US" altLang="zh-CN" sz="2400" kern="100" dirty="0" err="1">
                <a:solidFill>
                  <a:srgbClr val="94AAA2"/>
                </a:solidFill>
                <a:effectLst/>
                <a:latin typeface="微软雅黑" panose="020B0503020204020204" pitchFamily="34" charset="-122"/>
                <a:cs typeface="江城圆体 400W" panose="020B0500000000000000" pitchFamily="34" charset="-122"/>
              </a:rPr>
              <a:t>Geom</a:t>
            </a:r>
            <a:r>
              <a:rPr lang="en-US" altLang="zh-CN" sz="2400" kern="100" dirty="0">
                <a:solidFill>
                  <a:srgbClr val="94AAA2"/>
                </a:solidFill>
                <a:effectLst/>
                <a:latin typeface="微软雅黑" panose="020B0503020204020204" pitchFamily="34" charset="-122"/>
                <a:cs typeface="江城圆体 400W" panose="020B0500000000000000" pitchFamily="34" charset="-122"/>
              </a:rPr>
              <a:t>)</a:t>
            </a:r>
            <a:endParaRPr lang="zh-CN" altLang="en-US" sz="2400" kern="100" dirty="0">
              <a:solidFill>
                <a:srgbClr val="94AAA2"/>
              </a:solidFill>
              <a:effectLst/>
              <a:latin typeface="微软雅黑" panose="020B0503020204020204" pitchFamily="34" charset="-122"/>
              <a:cs typeface="江城圆体 400W" panose="020B0500000000000000" pitchFamily="34" charset="-122"/>
            </a:endParaRPr>
          </a:p>
        </p:txBody>
      </p:sp>
      <p:sp>
        <p:nvSpPr>
          <p:cNvPr id="49" name="菱形 48"/>
          <p:cNvSpPr/>
          <p:nvPr/>
        </p:nvSpPr>
        <p:spPr>
          <a:xfrm>
            <a:off x="2937302" y="3502201"/>
            <a:ext cx="3336290" cy="805815"/>
          </a:xfrm>
          <a:prstGeom prst="diamond">
            <a:avLst/>
          </a:prstGeom>
          <a:solidFill>
            <a:srgbClr val="D8D0B7"/>
          </a:solidFill>
          <a:ln>
            <a:solidFill>
              <a:srgbClr val="D8D0B7"/>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rgbClr val="D8D0B7"/>
              </a:solidFill>
              <a:latin typeface="Arial" panose="020B0604020202090204" pitchFamily="34" charset="0"/>
              <a:ea typeface="微软雅黑" panose="020B0503020204020204" pitchFamily="34" charset="-122"/>
            </a:endParaRPr>
          </a:p>
        </p:txBody>
      </p:sp>
      <p:sp>
        <p:nvSpPr>
          <p:cNvPr id="50" name="文本框 49"/>
          <p:cNvSpPr txBox="1"/>
          <p:nvPr/>
        </p:nvSpPr>
        <p:spPr>
          <a:xfrm>
            <a:off x="690196" y="3529012"/>
            <a:ext cx="2111375" cy="540385"/>
          </a:xfrm>
          <a:prstGeom prst="rect">
            <a:avLst/>
          </a:prstGeom>
          <a:noFill/>
        </p:spPr>
        <p:txBody>
          <a:bodyPr wrap="square" rtlCol="0">
            <a:noAutofit/>
          </a:bodyPr>
          <a:lstStyle/>
          <a:p>
            <a:pPr algn="r">
              <a:lnSpc>
                <a:spcPct val="140000"/>
              </a:lnSpc>
            </a:pPr>
            <a:r>
              <a:rPr lang="zh-CN" altLang="en-US" sz="2400" kern="100" dirty="0">
                <a:solidFill>
                  <a:srgbClr val="B6AF98"/>
                </a:solidFill>
                <a:effectLst/>
                <a:latin typeface="微软雅黑" panose="020B0503020204020204" pitchFamily="34" charset="-122"/>
                <a:cs typeface="江城圆体 400W" panose="020B0500000000000000" pitchFamily="34" charset="-122"/>
              </a:rPr>
              <a:t>分面</a:t>
            </a:r>
            <a:r>
              <a:rPr lang="en-US" altLang="zh-CN" sz="2400" kern="100" dirty="0">
                <a:solidFill>
                  <a:srgbClr val="B6AF98"/>
                </a:solidFill>
                <a:effectLst/>
                <a:latin typeface="微软雅黑" panose="020B0503020204020204" pitchFamily="34" charset="-122"/>
                <a:cs typeface="江城圆体 400W" panose="020B0500000000000000" pitchFamily="34" charset="-122"/>
              </a:rPr>
              <a:t>(Facets)</a:t>
            </a:r>
            <a:endParaRPr lang="zh-CN" altLang="en-US" sz="2400" kern="100" dirty="0">
              <a:solidFill>
                <a:srgbClr val="B6AF98"/>
              </a:solidFill>
              <a:effectLst/>
              <a:latin typeface="微软雅黑" panose="020B0503020204020204" pitchFamily="34" charset="-122"/>
              <a:cs typeface="江城圆体 400W" panose="020B0500000000000000" pitchFamily="34" charset="-122"/>
            </a:endParaRPr>
          </a:p>
        </p:txBody>
      </p:sp>
      <p:sp>
        <p:nvSpPr>
          <p:cNvPr id="51" name="菱形 50"/>
          <p:cNvSpPr/>
          <p:nvPr/>
        </p:nvSpPr>
        <p:spPr>
          <a:xfrm>
            <a:off x="2912537" y="3048176"/>
            <a:ext cx="3336290" cy="805815"/>
          </a:xfrm>
          <a:prstGeom prst="diamond">
            <a:avLst/>
          </a:prstGeom>
          <a:solidFill>
            <a:srgbClr val="F0AE31"/>
          </a:solidFill>
          <a:ln>
            <a:solidFill>
              <a:srgbClr val="F0AE31"/>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rgbClr val="F0AE31"/>
              </a:solidFill>
              <a:latin typeface="Arial" panose="020B0604020202090204" pitchFamily="34" charset="0"/>
              <a:ea typeface="微软雅黑" panose="020B0503020204020204" pitchFamily="34" charset="-122"/>
            </a:endParaRPr>
          </a:p>
        </p:txBody>
      </p:sp>
      <p:sp>
        <p:nvSpPr>
          <p:cNvPr id="52" name="文本框 51"/>
          <p:cNvSpPr txBox="1"/>
          <p:nvPr/>
        </p:nvSpPr>
        <p:spPr>
          <a:xfrm>
            <a:off x="579231" y="3074987"/>
            <a:ext cx="2210276" cy="540385"/>
          </a:xfrm>
          <a:prstGeom prst="rect">
            <a:avLst/>
          </a:prstGeom>
          <a:noFill/>
        </p:spPr>
        <p:txBody>
          <a:bodyPr wrap="square" rtlCol="0">
            <a:noAutofit/>
          </a:bodyPr>
          <a:lstStyle/>
          <a:p>
            <a:pPr algn="r">
              <a:lnSpc>
                <a:spcPct val="140000"/>
              </a:lnSpc>
            </a:pPr>
            <a:r>
              <a:rPr lang="zh-CN" altLang="en-US" sz="2400" kern="100" dirty="0">
                <a:solidFill>
                  <a:srgbClr val="EE9B00"/>
                </a:solidFill>
                <a:effectLst/>
                <a:latin typeface="微软雅黑" panose="020B0503020204020204" pitchFamily="34" charset="-122"/>
                <a:cs typeface="江城圆体 400W" panose="020B0500000000000000" pitchFamily="34" charset="-122"/>
              </a:rPr>
              <a:t>统计</a:t>
            </a:r>
            <a:r>
              <a:rPr lang="en-US" altLang="zh-CN" sz="2400" kern="100" dirty="0">
                <a:solidFill>
                  <a:srgbClr val="EE9B00"/>
                </a:solidFill>
                <a:effectLst/>
                <a:latin typeface="微软雅黑" panose="020B0503020204020204" pitchFamily="34" charset="-122"/>
                <a:cs typeface="江城圆体 400W" panose="020B0500000000000000" pitchFamily="34" charset="-122"/>
              </a:rPr>
              <a:t>(Statistics)</a:t>
            </a:r>
            <a:endParaRPr lang="zh-CN" altLang="en-US" sz="2400" kern="100" dirty="0">
              <a:solidFill>
                <a:srgbClr val="EE9B00"/>
              </a:solidFill>
              <a:effectLst/>
              <a:latin typeface="微软雅黑" panose="020B0503020204020204" pitchFamily="34" charset="-122"/>
              <a:cs typeface="江城圆体 400W" panose="020B0500000000000000" pitchFamily="34" charset="-122"/>
            </a:endParaRPr>
          </a:p>
        </p:txBody>
      </p:sp>
      <p:sp>
        <p:nvSpPr>
          <p:cNvPr id="53" name="菱形 52"/>
          <p:cNvSpPr/>
          <p:nvPr/>
        </p:nvSpPr>
        <p:spPr>
          <a:xfrm>
            <a:off x="2937302" y="2592881"/>
            <a:ext cx="3336290" cy="805815"/>
          </a:xfrm>
          <a:prstGeom prst="diamond">
            <a:avLst/>
          </a:prstGeom>
          <a:solidFill>
            <a:srgbClr val="D48433"/>
          </a:solidFill>
          <a:ln>
            <a:solidFill>
              <a:srgbClr val="D48433"/>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rgbClr val="D48433"/>
              </a:solidFill>
              <a:latin typeface="Arial" panose="020B0604020202090204" pitchFamily="34" charset="0"/>
              <a:ea typeface="微软雅黑" panose="020B0503020204020204" pitchFamily="34" charset="-122"/>
            </a:endParaRPr>
          </a:p>
        </p:txBody>
      </p:sp>
      <p:sp>
        <p:nvSpPr>
          <p:cNvPr id="54" name="文本框 53"/>
          <p:cNvSpPr txBox="1"/>
          <p:nvPr/>
        </p:nvSpPr>
        <p:spPr>
          <a:xfrm>
            <a:off x="220930" y="2619692"/>
            <a:ext cx="2580641" cy="540385"/>
          </a:xfrm>
          <a:prstGeom prst="rect">
            <a:avLst/>
          </a:prstGeom>
          <a:noFill/>
        </p:spPr>
        <p:txBody>
          <a:bodyPr wrap="square" rtlCol="0">
            <a:noAutofit/>
          </a:bodyPr>
          <a:lstStyle/>
          <a:p>
            <a:pPr algn="r">
              <a:lnSpc>
                <a:spcPct val="140000"/>
              </a:lnSpc>
            </a:pPr>
            <a:r>
              <a:rPr lang="zh-CN" altLang="en-US" sz="2400" kern="100" dirty="0">
                <a:solidFill>
                  <a:srgbClr val="CA6702"/>
                </a:solidFill>
                <a:effectLst/>
                <a:latin typeface="微软雅黑" panose="020B0503020204020204" pitchFamily="34" charset="-122"/>
                <a:cs typeface="江城圆体 400W" panose="020B0500000000000000" pitchFamily="34" charset="-122"/>
              </a:rPr>
              <a:t>坐标系</a:t>
            </a:r>
            <a:r>
              <a:rPr lang="en-US" altLang="zh-CN" sz="2400" kern="100" dirty="0">
                <a:solidFill>
                  <a:srgbClr val="CA6702"/>
                </a:solidFill>
                <a:effectLst/>
                <a:latin typeface="微软雅黑" panose="020B0503020204020204" pitchFamily="34" charset="-122"/>
                <a:cs typeface="江城圆体 400W" panose="020B0500000000000000" pitchFamily="34" charset="-122"/>
              </a:rPr>
              <a:t>(Coord)</a:t>
            </a:r>
            <a:endParaRPr lang="zh-CN" altLang="en-US" sz="2400" kern="100" dirty="0">
              <a:solidFill>
                <a:srgbClr val="CA6702"/>
              </a:solidFill>
              <a:effectLst/>
              <a:latin typeface="微软雅黑" panose="020B0503020204020204" pitchFamily="34" charset="-122"/>
              <a:cs typeface="江城圆体 400W" panose="020B0500000000000000" pitchFamily="34" charset="-122"/>
            </a:endParaRPr>
          </a:p>
        </p:txBody>
      </p:sp>
      <p:sp>
        <p:nvSpPr>
          <p:cNvPr id="55" name="菱形 54"/>
          <p:cNvSpPr/>
          <p:nvPr/>
        </p:nvSpPr>
        <p:spPr>
          <a:xfrm>
            <a:off x="2922697" y="2072181"/>
            <a:ext cx="3336290" cy="805815"/>
          </a:xfrm>
          <a:prstGeom prst="diamond">
            <a:avLst/>
          </a:prstGeom>
          <a:solidFill>
            <a:srgbClr val="BB3E03"/>
          </a:solidFill>
          <a:ln>
            <a:solidFill>
              <a:srgbClr val="BB3E03"/>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dirty="0">
              <a:solidFill>
                <a:srgbClr val="BB3E03"/>
              </a:solidFill>
              <a:latin typeface="Arial" panose="020B0604020202090204" pitchFamily="34" charset="0"/>
              <a:ea typeface="微软雅黑" panose="020B0503020204020204" pitchFamily="34" charset="-122"/>
            </a:endParaRPr>
          </a:p>
        </p:txBody>
      </p:sp>
      <p:sp>
        <p:nvSpPr>
          <p:cNvPr id="56" name="文本框 55"/>
          <p:cNvSpPr txBox="1"/>
          <p:nvPr/>
        </p:nvSpPr>
        <p:spPr>
          <a:xfrm>
            <a:off x="675591" y="2098992"/>
            <a:ext cx="2111375" cy="540385"/>
          </a:xfrm>
          <a:prstGeom prst="rect">
            <a:avLst/>
          </a:prstGeom>
          <a:noFill/>
        </p:spPr>
        <p:txBody>
          <a:bodyPr wrap="square" rtlCol="0">
            <a:noAutofit/>
          </a:bodyPr>
          <a:lstStyle/>
          <a:p>
            <a:pPr algn="r">
              <a:lnSpc>
                <a:spcPct val="140000"/>
              </a:lnSpc>
            </a:pPr>
            <a:r>
              <a:rPr lang="zh-CN" altLang="en-US" sz="2400" kern="100" dirty="0">
                <a:solidFill>
                  <a:srgbClr val="BB3E03"/>
                </a:solidFill>
                <a:effectLst/>
                <a:latin typeface="微软雅黑" panose="020B0503020204020204" pitchFamily="34" charset="-122"/>
                <a:cs typeface="江城圆体 400W" panose="020B0500000000000000" pitchFamily="34" charset="-122"/>
              </a:rPr>
              <a:t>主题</a:t>
            </a:r>
            <a:r>
              <a:rPr lang="en-US" altLang="zh-CN" sz="2400" kern="100" dirty="0">
                <a:solidFill>
                  <a:srgbClr val="BB3E03"/>
                </a:solidFill>
                <a:effectLst/>
                <a:latin typeface="微软雅黑" panose="020B0503020204020204" pitchFamily="34" charset="-122"/>
                <a:cs typeface="江城圆体 400W" panose="020B0500000000000000" pitchFamily="34" charset="-122"/>
              </a:rPr>
              <a:t>(Theme</a:t>
            </a:r>
            <a:r>
              <a:rPr lang="en-US" altLang="zh-CN" sz="2400" kern="100" dirty="0">
                <a:solidFill>
                  <a:srgbClr val="BB3E03"/>
                </a:solidFill>
                <a:latin typeface="微软雅黑" panose="020B0503020204020204" pitchFamily="34" charset="-122"/>
                <a:cs typeface="江城圆体 400W" panose="020B0500000000000000" pitchFamily="34" charset="-122"/>
              </a:rPr>
              <a:t>)</a:t>
            </a:r>
            <a:endParaRPr lang="zh-CN" altLang="en-US" sz="2400" kern="100" dirty="0">
              <a:solidFill>
                <a:srgbClr val="BB3E03"/>
              </a:solidFill>
              <a:effectLst/>
              <a:latin typeface="微软雅黑" panose="020B0503020204020204" pitchFamily="34" charset="-122"/>
              <a:cs typeface="江城圆体 400W" panose="020B0500000000000000" pitchFamily="34" charset="-122"/>
            </a:endParaRPr>
          </a:p>
        </p:txBody>
      </p:sp>
      <p:sp>
        <p:nvSpPr>
          <p:cNvPr id="8" name="Shape 5"/>
          <p:cNvSpPr/>
          <p:nvPr>
            <p:custDataLst>
              <p:tags r:id="rId1"/>
            </p:custDataLst>
          </p:nvPr>
        </p:nvSpPr>
        <p:spPr>
          <a:xfrm>
            <a:off x="7577971" y="2313980"/>
            <a:ext cx="470654" cy="470654"/>
          </a:xfrm>
          <a:prstGeom prst="roundRect">
            <a:avLst>
              <a:gd name="adj" fmla="val 18669"/>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sp>
      <p:sp>
        <p:nvSpPr>
          <p:cNvPr id="9" name="Text 6"/>
          <p:cNvSpPr/>
          <p:nvPr>
            <p:custDataLst>
              <p:tags r:id="rId2"/>
            </p:custDataLst>
          </p:nvPr>
        </p:nvSpPr>
        <p:spPr>
          <a:xfrm>
            <a:off x="7656374" y="2353151"/>
            <a:ext cx="313730" cy="392192"/>
          </a:xfrm>
          <a:prstGeom prst="rect">
            <a:avLst/>
          </a:prstGeom>
          <a:noFill/>
        </p:spPr>
        <p:txBody>
          <a:bodyPr wrap="none" lIns="0" tIns="0" rIns="0" bIns="0" rtlCol="0" anchor="t"/>
          <a:lstStyle/>
          <a:p>
            <a:pPr marL="0" indent="0" algn="ctr">
              <a:lnSpc>
                <a:spcPts val="2450"/>
              </a:lnSpc>
              <a:buNone/>
            </a:pPr>
            <a:r>
              <a:rPr lang="en-US" sz="2450" dirty="0">
                <a:solidFill>
                  <a:srgbClr val="000000"/>
                </a:solidFill>
                <a:latin typeface="黑体" panose="02010600030101010101" pitchFamily="49" charset="-122"/>
                <a:ea typeface="黑体" panose="02010600030101010101" pitchFamily="49" charset="-122"/>
                <a:cs typeface="Noto Serif Medium" pitchFamily="34" charset="-120"/>
              </a:rPr>
              <a:t>1</a:t>
            </a:r>
            <a:endParaRPr lang="en-US" sz="2450" dirty="0">
              <a:latin typeface="黑体" panose="02010600030101010101" pitchFamily="49" charset="-122"/>
              <a:ea typeface="黑体" panose="02010600030101010101" pitchFamily="49" charset="-122"/>
            </a:endParaRPr>
          </a:p>
        </p:txBody>
      </p:sp>
      <p:sp>
        <p:nvSpPr>
          <p:cNvPr id="10" name="Text 7"/>
          <p:cNvSpPr/>
          <p:nvPr>
            <p:custDataLst>
              <p:tags r:id="rId3"/>
            </p:custDataLst>
          </p:nvPr>
        </p:nvSpPr>
        <p:spPr>
          <a:xfrm>
            <a:off x="8257818" y="2385774"/>
            <a:ext cx="2892623" cy="326827"/>
          </a:xfrm>
          <a:prstGeom prst="rect">
            <a:avLst/>
          </a:prstGeom>
          <a:noFill/>
        </p:spPr>
        <p:txBody>
          <a:bodyPr wrap="none" lIns="0" tIns="0" rIns="0" bIns="0" rtlCol="0" anchor="t"/>
          <a:lstStyle/>
          <a:p>
            <a:pPr marL="0" indent="0" algn="l">
              <a:lnSpc>
                <a:spcPts val="2550"/>
              </a:lnSpc>
              <a:buNone/>
            </a:pPr>
            <a:r>
              <a:rPr lang="en-US" sz="2400" dirty="0">
                <a:solidFill>
                  <a:srgbClr val="4C4C4C"/>
                </a:solidFill>
                <a:latin typeface="黑体" panose="02010600030101010101" pitchFamily="49" charset="-122"/>
                <a:ea typeface="黑体" panose="02010600030101010101" pitchFamily="49" charset="-122"/>
                <a:cs typeface="Noto Serif Medium" pitchFamily="34" charset="-120"/>
              </a:rPr>
              <a:t>理解 ggplot2 的绘图语法</a:t>
            </a:r>
            <a:endParaRPr lang="en-US" sz="2400" dirty="0">
              <a:solidFill>
                <a:srgbClr val="4C4C4C"/>
              </a:solidFill>
              <a:latin typeface="黑体" panose="02010600030101010101" pitchFamily="49" charset="-122"/>
              <a:ea typeface="黑体" panose="02010600030101010101" pitchFamily="49" charset="-122"/>
              <a:cs typeface="Noto Serif Medium" pitchFamily="34" charset="-120"/>
            </a:endParaRPr>
          </a:p>
        </p:txBody>
      </p:sp>
      <p:sp>
        <p:nvSpPr>
          <p:cNvPr id="11" name="Text 8"/>
          <p:cNvSpPr/>
          <p:nvPr>
            <p:custDataLst>
              <p:tags r:id="rId4"/>
            </p:custDataLst>
          </p:nvPr>
        </p:nvSpPr>
        <p:spPr>
          <a:xfrm>
            <a:off x="8257818" y="2921794"/>
            <a:ext cx="5648087" cy="334685"/>
          </a:xfrm>
          <a:prstGeom prst="rect">
            <a:avLst/>
          </a:prstGeom>
          <a:noFill/>
        </p:spPr>
        <p:txBody>
          <a:bodyPr wrap="none" lIns="0" tIns="0" rIns="0" bIns="0" rtlCol="0" anchor="t"/>
          <a:lstStyle/>
          <a:p>
            <a:pPr marL="0" indent="0" algn="l">
              <a:lnSpc>
                <a:spcPts val="2600"/>
              </a:lnSpc>
              <a:buNone/>
            </a:pPr>
            <a:r>
              <a:rPr lang="en-US" dirty="0">
                <a:solidFill>
                  <a:srgbClr val="4C4C4C"/>
                </a:solidFill>
                <a:latin typeface="黑体" panose="02010600030101010101" pitchFamily="49" charset="-122"/>
                <a:ea typeface="黑体" panose="02010600030101010101" pitchFamily="49" charset="-122"/>
                <a:cs typeface="Noto Serif" pitchFamily="34" charset="-120"/>
              </a:rPr>
              <a:t>数据（data）+ 美学映射（aes）+ 几何对象（geom）</a:t>
            </a:r>
            <a:endParaRPr lang="en-US" dirty="0">
              <a:solidFill>
                <a:srgbClr val="4C4C4C"/>
              </a:solidFill>
              <a:latin typeface="黑体" panose="02010600030101010101" pitchFamily="49" charset="-122"/>
              <a:ea typeface="黑体" panose="02010600030101010101" pitchFamily="49" charset="-122"/>
              <a:cs typeface="Noto Serif" pitchFamily="34" charset="-120"/>
            </a:endParaRPr>
          </a:p>
        </p:txBody>
      </p:sp>
      <p:sp>
        <p:nvSpPr>
          <p:cNvPr id="12" name="Shape 9"/>
          <p:cNvSpPr/>
          <p:nvPr>
            <p:custDataLst>
              <p:tags r:id="rId5"/>
            </p:custDataLst>
          </p:nvPr>
        </p:nvSpPr>
        <p:spPr>
          <a:xfrm>
            <a:off x="7577971" y="3674864"/>
            <a:ext cx="470654" cy="470654"/>
          </a:xfrm>
          <a:prstGeom prst="roundRect">
            <a:avLst>
              <a:gd name="adj" fmla="val 18669"/>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txBody>
          <a:bodyPr/>
          <a:lstStyle/>
          <a:p>
            <a:endParaRPr lang="zh-CN" altLang="en-US"/>
          </a:p>
        </p:txBody>
      </p:sp>
      <p:sp>
        <p:nvSpPr>
          <p:cNvPr id="13" name="Text 10"/>
          <p:cNvSpPr/>
          <p:nvPr>
            <p:custDataLst>
              <p:tags r:id="rId6"/>
            </p:custDataLst>
          </p:nvPr>
        </p:nvSpPr>
        <p:spPr>
          <a:xfrm>
            <a:off x="7656374" y="3714036"/>
            <a:ext cx="313730" cy="392192"/>
          </a:xfrm>
          <a:prstGeom prst="rect">
            <a:avLst/>
          </a:prstGeom>
          <a:noFill/>
        </p:spPr>
        <p:txBody>
          <a:bodyPr wrap="none" lIns="0" tIns="0" rIns="0" bIns="0" rtlCol="0" anchor="t"/>
          <a:lstStyle/>
          <a:p>
            <a:pPr marL="0" indent="0" algn="ctr">
              <a:lnSpc>
                <a:spcPts val="2450"/>
              </a:lnSpc>
              <a:buNone/>
            </a:pPr>
            <a:r>
              <a:rPr lang="en-US" sz="2450" dirty="0">
                <a:solidFill>
                  <a:srgbClr val="000000"/>
                </a:solidFill>
                <a:latin typeface="黑体" panose="02010600030101010101" pitchFamily="49" charset="-122"/>
                <a:ea typeface="黑体" panose="02010600030101010101" pitchFamily="49" charset="-122"/>
                <a:cs typeface="Noto Serif Medium" pitchFamily="34" charset="-120"/>
              </a:rPr>
              <a:t>2</a:t>
            </a:r>
            <a:endParaRPr lang="en-US" sz="2450" dirty="0">
              <a:latin typeface="黑体" panose="02010600030101010101" pitchFamily="49" charset="-122"/>
              <a:ea typeface="黑体" panose="02010600030101010101" pitchFamily="49" charset="-122"/>
            </a:endParaRPr>
          </a:p>
        </p:txBody>
      </p:sp>
      <p:sp>
        <p:nvSpPr>
          <p:cNvPr id="14" name="Text 11"/>
          <p:cNvSpPr/>
          <p:nvPr>
            <p:custDataLst>
              <p:tags r:id="rId7"/>
            </p:custDataLst>
          </p:nvPr>
        </p:nvSpPr>
        <p:spPr>
          <a:xfrm>
            <a:off x="8257818" y="3746659"/>
            <a:ext cx="3658910" cy="326827"/>
          </a:xfrm>
          <a:prstGeom prst="rect">
            <a:avLst/>
          </a:prstGeom>
          <a:noFill/>
        </p:spPr>
        <p:txBody>
          <a:bodyPr wrap="none" lIns="0" tIns="0" rIns="0" bIns="0" rtlCol="0" anchor="t"/>
          <a:lstStyle/>
          <a:p>
            <a:pPr marL="0" indent="0" algn="l">
              <a:lnSpc>
                <a:spcPts val="2550"/>
              </a:lnSpc>
              <a:buNone/>
            </a:pPr>
            <a:r>
              <a:rPr lang="en-US" sz="2400" dirty="0">
                <a:solidFill>
                  <a:srgbClr val="4C4C4C"/>
                </a:solidFill>
                <a:latin typeface="黑体" panose="02010600030101010101" pitchFamily="49" charset="-122"/>
                <a:ea typeface="黑体" panose="02010600030101010101" pitchFamily="49" charset="-122"/>
                <a:cs typeface="Noto Serif Medium" pitchFamily="34" charset="-120"/>
              </a:rPr>
              <a:t>理解图层叠加的概念和实现方法</a:t>
            </a:r>
            <a:endParaRPr lang="en-US" sz="2400" dirty="0">
              <a:solidFill>
                <a:srgbClr val="4C4C4C"/>
              </a:solidFill>
              <a:latin typeface="黑体" panose="02010600030101010101" pitchFamily="49" charset="-122"/>
              <a:ea typeface="黑体" panose="02010600030101010101" pitchFamily="49" charset="-122"/>
              <a:cs typeface="Noto Serif Medium" pitchFamily="34" charset="-120"/>
            </a:endParaRPr>
          </a:p>
        </p:txBody>
      </p:sp>
      <p:sp>
        <p:nvSpPr>
          <p:cNvPr id="15" name="Text 12"/>
          <p:cNvSpPr/>
          <p:nvPr>
            <p:custDataLst>
              <p:tags r:id="rId8"/>
            </p:custDataLst>
          </p:nvPr>
        </p:nvSpPr>
        <p:spPr>
          <a:xfrm>
            <a:off x="8257818" y="4282678"/>
            <a:ext cx="5648087" cy="334685"/>
          </a:xfrm>
          <a:prstGeom prst="rect">
            <a:avLst/>
          </a:prstGeom>
          <a:noFill/>
        </p:spPr>
        <p:txBody>
          <a:bodyPr wrap="none" lIns="0" tIns="0" rIns="0" bIns="0" rtlCol="0" anchor="t"/>
          <a:lstStyle/>
          <a:p>
            <a:pPr marL="0" indent="0" algn="l">
              <a:lnSpc>
                <a:spcPts val="2600"/>
              </a:lnSpc>
              <a:buNone/>
            </a:pPr>
            <a:r>
              <a:rPr lang="en-US" dirty="0">
                <a:solidFill>
                  <a:srgbClr val="4C4C4C"/>
                </a:solidFill>
                <a:latin typeface="黑体" panose="02010600030101010101" pitchFamily="49" charset="-122"/>
                <a:ea typeface="黑体" panose="02010600030101010101" pitchFamily="49" charset="-122"/>
                <a:cs typeface="Noto Serif" pitchFamily="34" charset="-120"/>
              </a:rPr>
              <a:t>能够正确实现不同图层的叠加</a:t>
            </a:r>
            <a:endParaRPr lang="en-US" dirty="0">
              <a:solidFill>
                <a:srgbClr val="4C4C4C"/>
              </a:solidFill>
              <a:latin typeface="黑体" panose="02010600030101010101" pitchFamily="49" charset="-122"/>
              <a:ea typeface="黑体" panose="02010600030101010101" pitchFamily="49" charset="-122"/>
              <a:cs typeface="Noto Serif" pitchFamily="34" charset="-120"/>
            </a:endParaRPr>
          </a:p>
        </p:txBody>
      </p:sp>
      <p:sp>
        <p:nvSpPr>
          <p:cNvPr id="16" name="Shape 13"/>
          <p:cNvSpPr/>
          <p:nvPr>
            <p:custDataLst>
              <p:tags r:id="rId9"/>
            </p:custDataLst>
          </p:nvPr>
        </p:nvSpPr>
        <p:spPr>
          <a:xfrm>
            <a:off x="7577971" y="5035748"/>
            <a:ext cx="470654" cy="470654"/>
          </a:xfrm>
          <a:prstGeom prst="roundRect">
            <a:avLst>
              <a:gd name="adj" fmla="val 18669"/>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txBody>
          <a:bodyPr/>
          <a:lstStyle/>
          <a:p>
            <a:endParaRPr lang="zh-CN" altLang="en-US"/>
          </a:p>
        </p:txBody>
      </p:sp>
      <p:sp>
        <p:nvSpPr>
          <p:cNvPr id="17" name="Text 14"/>
          <p:cNvSpPr/>
          <p:nvPr>
            <p:custDataLst>
              <p:tags r:id="rId10"/>
            </p:custDataLst>
          </p:nvPr>
        </p:nvSpPr>
        <p:spPr>
          <a:xfrm>
            <a:off x="7656374" y="5074920"/>
            <a:ext cx="313730" cy="392192"/>
          </a:xfrm>
          <a:prstGeom prst="rect">
            <a:avLst/>
          </a:prstGeom>
          <a:noFill/>
        </p:spPr>
        <p:txBody>
          <a:bodyPr wrap="none" lIns="0" tIns="0" rIns="0" bIns="0" rtlCol="0" anchor="t"/>
          <a:lstStyle/>
          <a:p>
            <a:pPr marL="0" indent="0" algn="ctr">
              <a:lnSpc>
                <a:spcPts val="2450"/>
              </a:lnSpc>
              <a:buNone/>
            </a:pPr>
            <a:r>
              <a:rPr lang="en-US" sz="2450" dirty="0">
                <a:solidFill>
                  <a:srgbClr val="000000"/>
                </a:solidFill>
                <a:latin typeface="黑体" panose="02010600030101010101" pitchFamily="49" charset="-122"/>
                <a:ea typeface="黑体" panose="02010600030101010101" pitchFamily="49" charset="-122"/>
                <a:cs typeface="Noto Serif Medium" pitchFamily="34" charset="-120"/>
              </a:rPr>
              <a:t>3</a:t>
            </a:r>
            <a:endParaRPr lang="en-US" sz="2450" dirty="0">
              <a:latin typeface="黑体" panose="02010600030101010101" pitchFamily="49" charset="-122"/>
              <a:ea typeface="黑体" panose="02010600030101010101" pitchFamily="49" charset="-122"/>
            </a:endParaRPr>
          </a:p>
        </p:txBody>
      </p:sp>
      <p:sp>
        <p:nvSpPr>
          <p:cNvPr id="18" name="Text 15"/>
          <p:cNvSpPr/>
          <p:nvPr>
            <p:custDataLst>
              <p:tags r:id="rId11"/>
            </p:custDataLst>
          </p:nvPr>
        </p:nvSpPr>
        <p:spPr>
          <a:xfrm>
            <a:off x="8257818" y="5107543"/>
            <a:ext cx="3279338" cy="326827"/>
          </a:xfrm>
          <a:prstGeom prst="rect">
            <a:avLst/>
          </a:prstGeom>
          <a:noFill/>
        </p:spPr>
        <p:txBody>
          <a:bodyPr wrap="none" lIns="0" tIns="0" rIns="0" bIns="0" rtlCol="0" anchor="t"/>
          <a:lstStyle/>
          <a:p>
            <a:pPr marL="0" indent="0" algn="l">
              <a:lnSpc>
                <a:spcPts val="2550"/>
              </a:lnSpc>
              <a:buNone/>
            </a:pPr>
            <a:r>
              <a:rPr lang="en-US" sz="2400" dirty="0">
                <a:solidFill>
                  <a:srgbClr val="4C4C4C"/>
                </a:solidFill>
                <a:latin typeface="黑体" panose="02010600030101010101" pitchFamily="49" charset="-122"/>
                <a:ea typeface="黑体" panose="02010600030101010101" pitchFamily="49" charset="-122"/>
                <a:cs typeface="Noto Serif Medium" pitchFamily="34" charset="-120"/>
              </a:rPr>
              <a:t>能够用ggplot2绘制基础图形</a:t>
            </a:r>
            <a:endParaRPr lang="en-US" sz="2400" dirty="0">
              <a:solidFill>
                <a:srgbClr val="4C4C4C"/>
              </a:solidFill>
              <a:latin typeface="黑体" panose="02010600030101010101" pitchFamily="49" charset="-122"/>
              <a:ea typeface="黑体" panose="02010600030101010101" pitchFamily="49" charset="-122"/>
              <a:cs typeface="Noto Serif Medium" pitchFamily="34" charset="-120"/>
            </a:endParaRPr>
          </a:p>
        </p:txBody>
      </p:sp>
      <p:sp>
        <p:nvSpPr>
          <p:cNvPr id="19" name="Text 16"/>
          <p:cNvSpPr/>
          <p:nvPr>
            <p:custDataLst>
              <p:tags r:id="rId12"/>
            </p:custDataLst>
          </p:nvPr>
        </p:nvSpPr>
        <p:spPr>
          <a:xfrm>
            <a:off x="8257818" y="5643563"/>
            <a:ext cx="5648087" cy="334685"/>
          </a:xfrm>
          <a:prstGeom prst="rect">
            <a:avLst/>
          </a:prstGeom>
          <a:noFill/>
        </p:spPr>
        <p:txBody>
          <a:bodyPr wrap="none" lIns="0" tIns="0" rIns="0" bIns="0" rtlCol="0" anchor="t"/>
          <a:lstStyle/>
          <a:p>
            <a:pPr marL="0" indent="0" algn="l">
              <a:lnSpc>
                <a:spcPts val="2600"/>
              </a:lnSpc>
              <a:buNone/>
            </a:pPr>
            <a:r>
              <a:rPr lang="en-US" dirty="0">
                <a:solidFill>
                  <a:srgbClr val="4C4C4C"/>
                </a:solidFill>
                <a:latin typeface="黑体" panose="02010600030101010101" pitchFamily="49" charset="-122"/>
                <a:ea typeface="黑体" panose="02010600030101010101" pitchFamily="49" charset="-122"/>
                <a:cs typeface="Noto Serif" pitchFamily="34" charset="-120"/>
              </a:rPr>
              <a:t>能够</a:t>
            </a:r>
            <a:r>
              <a:rPr lang="zh-CN" altLang="en-US" dirty="0">
                <a:solidFill>
                  <a:srgbClr val="4C4C4C"/>
                </a:solidFill>
                <a:latin typeface="黑体" panose="02010600030101010101" pitchFamily="49" charset="-122"/>
                <a:ea typeface="黑体" panose="02010600030101010101" pitchFamily="49" charset="-122"/>
                <a:cs typeface="Noto Serif" pitchFamily="34" charset="-120"/>
              </a:rPr>
              <a:t>通过南丁格尔玫瑰图案例</a:t>
            </a:r>
            <a:r>
              <a:rPr lang="en-US" dirty="0">
                <a:solidFill>
                  <a:srgbClr val="4C4C4C"/>
                </a:solidFill>
                <a:latin typeface="黑体" panose="02010600030101010101" pitchFamily="49" charset="-122"/>
                <a:ea typeface="黑体" panose="02010600030101010101" pitchFamily="49" charset="-122"/>
                <a:cs typeface="Noto Serif" pitchFamily="34" charset="-120"/>
              </a:rPr>
              <a:t>，提升信息表达能力</a:t>
            </a:r>
            <a:endParaRPr lang="en-US" dirty="0">
              <a:solidFill>
                <a:srgbClr val="4C4C4C"/>
              </a:solidFill>
              <a:latin typeface="黑体" panose="02010600030101010101" pitchFamily="49" charset="-122"/>
              <a:ea typeface="黑体" panose="02010600030101010101" pitchFamily="49" charset="-122"/>
              <a:cs typeface="Noto Serif" pitchFamily="34" charset="-120"/>
            </a:endParaRPr>
          </a:p>
        </p:txBody>
      </p:sp>
      <p:sp>
        <p:nvSpPr>
          <p:cNvPr id="20" name="Shape 17"/>
          <p:cNvSpPr/>
          <p:nvPr>
            <p:custDataLst>
              <p:tags r:id="rId13"/>
            </p:custDataLst>
          </p:nvPr>
        </p:nvSpPr>
        <p:spPr>
          <a:xfrm>
            <a:off x="7577971" y="6396633"/>
            <a:ext cx="470654" cy="470654"/>
          </a:xfrm>
          <a:prstGeom prst="roundRect">
            <a:avLst>
              <a:gd name="adj" fmla="val 18669"/>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sp>
      <p:sp>
        <p:nvSpPr>
          <p:cNvPr id="21" name="Text 18"/>
          <p:cNvSpPr/>
          <p:nvPr>
            <p:custDataLst>
              <p:tags r:id="rId14"/>
            </p:custDataLst>
          </p:nvPr>
        </p:nvSpPr>
        <p:spPr>
          <a:xfrm>
            <a:off x="7656374" y="6435804"/>
            <a:ext cx="313730" cy="392192"/>
          </a:xfrm>
          <a:prstGeom prst="rect">
            <a:avLst/>
          </a:prstGeom>
          <a:noFill/>
        </p:spPr>
        <p:txBody>
          <a:bodyPr wrap="none" lIns="0" tIns="0" rIns="0" bIns="0" rtlCol="0" anchor="t"/>
          <a:lstStyle/>
          <a:p>
            <a:pPr marL="0" indent="0" algn="ctr">
              <a:lnSpc>
                <a:spcPts val="2450"/>
              </a:lnSpc>
              <a:buNone/>
            </a:pPr>
            <a:r>
              <a:rPr lang="en-US" sz="2450" dirty="0">
                <a:solidFill>
                  <a:srgbClr val="000000"/>
                </a:solidFill>
                <a:latin typeface="黑体" panose="02010600030101010101" pitchFamily="49" charset="-122"/>
                <a:ea typeface="黑体" panose="02010600030101010101" pitchFamily="49" charset="-122"/>
                <a:cs typeface="Noto Serif Medium" pitchFamily="34" charset="-120"/>
              </a:rPr>
              <a:t>4</a:t>
            </a:r>
            <a:endParaRPr lang="en-US" sz="2450" dirty="0">
              <a:latin typeface="黑体" panose="02010600030101010101" pitchFamily="49" charset="-122"/>
              <a:ea typeface="黑体" panose="02010600030101010101" pitchFamily="49" charset="-122"/>
            </a:endParaRPr>
          </a:p>
        </p:txBody>
      </p:sp>
      <p:sp>
        <p:nvSpPr>
          <p:cNvPr id="22" name="Text 19"/>
          <p:cNvSpPr/>
          <p:nvPr>
            <p:custDataLst>
              <p:tags r:id="rId15"/>
            </p:custDataLst>
          </p:nvPr>
        </p:nvSpPr>
        <p:spPr>
          <a:xfrm>
            <a:off x="8257818" y="6468428"/>
            <a:ext cx="2614970" cy="326827"/>
          </a:xfrm>
          <a:prstGeom prst="rect">
            <a:avLst/>
          </a:prstGeom>
          <a:noFill/>
        </p:spPr>
        <p:txBody>
          <a:bodyPr wrap="none" lIns="0" tIns="0" rIns="0" bIns="0" rtlCol="0" anchor="t"/>
          <a:lstStyle/>
          <a:p>
            <a:pPr>
              <a:lnSpc>
                <a:spcPts val="2550"/>
              </a:lnSpc>
            </a:pPr>
            <a:r>
              <a:rPr lang="en-US" sz="2400" dirty="0">
                <a:solidFill>
                  <a:srgbClr val="4C4C4C"/>
                </a:solidFill>
                <a:latin typeface="黑体" panose="02010600030101010101" pitchFamily="49" charset="-122"/>
                <a:ea typeface="黑体" panose="02010600030101010101" pitchFamily="49" charset="-122"/>
                <a:cs typeface="Noto Serif Medium" pitchFamily="34" charset="-120"/>
              </a:rPr>
              <a:t>建立数据科学思维</a:t>
            </a:r>
            <a:endParaRPr lang="en-US" sz="2400" dirty="0">
              <a:solidFill>
                <a:srgbClr val="4C4C4C"/>
              </a:solidFill>
              <a:latin typeface="黑体" panose="02010600030101010101" pitchFamily="49" charset="-122"/>
              <a:ea typeface="黑体" panose="02010600030101010101" pitchFamily="49" charset="-122"/>
              <a:cs typeface="Noto Serif Medium" pitchFamily="34" charset="-120"/>
            </a:endParaRPr>
          </a:p>
        </p:txBody>
      </p:sp>
      <p:sp>
        <p:nvSpPr>
          <p:cNvPr id="23" name="Text 20"/>
          <p:cNvSpPr/>
          <p:nvPr>
            <p:custDataLst>
              <p:tags r:id="rId16"/>
            </p:custDataLst>
          </p:nvPr>
        </p:nvSpPr>
        <p:spPr>
          <a:xfrm>
            <a:off x="8257818" y="7004447"/>
            <a:ext cx="5648087" cy="334685"/>
          </a:xfrm>
          <a:prstGeom prst="rect">
            <a:avLst/>
          </a:prstGeom>
          <a:noFill/>
        </p:spPr>
        <p:txBody>
          <a:bodyPr wrap="none" lIns="0" tIns="0" rIns="0" bIns="0" rtlCol="0" anchor="t"/>
          <a:lstStyle/>
          <a:p>
            <a:pPr marL="0" indent="0" algn="l">
              <a:lnSpc>
                <a:spcPts val="2600"/>
              </a:lnSpc>
              <a:buNone/>
            </a:pPr>
            <a:r>
              <a:rPr lang="en-US" dirty="0">
                <a:solidFill>
                  <a:srgbClr val="4C4C4C"/>
                </a:solidFill>
                <a:latin typeface="黑体" panose="02010600030101010101" pitchFamily="49" charset="-122"/>
                <a:ea typeface="黑体" panose="02010600030101010101" pitchFamily="49" charset="-122"/>
                <a:cs typeface="Noto Serif" pitchFamily="34" charset="-120"/>
              </a:rPr>
              <a:t>用数据说话，用图形讲故事</a:t>
            </a:r>
            <a:endParaRPr lang="en-US" dirty="0">
              <a:solidFill>
                <a:srgbClr val="4C4C4C"/>
              </a:solidFill>
              <a:latin typeface="黑体" panose="02010600030101010101" pitchFamily="49" charset="-122"/>
              <a:ea typeface="黑体" panose="02010600030101010101" pitchFamily="49" charset="-122"/>
              <a:cs typeface="Noto Serif" pitchFamily="34" charset="-120"/>
            </a:endParaRPr>
          </a:p>
        </p:txBody>
      </p:sp>
      <p:graphicFrame>
        <p:nvGraphicFramePr>
          <p:cNvPr id="36" name="Content Placeholder 5"/>
          <p:cNvGraphicFramePr/>
          <p:nvPr>
            <p:custDataLst>
              <p:tags r:id="rId17"/>
            </p:custDataLst>
          </p:nvPr>
        </p:nvGraphicFramePr>
        <p:xfrm>
          <a:off x="7391400" y="1141200"/>
          <a:ext cx="6684010" cy="12344400"/>
        </p:xfrm>
        <a:graphic>
          <a:graphicData uri="http://schemas.openxmlformats.org/drawingml/2006/table">
            <a:tbl>
              <a:tblPr firstRow="1" bandCol="1">
                <a:tableStyleId>{7D1910EA-D7B3-4EAE-AB65-85D819A7C48C}</a:tableStyleId>
              </a:tblPr>
              <a:tblGrid>
                <a:gridCol w="2503805"/>
                <a:gridCol w="4180205"/>
              </a:tblGrid>
              <a:tr h="822960">
                <a:tc>
                  <a:txBody>
                    <a:bodyPr/>
                    <a:lstStyle/>
                    <a:p>
                      <a:pPr marL="0" lvl="0" algn="l">
                        <a:buClrTx/>
                        <a:buSzTx/>
                        <a:buFontTx/>
                        <a:buNone/>
                      </a:pPr>
                      <a:r>
                        <a:rPr lang="en-US" sz="2800" b="1" dirty="0">
                          <a:solidFill>
                            <a:schemeClr val="bg1"/>
                          </a:solidFill>
                          <a:latin typeface="黑体" panose="02010600030101010101" pitchFamily="49" charset="-122"/>
                          <a:ea typeface="黑体" panose="02010600030101010101" pitchFamily="49" charset="-122"/>
                          <a:cs typeface="黑体" panose="02010600030101010101" pitchFamily="49" charset="-122"/>
                        </a:rPr>
                        <a:t>图形元素</a:t>
                      </a:r>
                      <a:endParaRPr lang="en-US" sz="2800" b="1" dirty="0">
                        <a:solidFill>
                          <a:schemeClr val="bg1"/>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lstStyle/>
                    <a:p>
                      <a:pPr marL="0" lvl="0" algn="l">
                        <a:buClrTx/>
                        <a:buSzTx/>
                        <a:buFontTx/>
                        <a:buNone/>
                      </a:pPr>
                      <a:r>
                        <a:rPr lang="en-US" sz="2800" dirty="0">
                          <a:solidFill>
                            <a:schemeClr val="bg1"/>
                          </a:solidFill>
                          <a:latin typeface="黑体" panose="02010600030101010101" pitchFamily="49" charset="-122"/>
                          <a:ea typeface="黑体" panose="02010600030101010101" pitchFamily="49" charset="-122"/>
                          <a:cs typeface="黑体" panose="02010600030101010101" pitchFamily="49" charset="-122"/>
                        </a:rPr>
                        <a:t>作用</a:t>
                      </a:r>
                      <a:endParaRPr lang="en-US" sz="2800" dirty="0">
                        <a:solidFill>
                          <a:schemeClr val="bg1"/>
                        </a:solidFill>
                        <a:latin typeface="黑体" panose="02010600030101010101" pitchFamily="49" charset="-122"/>
                        <a:ea typeface="黑体" panose="02010600030101010101" pitchFamily="49" charset="-122"/>
                        <a:cs typeface="黑体" panose="02010600030101010101" pitchFamily="49" charset="-122"/>
                      </a:endParaRPr>
                    </a:p>
                  </a:txBody>
                  <a:tcPr/>
                </a:tc>
              </a:tr>
              <a:tr h="822960">
                <a:tc>
                  <a:txBody>
                    <a:bodyPr/>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主题 </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(Theme)</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p>
                      <a:pPr marL="0" lvl="0" algn="l">
                        <a:buClrTx/>
                        <a:buSzTx/>
                        <a:buFontTx/>
                        <a:buNone/>
                      </a:pPr>
                      <a:r>
                        <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如何美化图表？</a:t>
                      </a:r>
                      <a:endPar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r>
              <a:tr h="822960">
                <a:tc>
                  <a:txBody>
                    <a:bodyPr/>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坐标系 </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(Coord)</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p>
                      <a:pPr marL="0" lvl="0" algn="l">
                        <a:buClrTx/>
                        <a:buSzTx/>
                        <a:buFontTx/>
                        <a:buNone/>
                      </a:pPr>
                      <a:r>
                        <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用什么坐标系展示？</a:t>
                      </a:r>
                      <a:endPar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r>
              <a:tr h="822960">
                <a:tc>
                  <a:txBody>
                    <a:bodyPr/>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统计 </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(Statistics)</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p>
                      <a:pPr marL="0" lvl="0" algn="l">
                        <a:buClrTx/>
                        <a:buSzTx/>
                        <a:buFontTx/>
                        <a:buNone/>
                      </a:pPr>
                      <a:r>
                        <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需要对数据做什么处理？</a:t>
                      </a:r>
                      <a:endPar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r>
              <a:tr h="822960">
                <a:tc>
                  <a:txBody>
                    <a:bodyPr/>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分面 </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(Facets)</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p>
                      <a:pPr marL="0" lvl="0" algn="l">
                        <a:buClrTx/>
                        <a:buSzTx/>
                        <a:buFontTx/>
                        <a:buNone/>
                      </a:pPr>
                      <a:r>
                        <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如何分组显示？</a:t>
                      </a:r>
                      <a:endPar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r>
              <a:tr h="822960">
                <a:tc>
                  <a:txBody>
                    <a:bodyPr/>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几何对象</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(Geom)</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p>
                      <a:pPr marL="0" lvl="0" algn="l">
                        <a:buClrTx/>
                        <a:buSzTx/>
                        <a:buFontTx/>
                        <a:buNone/>
                      </a:pPr>
                      <a:r>
                        <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用什么形状表示数据？</a:t>
                      </a:r>
                      <a:endPar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r>
              <a:tr h="822960">
                <a:tc>
                  <a:txBody>
                    <a:bodyPr/>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美学映射 </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(Aes)</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p>
                      <a:pPr marL="0" lvl="0" algn="l">
                        <a:buClrTx/>
                        <a:buSzTx/>
                        <a:buFontTx/>
                        <a:buNone/>
                      </a:pPr>
                      <a:r>
                        <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数据如何映射到视觉属性？</a:t>
                      </a:r>
                      <a:endParaRPr lang="zh-CN" alt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r>
              <a:tr h="822960">
                <a:tc>
                  <a:txBody>
                    <a:bodyPr/>
                    <a:lstStyle/>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数据层</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p>
                      <a:pPr marL="0" lvl="0" algn="l">
                        <a:buClrTx/>
                        <a:buSzTx/>
                        <a:buFontTx/>
                        <a:buNone/>
                      </a:pPr>
                      <a:r>
                        <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rPr>
                        <a:t>(Data)</a:t>
                      </a:r>
                      <a:endParaRPr lang="en-US" sz="240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c>
                  <a:txBody>
                    <a:bodyPr/>
                    <a:lstStyle/>
                    <a:p>
                      <a:pPr marL="0" lvl="0" indent="0">
                        <a:buNone/>
                      </a:pPr>
                      <a:r>
                        <a:rPr lang="zh-CN" altLang="en-US" sz="2400" b="0" dirty="0">
                          <a:solidFill>
                            <a:srgbClr val="4C4C4C"/>
                          </a:solidFill>
                          <a:latin typeface="黑体" panose="02010600030101010101" pitchFamily="49" charset="-122"/>
                          <a:ea typeface="黑体" panose="02010600030101010101" pitchFamily="49" charset="-122"/>
                          <a:cs typeface="黑体" panose="02010600030101010101" pitchFamily="49" charset="-122"/>
                        </a:rPr>
                        <a:t>你有什么数据？</a:t>
                      </a:r>
                      <a:endParaRPr lang="zh-CN" altLang="en-US" sz="2400" b="0" dirty="0">
                        <a:solidFill>
                          <a:srgbClr val="4C4C4C"/>
                        </a:solidFill>
                        <a:latin typeface="黑体" panose="02010600030101010101" pitchFamily="49" charset="-122"/>
                        <a:ea typeface="黑体" panose="02010600030101010101" pitchFamily="49" charset="-122"/>
                        <a:cs typeface="黑体" panose="02010600030101010101" pitchFamily="49" charset="-122"/>
                      </a:endParaRPr>
                    </a:p>
                  </a:txBody>
                  <a:tcPr/>
                </a:tc>
              </a:tr>
            </a:tbl>
          </a:graphicData>
        </a:graphic>
      </p:graphicFrame>
      <p:sp>
        <p:nvSpPr>
          <p:cNvPr id="4" name="文本框 3"/>
          <p:cNvSpPr txBox="1"/>
          <p:nvPr/>
        </p:nvSpPr>
        <p:spPr>
          <a:xfrm>
            <a:off x="7467600" y="1219200"/>
            <a:ext cx="1946910" cy="583565"/>
          </a:xfrm>
          <a:prstGeom prst="rect">
            <a:avLst/>
          </a:prstGeom>
          <a:solidFill>
            <a:srgbClr val="618CAC"/>
          </a:solidFill>
          <a:ln>
            <a:solidFill>
              <a:srgbClr val="618CAC"/>
            </a:solidFill>
          </a:ln>
        </p:spPr>
        <p:txBody>
          <a:bodyPr wrap="square" rtlCol="0">
            <a:spAutoFit/>
          </a:bodyPr>
          <a:lstStyle/>
          <a:p>
            <a:r>
              <a:rPr lang="zh-CN" altLang="en-US" sz="3200" b="1">
                <a:solidFill>
                  <a:schemeClr val="bg1"/>
                </a:solidFill>
              </a:rPr>
              <a:t>学习目标</a:t>
            </a:r>
            <a:endParaRPr lang="zh-CN" altLang="en-US" sz="3200" b="1">
              <a:solidFill>
                <a:schemeClr val="bg1"/>
              </a:solidFill>
            </a:endParaRPr>
          </a:p>
        </p:txBody>
      </p:sp>
      <p:sp>
        <p:nvSpPr>
          <p:cNvPr id="3" name="加号 2"/>
          <p:cNvSpPr/>
          <p:nvPr/>
        </p:nvSpPr>
        <p:spPr>
          <a:xfrm>
            <a:off x="6400800" y="2362200"/>
            <a:ext cx="457200" cy="437515"/>
          </a:xfrm>
          <a:prstGeom prst="mathPlus">
            <a:avLst/>
          </a:prstGeom>
          <a:solidFill>
            <a:schemeClr val="accent1"/>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加号 5"/>
          <p:cNvSpPr/>
          <p:nvPr/>
        </p:nvSpPr>
        <p:spPr>
          <a:xfrm>
            <a:off x="6400800" y="2877820"/>
            <a:ext cx="457200" cy="437515"/>
          </a:xfrm>
          <a:prstGeom prst="mathPlus">
            <a:avLst/>
          </a:prstGeom>
          <a:solidFill>
            <a:schemeClr val="accent1"/>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加号 23"/>
          <p:cNvSpPr/>
          <p:nvPr/>
        </p:nvSpPr>
        <p:spPr>
          <a:xfrm>
            <a:off x="6400800" y="3393440"/>
            <a:ext cx="457200" cy="437515"/>
          </a:xfrm>
          <a:prstGeom prst="mathPlus">
            <a:avLst/>
          </a:prstGeom>
          <a:solidFill>
            <a:schemeClr val="accent1"/>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加号 24"/>
          <p:cNvSpPr/>
          <p:nvPr/>
        </p:nvSpPr>
        <p:spPr>
          <a:xfrm>
            <a:off x="6400800" y="3909060"/>
            <a:ext cx="457200" cy="437515"/>
          </a:xfrm>
          <a:prstGeom prst="mathPlus">
            <a:avLst/>
          </a:prstGeom>
          <a:solidFill>
            <a:schemeClr val="accent1"/>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加号 25"/>
          <p:cNvSpPr/>
          <p:nvPr/>
        </p:nvSpPr>
        <p:spPr>
          <a:xfrm>
            <a:off x="6400800" y="4424680"/>
            <a:ext cx="457200" cy="437515"/>
          </a:xfrm>
          <a:prstGeom prst="mathPlus">
            <a:avLst/>
          </a:prstGeom>
          <a:solidFill>
            <a:schemeClr val="accent1"/>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加号 26"/>
          <p:cNvSpPr/>
          <p:nvPr/>
        </p:nvSpPr>
        <p:spPr>
          <a:xfrm>
            <a:off x="6400800" y="4940300"/>
            <a:ext cx="457200" cy="437515"/>
          </a:xfrm>
          <a:prstGeom prst="mathPlus">
            <a:avLst/>
          </a:prstGeom>
          <a:solidFill>
            <a:schemeClr val="accent1"/>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 presetClass="entr" presetSubtype="1" fill="hold" grpId="0" nodeType="afterEffect">
                                  <p:stCondLst>
                                    <p:cond delay="0"/>
                                  </p:stCondLst>
                                  <p:childTnLst>
                                    <p:set>
                                      <p:cBhvr>
                                        <p:cTn id="9" dur="1" fill="hold">
                                          <p:stCondLst>
                                            <p:cond delay="0"/>
                                          </p:stCondLst>
                                        </p:cTn>
                                        <p:tgtEl>
                                          <p:spTgt spid="43"/>
                                        </p:tgtEl>
                                        <p:attrNameLst>
                                          <p:attrName>style.visibility</p:attrName>
                                        </p:attrNameLst>
                                      </p:cBhvr>
                                      <p:to>
                                        <p:strVal val="visible"/>
                                      </p:to>
                                    </p:set>
                                    <p:anim calcmode="lin" valueType="num">
                                      <p:cBhvr additive="base">
                                        <p:cTn id="10" dur="500" fill="hold"/>
                                        <p:tgtEl>
                                          <p:spTgt spid="43"/>
                                        </p:tgtEl>
                                        <p:attrNameLst>
                                          <p:attrName>ppt_x</p:attrName>
                                        </p:attrNameLst>
                                      </p:cBhvr>
                                      <p:tavLst>
                                        <p:tav tm="0">
                                          <p:val>
                                            <p:strVal val="#ppt_x"/>
                                          </p:val>
                                        </p:tav>
                                        <p:tav tm="100000">
                                          <p:val>
                                            <p:strVal val="#ppt_x"/>
                                          </p:val>
                                        </p:tav>
                                      </p:tavLst>
                                    </p:anim>
                                    <p:anim calcmode="lin" valueType="num">
                                      <p:cBhvr additive="base">
                                        <p:cTn id="11" dur="500" fill="hold"/>
                                        <p:tgtEl>
                                          <p:spTgt spid="43"/>
                                        </p:tgtEl>
                                        <p:attrNameLst>
                                          <p:attrName>ppt_y</p:attrName>
                                        </p:attrNameLst>
                                      </p:cBhvr>
                                      <p:tavLst>
                                        <p:tav tm="0">
                                          <p:val>
                                            <p:strVal val="0-#ppt_h/2"/>
                                          </p:val>
                                        </p:tav>
                                        <p:tav tm="100000">
                                          <p:val>
                                            <p:strVal val="#ppt_y"/>
                                          </p:val>
                                        </p:tav>
                                      </p:tavLst>
                                    </p:anim>
                                  </p:childTnLst>
                                </p:cTn>
                              </p:par>
                              <p:par>
                                <p:cTn id="12" presetID="2" presetClass="entr" presetSubtype="1" fill="hold" grpId="0" nodeType="withEffect">
                                  <p:stCondLst>
                                    <p:cond delay="0"/>
                                  </p:stCondLst>
                                  <p:childTnLst>
                                    <p:set>
                                      <p:cBhvr>
                                        <p:cTn id="13" dur="1" fill="hold">
                                          <p:stCondLst>
                                            <p:cond delay="0"/>
                                          </p:stCondLst>
                                        </p:cTn>
                                        <p:tgtEl>
                                          <p:spTgt spid="44"/>
                                        </p:tgtEl>
                                        <p:attrNameLst>
                                          <p:attrName>style.visibility</p:attrName>
                                        </p:attrNameLst>
                                      </p:cBhvr>
                                      <p:to>
                                        <p:strVal val="visible"/>
                                      </p:to>
                                    </p:set>
                                    <p:anim calcmode="lin" valueType="num">
                                      <p:cBhvr additive="base">
                                        <p:cTn id="14" dur="500" fill="hold"/>
                                        <p:tgtEl>
                                          <p:spTgt spid="44"/>
                                        </p:tgtEl>
                                        <p:attrNameLst>
                                          <p:attrName>ppt_x</p:attrName>
                                        </p:attrNameLst>
                                      </p:cBhvr>
                                      <p:tavLst>
                                        <p:tav tm="0">
                                          <p:val>
                                            <p:strVal val="#ppt_x"/>
                                          </p:val>
                                        </p:tav>
                                        <p:tav tm="100000">
                                          <p:val>
                                            <p:strVal val="#ppt_x"/>
                                          </p:val>
                                        </p:tav>
                                      </p:tavLst>
                                    </p:anim>
                                    <p:anim calcmode="lin" valueType="num">
                                      <p:cBhvr additive="base">
                                        <p:cTn id="15" dur="500" fill="hold"/>
                                        <p:tgtEl>
                                          <p:spTgt spid="44"/>
                                        </p:tgtEl>
                                        <p:attrNameLst>
                                          <p:attrName>ppt_y</p:attrName>
                                        </p:attrNameLst>
                                      </p:cBhvr>
                                      <p:tavLst>
                                        <p:tav tm="0">
                                          <p:val>
                                            <p:strVal val="0-#ppt_h/2"/>
                                          </p:val>
                                        </p:tav>
                                        <p:tav tm="100000">
                                          <p:val>
                                            <p:strVal val="#ppt_y"/>
                                          </p:val>
                                        </p:tav>
                                      </p:tavLst>
                                    </p:anim>
                                  </p:childTnLst>
                                </p:cTn>
                              </p:par>
                              <p:par>
                                <p:cTn id="16" presetID="1"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childTnLst>
                                </p:cTn>
                              </p:par>
                            </p:childTnLst>
                          </p:cTn>
                        </p:par>
                        <p:par>
                          <p:cTn id="18" fill="hold">
                            <p:stCondLst>
                              <p:cond delay="500"/>
                            </p:stCondLst>
                            <p:childTnLst>
                              <p:par>
                                <p:cTn id="19" presetID="2" presetClass="entr" presetSubtype="9"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0-#ppt_w/2"/>
                                          </p:val>
                                        </p:tav>
                                        <p:tav tm="100000">
                                          <p:val>
                                            <p:strVal val="#ppt_x"/>
                                          </p:val>
                                        </p:tav>
                                      </p:tavLst>
                                    </p:anim>
                                    <p:anim calcmode="lin" valueType="num">
                                      <p:cBhvr additive="base">
                                        <p:cTn id="22" dur="500" fill="hold"/>
                                        <p:tgtEl>
                                          <p:spTgt spid="45"/>
                                        </p:tgtEl>
                                        <p:attrNameLst>
                                          <p:attrName>ppt_y</p:attrName>
                                        </p:attrNameLst>
                                      </p:cBhvr>
                                      <p:tavLst>
                                        <p:tav tm="0">
                                          <p:val>
                                            <p:strVal val="0-#ppt_h/2"/>
                                          </p:val>
                                        </p:tav>
                                        <p:tav tm="100000">
                                          <p:val>
                                            <p:strVal val="#ppt_y"/>
                                          </p:val>
                                        </p:tav>
                                      </p:tavLst>
                                    </p:anim>
                                  </p:childTnLst>
                                </p:cTn>
                              </p:par>
                              <p:par>
                                <p:cTn id="23" presetID="2" presetClass="entr" presetSubtype="9"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additive="base">
                                        <p:cTn id="25" dur="500" fill="hold"/>
                                        <p:tgtEl>
                                          <p:spTgt spid="46"/>
                                        </p:tgtEl>
                                        <p:attrNameLst>
                                          <p:attrName>ppt_x</p:attrName>
                                        </p:attrNameLst>
                                      </p:cBhvr>
                                      <p:tavLst>
                                        <p:tav tm="0">
                                          <p:val>
                                            <p:strVal val="0-#ppt_w/2"/>
                                          </p:val>
                                        </p:tav>
                                        <p:tav tm="100000">
                                          <p:val>
                                            <p:strVal val="#ppt_x"/>
                                          </p:val>
                                        </p:tav>
                                      </p:tavLst>
                                    </p:anim>
                                    <p:anim calcmode="lin" valueType="num">
                                      <p:cBhvr additive="base">
                                        <p:cTn id="26" dur="500" fill="hold"/>
                                        <p:tgtEl>
                                          <p:spTgt spid="46"/>
                                        </p:tgtEl>
                                        <p:attrNameLst>
                                          <p:attrName>ppt_y</p:attrName>
                                        </p:attrNameLst>
                                      </p:cBhvr>
                                      <p:tavLst>
                                        <p:tav tm="0">
                                          <p:val>
                                            <p:strVal val="0-#ppt_h/2"/>
                                          </p:val>
                                        </p:tav>
                                        <p:tav tm="100000">
                                          <p:val>
                                            <p:strVal val="#ppt_y"/>
                                          </p:val>
                                        </p:tav>
                                      </p:tavLst>
                                    </p:anim>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par>
                          <p:cTn id="29" fill="hold">
                            <p:stCondLst>
                              <p:cond delay="1000"/>
                            </p:stCondLst>
                            <p:childTnLst>
                              <p:par>
                                <p:cTn id="30" presetID="2" presetClass="entr" presetSubtype="3" fill="hold" grpId="0" nodeType="afterEffect">
                                  <p:stCondLst>
                                    <p:cond delay="0"/>
                                  </p:stCondLst>
                                  <p:childTnLst>
                                    <p:set>
                                      <p:cBhvr>
                                        <p:cTn id="31" dur="1" fill="hold">
                                          <p:stCondLst>
                                            <p:cond delay="0"/>
                                          </p:stCondLst>
                                        </p:cTn>
                                        <p:tgtEl>
                                          <p:spTgt spid="47"/>
                                        </p:tgtEl>
                                        <p:attrNameLst>
                                          <p:attrName>style.visibility</p:attrName>
                                        </p:attrNameLst>
                                      </p:cBhvr>
                                      <p:to>
                                        <p:strVal val="visible"/>
                                      </p:to>
                                    </p:set>
                                    <p:anim calcmode="lin" valueType="num">
                                      <p:cBhvr additive="base">
                                        <p:cTn id="32" dur="500" fill="hold"/>
                                        <p:tgtEl>
                                          <p:spTgt spid="47"/>
                                        </p:tgtEl>
                                        <p:attrNameLst>
                                          <p:attrName>ppt_x</p:attrName>
                                        </p:attrNameLst>
                                      </p:cBhvr>
                                      <p:tavLst>
                                        <p:tav tm="0">
                                          <p:val>
                                            <p:strVal val="1+#ppt_w/2"/>
                                          </p:val>
                                        </p:tav>
                                        <p:tav tm="100000">
                                          <p:val>
                                            <p:strVal val="#ppt_x"/>
                                          </p:val>
                                        </p:tav>
                                      </p:tavLst>
                                    </p:anim>
                                    <p:anim calcmode="lin" valueType="num">
                                      <p:cBhvr additive="base">
                                        <p:cTn id="33" dur="500" fill="hold"/>
                                        <p:tgtEl>
                                          <p:spTgt spid="47"/>
                                        </p:tgtEl>
                                        <p:attrNameLst>
                                          <p:attrName>ppt_y</p:attrName>
                                        </p:attrNameLst>
                                      </p:cBhvr>
                                      <p:tavLst>
                                        <p:tav tm="0">
                                          <p:val>
                                            <p:strVal val="0-#ppt_h/2"/>
                                          </p:val>
                                        </p:tav>
                                        <p:tav tm="100000">
                                          <p:val>
                                            <p:strVal val="#ppt_y"/>
                                          </p:val>
                                        </p:tav>
                                      </p:tavLst>
                                    </p:anim>
                                  </p:childTnLst>
                                </p:cTn>
                              </p:par>
                              <p:par>
                                <p:cTn id="34" presetID="2" presetClass="entr" presetSubtype="3" fill="hold" grpId="0" nodeType="with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1+#ppt_w/2"/>
                                          </p:val>
                                        </p:tav>
                                        <p:tav tm="100000">
                                          <p:val>
                                            <p:strVal val="#ppt_x"/>
                                          </p:val>
                                        </p:tav>
                                      </p:tavLst>
                                    </p:anim>
                                    <p:anim calcmode="lin" valueType="num">
                                      <p:cBhvr additive="base">
                                        <p:cTn id="37" dur="500" fill="hold"/>
                                        <p:tgtEl>
                                          <p:spTgt spid="48"/>
                                        </p:tgtEl>
                                        <p:attrNameLst>
                                          <p:attrName>ppt_y</p:attrName>
                                        </p:attrNameLst>
                                      </p:cBhvr>
                                      <p:tavLst>
                                        <p:tav tm="0">
                                          <p:val>
                                            <p:strVal val="0-#ppt_h/2"/>
                                          </p:val>
                                        </p:tav>
                                        <p:tav tm="100000">
                                          <p:val>
                                            <p:strVal val="#ppt_y"/>
                                          </p:val>
                                        </p:tav>
                                      </p:tavLst>
                                    </p:anim>
                                  </p:childTnLst>
                                </p:cTn>
                              </p:par>
                              <p:par>
                                <p:cTn id="38" presetID="1"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childTnLst>
                                </p:cTn>
                              </p:par>
                            </p:childTnLst>
                          </p:cTn>
                        </p:par>
                        <p:par>
                          <p:cTn id="40" fill="hold">
                            <p:stCondLst>
                              <p:cond delay="1500"/>
                            </p:stCondLst>
                            <p:childTnLst>
                              <p:par>
                                <p:cTn id="41" presetID="2" presetClass="entr" presetSubtype="9" fill="hold" grpId="0" nodeType="afterEffect">
                                  <p:stCondLst>
                                    <p:cond delay="0"/>
                                  </p:stCondLst>
                                  <p:childTnLst>
                                    <p:set>
                                      <p:cBhvr>
                                        <p:cTn id="42" dur="1" fill="hold">
                                          <p:stCondLst>
                                            <p:cond delay="0"/>
                                          </p:stCondLst>
                                        </p:cTn>
                                        <p:tgtEl>
                                          <p:spTgt spid="49"/>
                                        </p:tgtEl>
                                        <p:attrNameLst>
                                          <p:attrName>style.visibility</p:attrName>
                                        </p:attrNameLst>
                                      </p:cBhvr>
                                      <p:to>
                                        <p:strVal val="visible"/>
                                      </p:to>
                                    </p:set>
                                    <p:anim calcmode="lin" valueType="num">
                                      <p:cBhvr additive="base">
                                        <p:cTn id="43" dur="500" fill="hold"/>
                                        <p:tgtEl>
                                          <p:spTgt spid="49"/>
                                        </p:tgtEl>
                                        <p:attrNameLst>
                                          <p:attrName>ppt_x</p:attrName>
                                        </p:attrNameLst>
                                      </p:cBhvr>
                                      <p:tavLst>
                                        <p:tav tm="0">
                                          <p:val>
                                            <p:strVal val="0-#ppt_w/2"/>
                                          </p:val>
                                        </p:tav>
                                        <p:tav tm="100000">
                                          <p:val>
                                            <p:strVal val="#ppt_x"/>
                                          </p:val>
                                        </p:tav>
                                      </p:tavLst>
                                    </p:anim>
                                    <p:anim calcmode="lin" valueType="num">
                                      <p:cBhvr additive="base">
                                        <p:cTn id="44" dur="500" fill="hold"/>
                                        <p:tgtEl>
                                          <p:spTgt spid="49"/>
                                        </p:tgtEl>
                                        <p:attrNameLst>
                                          <p:attrName>ppt_y</p:attrName>
                                        </p:attrNameLst>
                                      </p:cBhvr>
                                      <p:tavLst>
                                        <p:tav tm="0">
                                          <p:val>
                                            <p:strVal val="0-#ppt_h/2"/>
                                          </p:val>
                                        </p:tav>
                                        <p:tav tm="100000">
                                          <p:val>
                                            <p:strVal val="#ppt_y"/>
                                          </p:val>
                                        </p:tav>
                                      </p:tavLst>
                                    </p:anim>
                                  </p:childTnLst>
                                </p:cTn>
                              </p:par>
                              <p:par>
                                <p:cTn id="45" presetID="2" presetClass="entr" presetSubtype="9"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 calcmode="lin" valueType="num">
                                      <p:cBhvr additive="base">
                                        <p:cTn id="47" dur="500" fill="hold"/>
                                        <p:tgtEl>
                                          <p:spTgt spid="50"/>
                                        </p:tgtEl>
                                        <p:attrNameLst>
                                          <p:attrName>ppt_x</p:attrName>
                                        </p:attrNameLst>
                                      </p:cBhvr>
                                      <p:tavLst>
                                        <p:tav tm="0">
                                          <p:val>
                                            <p:strVal val="0-#ppt_w/2"/>
                                          </p:val>
                                        </p:tav>
                                        <p:tav tm="100000">
                                          <p:val>
                                            <p:strVal val="#ppt_x"/>
                                          </p:val>
                                        </p:tav>
                                      </p:tavLst>
                                    </p:anim>
                                    <p:anim calcmode="lin" valueType="num">
                                      <p:cBhvr additive="base">
                                        <p:cTn id="48" dur="500" fill="hold"/>
                                        <p:tgtEl>
                                          <p:spTgt spid="50"/>
                                        </p:tgtEl>
                                        <p:attrNameLst>
                                          <p:attrName>ppt_y</p:attrName>
                                        </p:attrNameLst>
                                      </p:cBhvr>
                                      <p:tavLst>
                                        <p:tav tm="0">
                                          <p:val>
                                            <p:strVal val="0-#ppt_h/2"/>
                                          </p:val>
                                        </p:tav>
                                        <p:tav tm="100000">
                                          <p:val>
                                            <p:strVal val="#ppt_y"/>
                                          </p:val>
                                        </p:tav>
                                      </p:tavLst>
                                    </p:anim>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par>
                          <p:cTn id="51" fill="hold">
                            <p:stCondLst>
                              <p:cond delay="2000"/>
                            </p:stCondLst>
                            <p:childTnLst>
                              <p:par>
                                <p:cTn id="52" presetID="2" presetClass="entr" presetSubtype="3" fill="hold" grpId="0" nodeType="afterEffect">
                                  <p:stCondLst>
                                    <p:cond delay="0"/>
                                  </p:stCondLst>
                                  <p:childTnLst>
                                    <p:set>
                                      <p:cBhvr>
                                        <p:cTn id="53" dur="1" fill="hold">
                                          <p:stCondLst>
                                            <p:cond delay="0"/>
                                          </p:stCondLst>
                                        </p:cTn>
                                        <p:tgtEl>
                                          <p:spTgt spid="51"/>
                                        </p:tgtEl>
                                        <p:attrNameLst>
                                          <p:attrName>style.visibility</p:attrName>
                                        </p:attrNameLst>
                                      </p:cBhvr>
                                      <p:to>
                                        <p:strVal val="visible"/>
                                      </p:to>
                                    </p:set>
                                    <p:anim calcmode="lin" valueType="num">
                                      <p:cBhvr additive="base">
                                        <p:cTn id="54" dur="500" fill="hold"/>
                                        <p:tgtEl>
                                          <p:spTgt spid="51"/>
                                        </p:tgtEl>
                                        <p:attrNameLst>
                                          <p:attrName>ppt_x</p:attrName>
                                        </p:attrNameLst>
                                      </p:cBhvr>
                                      <p:tavLst>
                                        <p:tav tm="0">
                                          <p:val>
                                            <p:strVal val="1+#ppt_w/2"/>
                                          </p:val>
                                        </p:tav>
                                        <p:tav tm="100000">
                                          <p:val>
                                            <p:strVal val="#ppt_x"/>
                                          </p:val>
                                        </p:tav>
                                      </p:tavLst>
                                    </p:anim>
                                    <p:anim calcmode="lin" valueType="num">
                                      <p:cBhvr additive="base">
                                        <p:cTn id="55" dur="500" fill="hold"/>
                                        <p:tgtEl>
                                          <p:spTgt spid="51"/>
                                        </p:tgtEl>
                                        <p:attrNameLst>
                                          <p:attrName>ppt_y</p:attrName>
                                        </p:attrNameLst>
                                      </p:cBhvr>
                                      <p:tavLst>
                                        <p:tav tm="0">
                                          <p:val>
                                            <p:strVal val="0-#ppt_h/2"/>
                                          </p:val>
                                        </p:tav>
                                        <p:tav tm="100000">
                                          <p:val>
                                            <p:strVal val="#ppt_y"/>
                                          </p:val>
                                        </p:tav>
                                      </p:tavLst>
                                    </p:anim>
                                  </p:childTnLst>
                                </p:cTn>
                              </p:par>
                              <p:par>
                                <p:cTn id="56" presetID="2" presetClass="entr" presetSubtype="3" fill="hold" grpId="0" nodeType="withEffect">
                                  <p:stCondLst>
                                    <p:cond delay="0"/>
                                  </p:stCondLst>
                                  <p:childTnLst>
                                    <p:set>
                                      <p:cBhvr>
                                        <p:cTn id="57" dur="1" fill="hold">
                                          <p:stCondLst>
                                            <p:cond delay="0"/>
                                          </p:stCondLst>
                                        </p:cTn>
                                        <p:tgtEl>
                                          <p:spTgt spid="52"/>
                                        </p:tgtEl>
                                        <p:attrNameLst>
                                          <p:attrName>style.visibility</p:attrName>
                                        </p:attrNameLst>
                                      </p:cBhvr>
                                      <p:to>
                                        <p:strVal val="visible"/>
                                      </p:to>
                                    </p:set>
                                    <p:anim calcmode="lin" valueType="num">
                                      <p:cBhvr additive="base">
                                        <p:cTn id="58" dur="500" fill="hold"/>
                                        <p:tgtEl>
                                          <p:spTgt spid="52"/>
                                        </p:tgtEl>
                                        <p:attrNameLst>
                                          <p:attrName>ppt_x</p:attrName>
                                        </p:attrNameLst>
                                      </p:cBhvr>
                                      <p:tavLst>
                                        <p:tav tm="0">
                                          <p:val>
                                            <p:strVal val="1+#ppt_w/2"/>
                                          </p:val>
                                        </p:tav>
                                        <p:tav tm="100000">
                                          <p:val>
                                            <p:strVal val="#ppt_x"/>
                                          </p:val>
                                        </p:tav>
                                      </p:tavLst>
                                    </p:anim>
                                    <p:anim calcmode="lin" valueType="num">
                                      <p:cBhvr additive="base">
                                        <p:cTn id="59" dur="500" fill="hold"/>
                                        <p:tgtEl>
                                          <p:spTgt spid="52"/>
                                        </p:tgtEl>
                                        <p:attrNameLst>
                                          <p:attrName>ppt_y</p:attrName>
                                        </p:attrNameLst>
                                      </p:cBhvr>
                                      <p:tavLst>
                                        <p:tav tm="0">
                                          <p:val>
                                            <p:strVal val="0-#ppt_h/2"/>
                                          </p:val>
                                        </p:tav>
                                        <p:tav tm="100000">
                                          <p:val>
                                            <p:strVal val="#ppt_y"/>
                                          </p:val>
                                        </p:tav>
                                      </p:tavLst>
                                    </p:anim>
                                  </p:childTnLst>
                                </p:cTn>
                              </p:par>
                              <p:par>
                                <p:cTn id="60" presetID="1" presetClass="entr" presetSubtype="0" fill="hold" grpId="0" nodeType="withEffect">
                                  <p:stCondLst>
                                    <p:cond delay="0"/>
                                  </p:stCondLst>
                                  <p:childTnLst>
                                    <p:set>
                                      <p:cBhvr>
                                        <p:cTn id="61" dur="1" fill="hold">
                                          <p:stCondLst>
                                            <p:cond delay="0"/>
                                          </p:stCondLst>
                                        </p:cTn>
                                        <p:tgtEl>
                                          <p:spTgt spid="6"/>
                                        </p:tgtEl>
                                        <p:attrNameLst>
                                          <p:attrName>style.visibility</p:attrName>
                                        </p:attrNameLst>
                                      </p:cBhvr>
                                      <p:to>
                                        <p:strVal val="visible"/>
                                      </p:to>
                                    </p:set>
                                  </p:childTnLst>
                                </p:cTn>
                              </p:par>
                            </p:childTnLst>
                          </p:cTn>
                        </p:par>
                        <p:par>
                          <p:cTn id="62" fill="hold">
                            <p:stCondLst>
                              <p:cond delay="2500"/>
                            </p:stCondLst>
                            <p:childTnLst>
                              <p:par>
                                <p:cTn id="63" presetID="2" presetClass="entr" presetSubtype="9" fill="hold" grpId="2" nodeType="after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additive="base">
                                        <p:cTn id="65" dur="500" fill="hold"/>
                                        <p:tgtEl>
                                          <p:spTgt spid="53"/>
                                        </p:tgtEl>
                                        <p:attrNameLst>
                                          <p:attrName>ppt_x</p:attrName>
                                        </p:attrNameLst>
                                      </p:cBhvr>
                                      <p:tavLst>
                                        <p:tav tm="0">
                                          <p:val>
                                            <p:strVal val="0-#ppt_w/2"/>
                                          </p:val>
                                        </p:tav>
                                        <p:tav tm="100000">
                                          <p:val>
                                            <p:strVal val="#ppt_x"/>
                                          </p:val>
                                        </p:tav>
                                      </p:tavLst>
                                    </p:anim>
                                    <p:anim calcmode="lin" valueType="num">
                                      <p:cBhvr additive="base">
                                        <p:cTn id="66" dur="500" fill="hold"/>
                                        <p:tgtEl>
                                          <p:spTgt spid="53"/>
                                        </p:tgtEl>
                                        <p:attrNameLst>
                                          <p:attrName>ppt_y</p:attrName>
                                        </p:attrNameLst>
                                      </p:cBhvr>
                                      <p:tavLst>
                                        <p:tav tm="0">
                                          <p:val>
                                            <p:strVal val="0-#ppt_h/2"/>
                                          </p:val>
                                        </p:tav>
                                        <p:tav tm="100000">
                                          <p:val>
                                            <p:strVal val="#ppt_y"/>
                                          </p:val>
                                        </p:tav>
                                      </p:tavLst>
                                    </p:anim>
                                  </p:childTnLst>
                                </p:cTn>
                              </p:par>
                              <p:par>
                                <p:cTn id="67" presetID="2" presetClass="entr" presetSubtype="9" fill="hold" grpId="2" nodeType="withEffect">
                                  <p:stCondLst>
                                    <p:cond delay="0"/>
                                  </p:stCondLst>
                                  <p:childTnLst>
                                    <p:set>
                                      <p:cBhvr>
                                        <p:cTn id="68" dur="1" fill="hold">
                                          <p:stCondLst>
                                            <p:cond delay="0"/>
                                          </p:stCondLst>
                                        </p:cTn>
                                        <p:tgtEl>
                                          <p:spTgt spid="54"/>
                                        </p:tgtEl>
                                        <p:attrNameLst>
                                          <p:attrName>style.visibility</p:attrName>
                                        </p:attrNameLst>
                                      </p:cBhvr>
                                      <p:to>
                                        <p:strVal val="visible"/>
                                      </p:to>
                                    </p:set>
                                    <p:anim calcmode="lin" valueType="num">
                                      <p:cBhvr additive="base">
                                        <p:cTn id="69" dur="500" fill="hold"/>
                                        <p:tgtEl>
                                          <p:spTgt spid="54"/>
                                        </p:tgtEl>
                                        <p:attrNameLst>
                                          <p:attrName>ppt_x</p:attrName>
                                        </p:attrNameLst>
                                      </p:cBhvr>
                                      <p:tavLst>
                                        <p:tav tm="0">
                                          <p:val>
                                            <p:strVal val="0-#ppt_w/2"/>
                                          </p:val>
                                        </p:tav>
                                        <p:tav tm="100000">
                                          <p:val>
                                            <p:strVal val="#ppt_x"/>
                                          </p:val>
                                        </p:tav>
                                      </p:tavLst>
                                    </p:anim>
                                    <p:anim calcmode="lin" valueType="num">
                                      <p:cBhvr additive="base">
                                        <p:cTn id="70" dur="500" fill="hold"/>
                                        <p:tgtEl>
                                          <p:spTgt spid="54"/>
                                        </p:tgtEl>
                                        <p:attrNameLst>
                                          <p:attrName>ppt_y</p:attrName>
                                        </p:attrNameLst>
                                      </p:cBhvr>
                                      <p:tavLst>
                                        <p:tav tm="0">
                                          <p:val>
                                            <p:strVal val="0-#ppt_h/2"/>
                                          </p:val>
                                        </p:tav>
                                        <p:tav tm="100000">
                                          <p:val>
                                            <p:strVal val="#ppt_y"/>
                                          </p:val>
                                        </p:tav>
                                      </p:tavLst>
                                    </p:anim>
                                  </p:childTnLst>
                                </p:cTn>
                              </p:par>
                              <p:par>
                                <p:cTn id="71" presetID="1" presetClass="entr" presetSubtype="0" fill="hold" grpId="0" nodeType="withEffect">
                                  <p:stCondLst>
                                    <p:cond delay="0"/>
                                  </p:stCondLst>
                                  <p:childTnLst>
                                    <p:set>
                                      <p:cBhvr>
                                        <p:cTn id="72" dur="1" fill="hold">
                                          <p:stCondLst>
                                            <p:cond delay="0"/>
                                          </p:stCondLst>
                                        </p:cTn>
                                        <p:tgtEl>
                                          <p:spTgt spid="3"/>
                                        </p:tgtEl>
                                        <p:attrNameLst>
                                          <p:attrName>style.visibility</p:attrName>
                                        </p:attrNameLst>
                                      </p:cBhvr>
                                      <p:to>
                                        <p:strVal val="visible"/>
                                      </p:to>
                                    </p:set>
                                  </p:childTnLst>
                                </p:cTn>
                              </p:par>
                            </p:childTnLst>
                          </p:cTn>
                        </p:par>
                        <p:par>
                          <p:cTn id="73" fill="hold">
                            <p:stCondLst>
                              <p:cond delay="3000"/>
                            </p:stCondLst>
                            <p:childTnLst>
                              <p:par>
                                <p:cTn id="74" presetID="2" presetClass="entr" presetSubtype="1" fill="hold" grpId="2" nodeType="afterEffect">
                                  <p:stCondLst>
                                    <p:cond delay="0"/>
                                  </p:stCondLst>
                                  <p:childTnLst>
                                    <p:set>
                                      <p:cBhvr>
                                        <p:cTn id="75" dur="1" fill="hold">
                                          <p:stCondLst>
                                            <p:cond delay="0"/>
                                          </p:stCondLst>
                                        </p:cTn>
                                        <p:tgtEl>
                                          <p:spTgt spid="55"/>
                                        </p:tgtEl>
                                        <p:attrNameLst>
                                          <p:attrName>style.visibility</p:attrName>
                                        </p:attrNameLst>
                                      </p:cBhvr>
                                      <p:to>
                                        <p:strVal val="visible"/>
                                      </p:to>
                                    </p:set>
                                    <p:anim calcmode="lin" valueType="num">
                                      <p:cBhvr additive="base">
                                        <p:cTn id="76" dur="500" fill="hold"/>
                                        <p:tgtEl>
                                          <p:spTgt spid="55"/>
                                        </p:tgtEl>
                                        <p:attrNameLst>
                                          <p:attrName>ppt_x</p:attrName>
                                        </p:attrNameLst>
                                      </p:cBhvr>
                                      <p:tavLst>
                                        <p:tav tm="0">
                                          <p:val>
                                            <p:strVal val="#ppt_x"/>
                                          </p:val>
                                        </p:tav>
                                        <p:tav tm="100000">
                                          <p:val>
                                            <p:strVal val="#ppt_x"/>
                                          </p:val>
                                        </p:tav>
                                      </p:tavLst>
                                    </p:anim>
                                    <p:anim calcmode="lin" valueType="num">
                                      <p:cBhvr additive="base">
                                        <p:cTn id="77" dur="500" fill="hold"/>
                                        <p:tgtEl>
                                          <p:spTgt spid="55"/>
                                        </p:tgtEl>
                                        <p:attrNameLst>
                                          <p:attrName>ppt_y</p:attrName>
                                        </p:attrNameLst>
                                      </p:cBhvr>
                                      <p:tavLst>
                                        <p:tav tm="0">
                                          <p:val>
                                            <p:strVal val="0-#ppt_h/2"/>
                                          </p:val>
                                        </p:tav>
                                        <p:tav tm="100000">
                                          <p:val>
                                            <p:strVal val="#ppt_y"/>
                                          </p:val>
                                        </p:tav>
                                      </p:tavLst>
                                    </p:anim>
                                  </p:childTnLst>
                                </p:cTn>
                              </p:par>
                              <p:par>
                                <p:cTn id="78" presetID="2" presetClass="entr" presetSubtype="1" fill="hold" grpId="2" nodeType="withEffect">
                                  <p:stCondLst>
                                    <p:cond delay="0"/>
                                  </p:stCondLst>
                                  <p:childTnLst>
                                    <p:set>
                                      <p:cBhvr>
                                        <p:cTn id="79" dur="1" fill="hold">
                                          <p:stCondLst>
                                            <p:cond delay="0"/>
                                          </p:stCondLst>
                                        </p:cTn>
                                        <p:tgtEl>
                                          <p:spTgt spid="56"/>
                                        </p:tgtEl>
                                        <p:attrNameLst>
                                          <p:attrName>style.visibility</p:attrName>
                                        </p:attrNameLst>
                                      </p:cBhvr>
                                      <p:to>
                                        <p:strVal val="visible"/>
                                      </p:to>
                                    </p:set>
                                    <p:anim calcmode="lin" valueType="num">
                                      <p:cBhvr additive="base">
                                        <p:cTn id="80" dur="500" fill="hold"/>
                                        <p:tgtEl>
                                          <p:spTgt spid="56"/>
                                        </p:tgtEl>
                                        <p:attrNameLst>
                                          <p:attrName>ppt_x</p:attrName>
                                        </p:attrNameLst>
                                      </p:cBhvr>
                                      <p:tavLst>
                                        <p:tav tm="0">
                                          <p:val>
                                            <p:strVal val="#ppt_x"/>
                                          </p:val>
                                        </p:tav>
                                        <p:tav tm="100000">
                                          <p:val>
                                            <p:strVal val="#ppt_x"/>
                                          </p:val>
                                        </p:tav>
                                      </p:tavLst>
                                    </p:anim>
                                    <p:anim calcmode="lin" valueType="num">
                                      <p:cBhvr additive="base">
                                        <p:cTn id="81" dur="500" fill="hold"/>
                                        <p:tgtEl>
                                          <p:spTgt spid="56"/>
                                        </p:tgtEl>
                                        <p:attrNameLst>
                                          <p:attrName>ppt_y</p:attrName>
                                        </p:attrNameLst>
                                      </p:cBhvr>
                                      <p:tavLst>
                                        <p:tav tm="0">
                                          <p:val>
                                            <p:strVal val="0-#ppt_h/2"/>
                                          </p:val>
                                        </p:tav>
                                        <p:tav tm="100000">
                                          <p:val>
                                            <p:strVal val="#ppt_y"/>
                                          </p:val>
                                        </p:tav>
                                      </p:tavLst>
                                    </p:anim>
                                  </p:childTnLst>
                                </p:cTn>
                              </p:par>
                            </p:childTnLst>
                          </p:cTn>
                        </p:par>
                        <p:par>
                          <p:cTn id="82" fill="hold">
                            <p:stCondLst>
                              <p:cond delay="3500"/>
                            </p:stCondLst>
                            <p:childTnLst>
                              <p:par>
                                <p:cTn id="83" presetID="1" presetClass="entr" presetSubtype="0" fill="hold" grpId="0" nodeType="afterEffect">
                                  <p:stCondLst>
                                    <p:cond delay="0"/>
                                  </p:stCondLst>
                                  <p:childTnLst>
                                    <p:set>
                                      <p:cBhvr>
                                        <p:cTn id="84" dur="1" fill="hold">
                                          <p:stCondLst>
                                            <p:cond delay="0"/>
                                          </p:stCondLst>
                                        </p:cTn>
                                        <p:tgtEl>
                                          <p:spTgt spid="5"/>
                                        </p:tgtEl>
                                        <p:attrNameLst>
                                          <p:attrName>style.visibility</p:attrName>
                                        </p:attrNameLst>
                                      </p:cBhvr>
                                      <p:to>
                                        <p:strVal val="visible"/>
                                      </p:to>
                                    </p:set>
                                  </p:childTnLst>
                                </p:cTn>
                              </p:par>
                            </p:childTnLst>
                          </p:cTn>
                        </p:par>
                        <p:par>
                          <p:cTn id="85" fill="hold">
                            <p:stCondLst>
                              <p:cond delay="3500"/>
                            </p:stCondLst>
                            <p:childTnLst>
                              <p:par>
                                <p:cTn id="86" presetID="32" presetClass="emph" presetSubtype="0" fill="hold" grpId="2" nodeType="afterEffect">
                                  <p:stCondLst>
                                    <p:cond delay="0"/>
                                  </p:stCondLst>
                                  <p:childTnLst>
                                    <p:animRot by="120000">
                                      <p:cBhvr>
                                        <p:cTn id="87" dur="100" fill="hold">
                                          <p:stCondLst>
                                            <p:cond delay="0"/>
                                          </p:stCondLst>
                                        </p:cTn>
                                        <p:tgtEl>
                                          <p:spTgt spid="5"/>
                                        </p:tgtEl>
                                        <p:attrNameLst>
                                          <p:attrName>r</p:attrName>
                                        </p:attrNameLst>
                                      </p:cBhvr>
                                    </p:animRot>
                                    <p:animRot by="-240000">
                                      <p:cBhvr>
                                        <p:cTn id="88" dur="200" fill="hold">
                                          <p:stCondLst>
                                            <p:cond delay="200"/>
                                          </p:stCondLst>
                                        </p:cTn>
                                        <p:tgtEl>
                                          <p:spTgt spid="5"/>
                                        </p:tgtEl>
                                        <p:attrNameLst>
                                          <p:attrName>r</p:attrName>
                                        </p:attrNameLst>
                                      </p:cBhvr>
                                    </p:animRot>
                                    <p:animRot by="240000">
                                      <p:cBhvr>
                                        <p:cTn id="89" dur="200" fill="hold">
                                          <p:stCondLst>
                                            <p:cond delay="400"/>
                                          </p:stCondLst>
                                        </p:cTn>
                                        <p:tgtEl>
                                          <p:spTgt spid="5"/>
                                        </p:tgtEl>
                                        <p:attrNameLst>
                                          <p:attrName>r</p:attrName>
                                        </p:attrNameLst>
                                      </p:cBhvr>
                                    </p:animRot>
                                    <p:animRot by="-240000">
                                      <p:cBhvr>
                                        <p:cTn id="90" dur="200" fill="hold">
                                          <p:stCondLst>
                                            <p:cond delay="600"/>
                                          </p:stCondLst>
                                        </p:cTn>
                                        <p:tgtEl>
                                          <p:spTgt spid="5"/>
                                        </p:tgtEl>
                                        <p:attrNameLst>
                                          <p:attrName>r</p:attrName>
                                        </p:attrNameLst>
                                      </p:cBhvr>
                                    </p:animRot>
                                    <p:animRot by="120000">
                                      <p:cBhvr>
                                        <p:cTn id="91" dur="200" fill="hold">
                                          <p:stCondLst>
                                            <p:cond delay="800"/>
                                          </p:stCondLst>
                                        </p:cTn>
                                        <p:tgtEl>
                                          <p:spTgt spid="5"/>
                                        </p:tgtEl>
                                        <p:attrNameLst>
                                          <p:attrName>r</p:attrName>
                                        </p:attrNameLst>
                                      </p:cBhvr>
                                    </p:animRot>
                                  </p:childTnLst>
                                </p:cTn>
                              </p:par>
                            </p:childTnLst>
                          </p:cTn>
                        </p:par>
                      </p:childTnLst>
                    </p:cTn>
                  </p:par>
                  <p:par>
                    <p:cTn id="92" fill="hold">
                      <p:stCondLst>
                        <p:cond delay="indefinite"/>
                      </p:stCondLst>
                      <p:childTnLst>
                        <p:par>
                          <p:cTn id="93" fill="hold">
                            <p:stCondLst>
                              <p:cond delay="0"/>
                            </p:stCondLst>
                            <p:childTnLst>
                              <p:par>
                                <p:cTn id="94" presetID="22" presetClass="exit" presetSubtype="4" fill="hold" nodeType="clickEffect">
                                  <p:stCondLst>
                                    <p:cond delay="0"/>
                                  </p:stCondLst>
                                  <p:childTnLst>
                                    <p:animEffect transition="out" filter="wipe(down)">
                                      <p:cBhvr>
                                        <p:cTn id="95" dur="500"/>
                                        <p:tgtEl>
                                          <p:spTgt spid="36"/>
                                        </p:tgtEl>
                                      </p:cBhvr>
                                    </p:animEffect>
                                    <p:set>
                                      <p:cBhvr>
                                        <p:cTn id="96" dur="1" fill="hold">
                                          <p:stCondLst>
                                            <p:cond delay="499"/>
                                          </p:stCondLst>
                                        </p:cTn>
                                        <p:tgtEl>
                                          <p:spTgt spid="36"/>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
                                        </p:tgtEl>
                                        <p:attrNameLst>
                                          <p:attrName>style.visibility</p:attrName>
                                        </p:attrNameLst>
                                      </p:cBhvr>
                                      <p:to>
                                        <p:strVal val="visible"/>
                                      </p:to>
                                    </p:set>
                                  </p:childTnLst>
                                </p:cTn>
                              </p:par>
                            </p:childTnLst>
                          </p:cTn>
                        </p:par>
                        <p:par>
                          <p:cTn id="101" fill="hold">
                            <p:stCondLst>
                              <p:cond delay="0"/>
                            </p:stCondLst>
                            <p:childTnLst>
                              <p:par>
                                <p:cTn id="102" presetID="42" presetClass="entr" presetSubtype="0" fill="hold" nodeType="afterEffect">
                                  <p:stCondLst>
                                    <p:cond delay="0"/>
                                  </p:stCondLst>
                                  <p:childTnLst>
                                    <p:set>
                                      <p:cBhvr>
                                        <p:cTn id="103" dur="1" fill="hold">
                                          <p:stCondLst>
                                            <p:cond delay="0"/>
                                          </p:stCondLst>
                                        </p:cTn>
                                        <p:tgtEl>
                                          <p:spTgt spid="8"/>
                                        </p:tgtEl>
                                        <p:attrNameLst>
                                          <p:attrName>style.visibility</p:attrName>
                                        </p:attrNameLst>
                                      </p:cBhvr>
                                      <p:to>
                                        <p:strVal val="visible"/>
                                      </p:to>
                                    </p:set>
                                    <p:animEffect transition="in" filter="fade">
                                      <p:cBhvr>
                                        <p:cTn id="104" dur="500"/>
                                        <p:tgtEl>
                                          <p:spTgt spid="8"/>
                                        </p:tgtEl>
                                      </p:cBhvr>
                                    </p:animEffect>
                                    <p:anim calcmode="lin" valueType="num">
                                      <p:cBhvr>
                                        <p:cTn id="105" dur="500" fill="hold"/>
                                        <p:tgtEl>
                                          <p:spTgt spid="8"/>
                                        </p:tgtEl>
                                        <p:attrNameLst>
                                          <p:attrName>ppt_x</p:attrName>
                                        </p:attrNameLst>
                                      </p:cBhvr>
                                      <p:tavLst>
                                        <p:tav tm="0">
                                          <p:val>
                                            <p:strVal val="#ppt_x"/>
                                          </p:val>
                                        </p:tav>
                                        <p:tav tm="100000">
                                          <p:val>
                                            <p:strVal val="#ppt_x"/>
                                          </p:val>
                                        </p:tav>
                                      </p:tavLst>
                                    </p:anim>
                                    <p:anim calcmode="lin" valueType="num">
                                      <p:cBhvr>
                                        <p:cTn id="106" dur="500" fill="hold"/>
                                        <p:tgtEl>
                                          <p:spTgt spid="8"/>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9"/>
                                        </p:tgtEl>
                                        <p:attrNameLst>
                                          <p:attrName>style.visibility</p:attrName>
                                        </p:attrNameLst>
                                      </p:cBhvr>
                                      <p:to>
                                        <p:strVal val="visible"/>
                                      </p:to>
                                    </p:set>
                                    <p:animEffect transition="in" filter="fade">
                                      <p:cBhvr>
                                        <p:cTn id="109" dur="500"/>
                                        <p:tgtEl>
                                          <p:spTgt spid="9"/>
                                        </p:tgtEl>
                                      </p:cBhvr>
                                    </p:animEffect>
                                    <p:anim calcmode="lin" valueType="num">
                                      <p:cBhvr>
                                        <p:cTn id="110" dur="500" fill="hold"/>
                                        <p:tgtEl>
                                          <p:spTgt spid="9"/>
                                        </p:tgtEl>
                                        <p:attrNameLst>
                                          <p:attrName>ppt_x</p:attrName>
                                        </p:attrNameLst>
                                      </p:cBhvr>
                                      <p:tavLst>
                                        <p:tav tm="0">
                                          <p:val>
                                            <p:strVal val="#ppt_x"/>
                                          </p:val>
                                        </p:tav>
                                        <p:tav tm="100000">
                                          <p:val>
                                            <p:strVal val="#ppt_x"/>
                                          </p:val>
                                        </p:tav>
                                      </p:tavLst>
                                    </p:anim>
                                    <p:anim calcmode="lin" valueType="num">
                                      <p:cBhvr>
                                        <p:cTn id="111" dur="500" fill="hold"/>
                                        <p:tgtEl>
                                          <p:spTgt spid="9"/>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10"/>
                                        </p:tgtEl>
                                        <p:attrNameLst>
                                          <p:attrName>style.visibility</p:attrName>
                                        </p:attrNameLst>
                                      </p:cBhvr>
                                      <p:to>
                                        <p:strVal val="visible"/>
                                      </p:to>
                                    </p:set>
                                    <p:animEffect transition="in" filter="fade">
                                      <p:cBhvr>
                                        <p:cTn id="114" dur="500"/>
                                        <p:tgtEl>
                                          <p:spTgt spid="10"/>
                                        </p:tgtEl>
                                      </p:cBhvr>
                                    </p:animEffect>
                                    <p:anim calcmode="lin" valueType="num">
                                      <p:cBhvr>
                                        <p:cTn id="115" dur="500" fill="hold"/>
                                        <p:tgtEl>
                                          <p:spTgt spid="10"/>
                                        </p:tgtEl>
                                        <p:attrNameLst>
                                          <p:attrName>ppt_x</p:attrName>
                                        </p:attrNameLst>
                                      </p:cBhvr>
                                      <p:tavLst>
                                        <p:tav tm="0">
                                          <p:val>
                                            <p:strVal val="#ppt_x"/>
                                          </p:val>
                                        </p:tav>
                                        <p:tav tm="100000">
                                          <p:val>
                                            <p:strVal val="#ppt_x"/>
                                          </p:val>
                                        </p:tav>
                                      </p:tavLst>
                                    </p:anim>
                                    <p:anim calcmode="lin" valueType="num">
                                      <p:cBhvr>
                                        <p:cTn id="116" dur="500" fill="hold"/>
                                        <p:tgtEl>
                                          <p:spTgt spid="10"/>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11"/>
                                        </p:tgtEl>
                                        <p:attrNameLst>
                                          <p:attrName>style.visibility</p:attrName>
                                        </p:attrNameLst>
                                      </p:cBhvr>
                                      <p:to>
                                        <p:strVal val="visible"/>
                                      </p:to>
                                    </p:set>
                                    <p:animEffect transition="in" filter="fade">
                                      <p:cBhvr>
                                        <p:cTn id="119" dur="500"/>
                                        <p:tgtEl>
                                          <p:spTgt spid="11"/>
                                        </p:tgtEl>
                                      </p:cBhvr>
                                    </p:animEffect>
                                    <p:anim calcmode="lin" valueType="num">
                                      <p:cBhvr>
                                        <p:cTn id="120" dur="500" fill="hold"/>
                                        <p:tgtEl>
                                          <p:spTgt spid="11"/>
                                        </p:tgtEl>
                                        <p:attrNameLst>
                                          <p:attrName>ppt_x</p:attrName>
                                        </p:attrNameLst>
                                      </p:cBhvr>
                                      <p:tavLst>
                                        <p:tav tm="0">
                                          <p:val>
                                            <p:strVal val="#ppt_x"/>
                                          </p:val>
                                        </p:tav>
                                        <p:tav tm="100000">
                                          <p:val>
                                            <p:strVal val="#ppt_x"/>
                                          </p:val>
                                        </p:tav>
                                      </p:tavLst>
                                    </p:anim>
                                    <p:anim calcmode="lin" valueType="num">
                                      <p:cBhvr>
                                        <p:cTn id="121" dur="500" fill="hold"/>
                                        <p:tgtEl>
                                          <p:spTgt spid="11"/>
                                        </p:tgtEl>
                                        <p:attrNameLst>
                                          <p:attrName>ppt_y</p:attrName>
                                        </p:attrNameLst>
                                      </p:cBhvr>
                                      <p:tavLst>
                                        <p:tav tm="0">
                                          <p:val>
                                            <p:strVal val="#ppt_y+.1"/>
                                          </p:val>
                                        </p:tav>
                                        <p:tav tm="100000">
                                          <p:val>
                                            <p:strVal val="#ppt_y"/>
                                          </p:val>
                                        </p:tav>
                                      </p:tavLst>
                                    </p:anim>
                                  </p:childTnLst>
                                </p:cTn>
                              </p:par>
                            </p:childTnLst>
                          </p:cTn>
                        </p:par>
                        <p:par>
                          <p:cTn id="122" fill="hold">
                            <p:stCondLst>
                              <p:cond delay="500"/>
                            </p:stCondLst>
                            <p:childTnLst>
                              <p:par>
                                <p:cTn id="123" presetID="42" presetClass="entr" presetSubtype="0" fill="hold" grpId="0" nodeType="afterEffect">
                                  <p:stCondLst>
                                    <p:cond delay="0"/>
                                  </p:stCondLst>
                                  <p:childTnLst>
                                    <p:set>
                                      <p:cBhvr>
                                        <p:cTn id="124" dur="1" fill="hold">
                                          <p:stCondLst>
                                            <p:cond delay="0"/>
                                          </p:stCondLst>
                                        </p:cTn>
                                        <p:tgtEl>
                                          <p:spTgt spid="12"/>
                                        </p:tgtEl>
                                        <p:attrNameLst>
                                          <p:attrName>style.visibility</p:attrName>
                                        </p:attrNameLst>
                                      </p:cBhvr>
                                      <p:to>
                                        <p:strVal val="visible"/>
                                      </p:to>
                                    </p:set>
                                    <p:animEffect transition="in" filter="fade">
                                      <p:cBhvr>
                                        <p:cTn id="125" dur="500"/>
                                        <p:tgtEl>
                                          <p:spTgt spid="12"/>
                                        </p:tgtEl>
                                      </p:cBhvr>
                                    </p:animEffect>
                                    <p:anim calcmode="lin" valueType="num">
                                      <p:cBhvr>
                                        <p:cTn id="126" dur="500" fill="hold"/>
                                        <p:tgtEl>
                                          <p:spTgt spid="12"/>
                                        </p:tgtEl>
                                        <p:attrNameLst>
                                          <p:attrName>ppt_x</p:attrName>
                                        </p:attrNameLst>
                                      </p:cBhvr>
                                      <p:tavLst>
                                        <p:tav tm="0">
                                          <p:val>
                                            <p:strVal val="#ppt_x"/>
                                          </p:val>
                                        </p:tav>
                                        <p:tav tm="100000">
                                          <p:val>
                                            <p:strVal val="#ppt_x"/>
                                          </p:val>
                                        </p:tav>
                                      </p:tavLst>
                                    </p:anim>
                                    <p:anim calcmode="lin" valueType="num">
                                      <p:cBhvr>
                                        <p:cTn id="127" dur="500" fill="hold"/>
                                        <p:tgtEl>
                                          <p:spTgt spid="12"/>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500"/>
                                        <p:tgtEl>
                                          <p:spTgt spid="13"/>
                                        </p:tgtEl>
                                      </p:cBhvr>
                                    </p:animEffect>
                                    <p:anim calcmode="lin" valueType="num">
                                      <p:cBhvr>
                                        <p:cTn id="131" dur="500" fill="hold"/>
                                        <p:tgtEl>
                                          <p:spTgt spid="13"/>
                                        </p:tgtEl>
                                        <p:attrNameLst>
                                          <p:attrName>ppt_x</p:attrName>
                                        </p:attrNameLst>
                                      </p:cBhvr>
                                      <p:tavLst>
                                        <p:tav tm="0">
                                          <p:val>
                                            <p:strVal val="#ppt_x"/>
                                          </p:val>
                                        </p:tav>
                                        <p:tav tm="100000">
                                          <p:val>
                                            <p:strVal val="#ppt_x"/>
                                          </p:val>
                                        </p:tav>
                                      </p:tavLst>
                                    </p:anim>
                                    <p:anim calcmode="lin" valueType="num">
                                      <p:cBhvr>
                                        <p:cTn id="132" dur="500" fill="hold"/>
                                        <p:tgtEl>
                                          <p:spTgt spid="13"/>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14"/>
                                        </p:tgtEl>
                                        <p:attrNameLst>
                                          <p:attrName>style.visibility</p:attrName>
                                        </p:attrNameLst>
                                      </p:cBhvr>
                                      <p:to>
                                        <p:strVal val="visible"/>
                                      </p:to>
                                    </p:set>
                                    <p:animEffect transition="in" filter="fade">
                                      <p:cBhvr>
                                        <p:cTn id="135" dur="500"/>
                                        <p:tgtEl>
                                          <p:spTgt spid="14"/>
                                        </p:tgtEl>
                                      </p:cBhvr>
                                    </p:animEffect>
                                    <p:anim calcmode="lin" valueType="num">
                                      <p:cBhvr>
                                        <p:cTn id="136" dur="500" fill="hold"/>
                                        <p:tgtEl>
                                          <p:spTgt spid="14"/>
                                        </p:tgtEl>
                                        <p:attrNameLst>
                                          <p:attrName>ppt_x</p:attrName>
                                        </p:attrNameLst>
                                      </p:cBhvr>
                                      <p:tavLst>
                                        <p:tav tm="0">
                                          <p:val>
                                            <p:strVal val="#ppt_x"/>
                                          </p:val>
                                        </p:tav>
                                        <p:tav tm="100000">
                                          <p:val>
                                            <p:strVal val="#ppt_x"/>
                                          </p:val>
                                        </p:tav>
                                      </p:tavLst>
                                    </p:anim>
                                    <p:anim calcmode="lin" valueType="num">
                                      <p:cBhvr>
                                        <p:cTn id="137" dur="500" fill="hold"/>
                                        <p:tgtEl>
                                          <p:spTgt spid="14"/>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15"/>
                                        </p:tgtEl>
                                        <p:attrNameLst>
                                          <p:attrName>style.visibility</p:attrName>
                                        </p:attrNameLst>
                                      </p:cBhvr>
                                      <p:to>
                                        <p:strVal val="visible"/>
                                      </p:to>
                                    </p:set>
                                    <p:animEffect transition="in" filter="fade">
                                      <p:cBhvr>
                                        <p:cTn id="140" dur="500"/>
                                        <p:tgtEl>
                                          <p:spTgt spid="15"/>
                                        </p:tgtEl>
                                      </p:cBhvr>
                                    </p:animEffect>
                                    <p:anim calcmode="lin" valueType="num">
                                      <p:cBhvr>
                                        <p:cTn id="141" dur="500" fill="hold"/>
                                        <p:tgtEl>
                                          <p:spTgt spid="15"/>
                                        </p:tgtEl>
                                        <p:attrNameLst>
                                          <p:attrName>ppt_x</p:attrName>
                                        </p:attrNameLst>
                                      </p:cBhvr>
                                      <p:tavLst>
                                        <p:tav tm="0">
                                          <p:val>
                                            <p:strVal val="#ppt_x"/>
                                          </p:val>
                                        </p:tav>
                                        <p:tav tm="100000">
                                          <p:val>
                                            <p:strVal val="#ppt_x"/>
                                          </p:val>
                                        </p:tav>
                                      </p:tavLst>
                                    </p:anim>
                                    <p:anim calcmode="lin" valueType="num">
                                      <p:cBhvr>
                                        <p:cTn id="142" dur="500" fill="hold"/>
                                        <p:tgtEl>
                                          <p:spTgt spid="15"/>
                                        </p:tgtEl>
                                        <p:attrNameLst>
                                          <p:attrName>ppt_y</p:attrName>
                                        </p:attrNameLst>
                                      </p:cBhvr>
                                      <p:tavLst>
                                        <p:tav tm="0">
                                          <p:val>
                                            <p:strVal val="#ppt_y+.1"/>
                                          </p:val>
                                        </p:tav>
                                        <p:tav tm="100000">
                                          <p:val>
                                            <p:strVal val="#ppt_y"/>
                                          </p:val>
                                        </p:tav>
                                      </p:tavLst>
                                    </p:anim>
                                  </p:childTnLst>
                                </p:cTn>
                              </p:par>
                            </p:childTnLst>
                          </p:cTn>
                        </p:par>
                        <p:par>
                          <p:cTn id="143" fill="hold">
                            <p:stCondLst>
                              <p:cond delay="1000"/>
                            </p:stCondLst>
                            <p:childTnLst>
                              <p:par>
                                <p:cTn id="144" presetID="42" presetClass="entr" presetSubtype="0" fill="hold" grpId="0" nodeType="afterEffect">
                                  <p:stCondLst>
                                    <p:cond delay="0"/>
                                  </p:stCondLst>
                                  <p:childTnLst>
                                    <p:set>
                                      <p:cBhvr>
                                        <p:cTn id="145" dur="1" fill="hold">
                                          <p:stCondLst>
                                            <p:cond delay="0"/>
                                          </p:stCondLst>
                                        </p:cTn>
                                        <p:tgtEl>
                                          <p:spTgt spid="16"/>
                                        </p:tgtEl>
                                        <p:attrNameLst>
                                          <p:attrName>style.visibility</p:attrName>
                                        </p:attrNameLst>
                                      </p:cBhvr>
                                      <p:to>
                                        <p:strVal val="visible"/>
                                      </p:to>
                                    </p:set>
                                    <p:animEffect transition="in" filter="fade">
                                      <p:cBhvr>
                                        <p:cTn id="146" dur="500"/>
                                        <p:tgtEl>
                                          <p:spTgt spid="16"/>
                                        </p:tgtEl>
                                      </p:cBhvr>
                                    </p:animEffect>
                                    <p:anim calcmode="lin" valueType="num">
                                      <p:cBhvr>
                                        <p:cTn id="147" dur="500" fill="hold"/>
                                        <p:tgtEl>
                                          <p:spTgt spid="16"/>
                                        </p:tgtEl>
                                        <p:attrNameLst>
                                          <p:attrName>ppt_x</p:attrName>
                                        </p:attrNameLst>
                                      </p:cBhvr>
                                      <p:tavLst>
                                        <p:tav tm="0">
                                          <p:val>
                                            <p:strVal val="#ppt_x"/>
                                          </p:val>
                                        </p:tav>
                                        <p:tav tm="100000">
                                          <p:val>
                                            <p:strVal val="#ppt_x"/>
                                          </p:val>
                                        </p:tav>
                                      </p:tavLst>
                                    </p:anim>
                                    <p:anim calcmode="lin" valueType="num">
                                      <p:cBhvr>
                                        <p:cTn id="148" dur="500" fill="hold"/>
                                        <p:tgtEl>
                                          <p:spTgt spid="16"/>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17"/>
                                        </p:tgtEl>
                                        <p:attrNameLst>
                                          <p:attrName>style.visibility</p:attrName>
                                        </p:attrNameLst>
                                      </p:cBhvr>
                                      <p:to>
                                        <p:strVal val="visible"/>
                                      </p:to>
                                    </p:set>
                                    <p:animEffect transition="in" filter="fade">
                                      <p:cBhvr>
                                        <p:cTn id="151" dur="500"/>
                                        <p:tgtEl>
                                          <p:spTgt spid="17"/>
                                        </p:tgtEl>
                                      </p:cBhvr>
                                    </p:animEffect>
                                    <p:anim calcmode="lin" valueType="num">
                                      <p:cBhvr>
                                        <p:cTn id="152" dur="500" fill="hold"/>
                                        <p:tgtEl>
                                          <p:spTgt spid="17"/>
                                        </p:tgtEl>
                                        <p:attrNameLst>
                                          <p:attrName>ppt_x</p:attrName>
                                        </p:attrNameLst>
                                      </p:cBhvr>
                                      <p:tavLst>
                                        <p:tav tm="0">
                                          <p:val>
                                            <p:strVal val="#ppt_x"/>
                                          </p:val>
                                        </p:tav>
                                        <p:tav tm="100000">
                                          <p:val>
                                            <p:strVal val="#ppt_x"/>
                                          </p:val>
                                        </p:tav>
                                      </p:tavLst>
                                    </p:anim>
                                    <p:anim calcmode="lin" valueType="num">
                                      <p:cBhvr>
                                        <p:cTn id="153" dur="500" fill="hold"/>
                                        <p:tgtEl>
                                          <p:spTgt spid="17"/>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18"/>
                                        </p:tgtEl>
                                        <p:attrNameLst>
                                          <p:attrName>style.visibility</p:attrName>
                                        </p:attrNameLst>
                                      </p:cBhvr>
                                      <p:to>
                                        <p:strVal val="visible"/>
                                      </p:to>
                                    </p:set>
                                    <p:animEffect transition="in" filter="fade">
                                      <p:cBhvr>
                                        <p:cTn id="156" dur="500"/>
                                        <p:tgtEl>
                                          <p:spTgt spid="18"/>
                                        </p:tgtEl>
                                      </p:cBhvr>
                                    </p:animEffect>
                                    <p:anim calcmode="lin" valueType="num">
                                      <p:cBhvr>
                                        <p:cTn id="157" dur="500" fill="hold"/>
                                        <p:tgtEl>
                                          <p:spTgt spid="18"/>
                                        </p:tgtEl>
                                        <p:attrNameLst>
                                          <p:attrName>ppt_x</p:attrName>
                                        </p:attrNameLst>
                                      </p:cBhvr>
                                      <p:tavLst>
                                        <p:tav tm="0">
                                          <p:val>
                                            <p:strVal val="#ppt_x"/>
                                          </p:val>
                                        </p:tav>
                                        <p:tav tm="100000">
                                          <p:val>
                                            <p:strVal val="#ppt_x"/>
                                          </p:val>
                                        </p:tav>
                                      </p:tavLst>
                                    </p:anim>
                                    <p:anim calcmode="lin" valueType="num">
                                      <p:cBhvr>
                                        <p:cTn id="158" dur="500" fill="hold"/>
                                        <p:tgtEl>
                                          <p:spTgt spid="18"/>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19"/>
                                        </p:tgtEl>
                                        <p:attrNameLst>
                                          <p:attrName>style.visibility</p:attrName>
                                        </p:attrNameLst>
                                      </p:cBhvr>
                                      <p:to>
                                        <p:strVal val="visible"/>
                                      </p:to>
                                    </p:set>
                                    <p:animEffect transition="in" filter="fade">
                                      <p:cBhvr>
                                        <p:cTn id="161" dur="500"/>
                                        <p:tgtEl>
                                          <p:spTgt spid="19"/>
                                        </p:tgtEl>
                                      </p:cBhvr>
                                    </p:animEffect>
                                    <p:anim calcmode="lin" valueType="num">
                                      <p:cBhvr>
                                        <p:cTn id="162" dur="500" fill="hold"/>
                                        <p:tgtEl>
                                          <p:spTgt spid="19"/>
                                        </p:tgtEl>
                                        <p:attrNameLst>
                                          <p:attrName>ppt_x</p:attrName>
                                        </p:attrNameLst>
                                      </p:cBhvr>
                                      <p:tavLst>
                                        <p:tav tm="0">
                                          <p:val>
                                            <p:strVal val="#ppt_x"/>
                                          </p:val>
                                        </p:tav>
                                        <p:tav tm="100000">
                                          <p:val>
                                            <p:strVal val="#ppt_x"/>
                                          </p:val>
                                        </p:tav>
                                      </p:tavLst>
                                    </p:anim>
                                    <p:anim calcmode="lin" valueType="num">
                                      <p:cBhvr>
                                        <p:cTn id="163" dur="500" fill="hold"/>
                                        <p:tgtEl>
                                          <p:spTgt spid="19"/>
                                        </p:tgtEl>
                                        <p:attrNameLst>
                                          <p:attrName>ppt_y</p:attrName>
                                        </p:attrNameLst>
                                      </p:cBhvr>
                                      <p:tavLst>
                                        <p:tav tm="0">
                                          <p:val>
                                            <p:strVal val="#ppt_y+.1"/>
                                          </p:val>
                                        </p:tav>
                                        <p:tav tm="100000">
                                          <p:val>
                                            <p:strVal val="#ppt_y"/>
                                          </p:val>
                                        </p:tav>
                                      </p:tavLst>
                                    </p:anim>
                                  </p:childTnLst>
                                </p:cTn>
                              </p:par>
                            </p:childTnLst>
                          </p:cTn>
                        </p:par>
                        <p:par>
                          <p:cTn id="164" fill="hold">
                            <p:stCondLst>
                              <p:cond delay="1500"/>
                            </p:stCondLst>
                            <p:childTnLst>
                              <p:par>
                                <p:cTn id="165" presetID="42" presetClass="entr" presetSubtype="0" fill="hold" nodeType="afterEffect">
                                  <p:stCondLst>
                                    <p:cond delay="0"/>
                                  </p:stCondLst>
                                  <p:childTnLst>
                                    <p:set>
                                      <p:cBhvr>
                                        <p:cTn id="166" dur="1" fill="hold">
                                          <p:stCondLst>
                                            <p:cond delay="0"/>
                                          </p:stCondLst>
                                        </p:cTn>
                                        <p:tgtEl>
                                          <p:spTgt spid="20"/>
                                        </p:tgtEl>
                                        <p:attrNameLst>
                                          <p:attrName>style.visibility</p:attrName>
                                        </p:attrNameLst>
                                      </p:cBhvr>
                                      <p:to>
                                        <p:strVal val="visible"/>
                                      </p:to>
                                    </p:set>
                                    <p:animEffect transition="in" filter="fade">
                                      <p:cBhvr>
                                        <p:cTn id="167" dur="500"/>
                                        <p:tgtEl>
                                          <p:spTgt spid="20"/>
                                        </p:tgtEl>
                                      </p:cBhvr>
                                    </p:animEffect>
                                    <p:anim calcmode="lin" valueType="num">
                                      <p:cBhvr>
                                        <p:cTn id="168" dur="500" fill="hold"/>
                                        <p:tgtEl>
                                          <p:spTgt spid="20"/>
                                        </p:tgtEl>
                                        <p:attrNameLst>
                                          <p:attrName>ppt_x</p:attrName>
                                        </p:attrNameLst>
                                      </p:cBhvr>
                                      <p:tavLst>
                                        <p:tav tm="0">
                                          <p:val>
                                            <p:strVal val="#ppt_x"/>
                                          </p:val>
                                        </p:tav>
                                        <p:tav tm="100000">
                                          <p:val>
                                            <p:strVal val="#ppt_x"/>
                                          </p:val>
                                        </p:tav>
                                      </p:tavLst>
                                    </p:anim>
                                    <p:anim calcmode="lin" valueType="num">
                                      <p:cBhvr>
                                        <p:cTn id="169" dur="500" fill="hold"/>
                                        <p:tgtEl>
                                          <p:spTgt spid="20"/>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21"/>
                                        </p:tgtEl>
                                        <p:attrNameLst>
                                          <p:attrName>style.visibility</p:attrName>
                                        </p:attrNameLst>
                                      </p:cBhvr>
                                      <p:to>
                                        <p:strVal val="visible"/>
                                      </p:to>
                                    </p:set>
                                    <p:animEffect transition="in" filter="fade">
                                      <p:cBhvr>
                                        <p:cTn id="172" dur="500"/>
                                        <p:tgtEl>
                                          <p:spTgt spid="21"/>
                                        </p:tgtEl>
                                      </p:cBhvr>
                                    </p:animEffect>
                                    <p:anim calcmode="lin" valueType="num">
                                      <p:cBhvr>
                                        <p:cTn id="173" dur="500" fill="hold"/>
                                        <p:tgtEl>
                                          <p:spTgt spid="21"/>
                                        </p:tgtEl>
                                        <p:attrNameLst>
                                          <p:attrName>ppt_x</p:attrName>
                                        </p:attrNameLst>
                                      </p:cBhvr>
                                      <p:tavLst>
                                        <p:tav tm="0">
                                          <p:val>
                                            <p:strVal val="#ppt_x"/>
                                          </p:val>
                                        </p:tav>
                                        <p:tav tm="100000">
                                          <p:val>
                                            <p:strVal val="#ppt_x"/>
                                          </p:val>
                                        </p:tav>
                                      </p:tavLst>
                                    </p:anim>
                                    <p:anim calcmode="lin" valueType="num">
                                      <p:cBhvr>
                                        <p:cTn id="174" dur="500" fill="hold"/>
                                        <p:tgtEl>
                                          <p:spTgt spid="21"/>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22"/>
                                        </p:tgtEl>
                                        <p:attrNameLst>
                                          <p:attrName>style.visibility</p:attrName>
                                        </p:attrNameLst>
                                      </p:cBhvr>
                                      <p:to>
                                        <p:strVal val="visible"/>
                                      </p:to>
                                    </p:set>
                                    <p:animEffect transition="in" filter="fade">
                                      <p:cBhvr>
                                        <p:cTn id="177" dur="500"/>
                                        <p:tgtEl>
                                          <p:spTgt spid="22"/>
                                        </p:tgtEl>
                                      </p:cBhvr>
                                    </p:animEffect>
                                    <p:anim calcmode="lin" valueType="num">
                                      <p:cBhvr>
                                        <p:cTn id="178" dur="500" fill="hold"/>
                                        <p:tgtEl>
                                          <p:spTgt spid="22"/>
                                        </p:tgtEl>
                                        <p:attrNameLst>
                                          <p:attrName>ppt_x</p:attrName>
                                        </p:attrNameLst>
                                      </p:cBhvr>
                                      <p:tavLst>
                                        <p:tav tm="0">
                                          <p:val>
                                            <p:strVal val="#ppt_x"/>
                                          </p:val>
                                        </p:tav>
                                        <p:tav tm="100000">
                                          <p:val>
                                            <p:strVal val="#ppt_x"/>
                                          </p:val>
                                        </p:tav>
                                      </p:tavLst>
                                    </p:anim>
                                    <p:anim calcmode="lin" valueType="num">
                                      <p:cBhvr>
                                        <p:cTn id="179" dur="500" fill="hold"/>
                                        <p:tgtEl>
                                          <p:spTgt spid="22"/>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23"/>
                                        </p:tgtEl>
                                        <p:attrNameLst>
                                          <p:attrName>style.visibility</p:attrName>
                                        </p:attrNameLst>
                                      </p:cBhvr>
                                      <p:to>
                                        <p:strVal val="visible"/>
                                      </p:to>
                                    </p:set>
                                    <p:animEffect transition="in" filter="fade">
                                      <p:cBhvr>
                                        <p:cTn id="182" dur="500"/>
                                        <p:tgtEl>
                                          <p:spTgt spid="23"/>
                                        </p:tgtEl>
                                      </p:cBhvr>
                                    </p:animEffect>
                                    <p:anim calcmode="lin" valueType="num">
                                      <p:cBhvr>
                                        <p:cTn id="183" dur="500" fill="hold"/>
                                        <p:tgtEl>
                                          <p:spTgt spid="23"/>
                                        </p:tgtEl>
                                        <p:attrNameLst>
                                          <p:attrName>ppt_x</p:attrName>
                                        </p:attrNameLst>
                                      </p:cBhvr>
                                      <p:tavLst>
                                        <p:tav tm="0">
                                          <p:val>
                                            <p:strVal val="#ppt_x"/>
                                          </p:val>
                                        </p:tav>
                                        <p:tav tm="100000">
                                          <p:val>
                                            <p:strVal val="#ppt_x"/>
                                          </p:val>
                                        </p:tav>
                                      </p:tavLst>
                                    </p:anim>
                                    <p:anim calcmode="lin" valueType="num">
                                      <p:cBhvr>
                                        <p:cTn id="184"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7" grpId="0" bldLvl="0" animBg="1"/>
      <p:bldP spid="7" grpId="1" animBg="1"/>
      <p:bldP spid="43" grpId="0" bldLvl="0" animBg="1"/>
      <p:bldP spid="44" grpId="0"/>
      <p:bldP spid="45" grpId="0" bldLvl="0" animBg="1"/>
      <p:bldP spid="46" grpId="0"/>
      <p:bldP spid="47" grpId="0" bldLvl="0" animBg="1"/>
      <p:bldP spid="48" grpId="0"/>
      <p:bldP spid="49" grpId="0" bldLvl="0" animBg="1"/>
      <p:bldP spid="50" grpId="0"/>
      <p:bldP spid="51" grpId="0" bldLvl="0" animBg="1"/>
      <p:bldP spid="52" grpId="0"/>
      <p:bldP spid="53" grpId="1" animBg="1"/>
      <p:bldP spid="53" grpId="2" bldLvl="0" animBg="1"/>
      <p:bldP spid="54" grpId="1"/>
      <p:bldP spid="54" grpId="2"/>
      <p:bldP spid="55" grpId="1" animBg="1"/>
      <p:bldP spid="55" grpId="2" bldLvl="0" animBg="1"/>
      <p:bldP spid="56" grpId="1"/>
      <p:bldP spid="56" grpId="2"/>
      <p:bldP spid="9" grpId="0"/>
      <p:bldP spid="10" grpId="0"/>
      <p:bldP spid="11" grpId="0"/>
      <p:bldP spid="12" grpId="0" bldLvl="0" animBg="1"/>
      <p:bldP spid="13" grpId="0"/>
      <p:bldP spid="14" grpId="0"/>
      <p:bldP spid="15" grpId="0"/>
      <p:bldP spid="16" grpId="0" bldLvl="0" animBg="1"/>
      <p:bldP spid="17" grpId="0"/>
      <p:bldP spid="18" grpId="0"/>
      <p:bldP spid="19" grpId="0"/>
      <p:bldP spid="21" grpId="0"/>
      <p:bldP spid="22" grpId="0"/>
      <p:bldP spid="23" grpId="0"/>
      <p:bldP spid="4" grpId="0" bldLvl="0" animBg="1"/>
      <p:bldP spid="4" grpId="1" animBg="1"/>
      <p:bldP spid="3" grpId="0" animBg="1"/>
      <p:bldP spid="6" grpId="0" animBg="1"/>
      <p:bldP spid="24" grpId="0" animBg="1"/>
      <p:bldP spid="25" grpId="0" animBg="1"/>
      <p:bldP spid="26" grpId="0" animBg="1"/>
      <p:bldP spid="27" grpId="0" animBg="1"/>
      <p:bldP spid="3" grpId="1" animBg="1"/>
      <p:bldP spid="6" grpId="1" animBg="1"/>
      <p:bldP spid="24" grpId="1" animBg="1"/>
      <p:bldP spid="25" grpId="1" animBg="1"/>
      <p:bldP spid="26" grpId="1" animBg="1"/>
      <p:bldP spid="27"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76"/>
          <p:cNvSpPr>
            <a:spLocks noGrp="1"/>
          </p:cNvSpPr>
          <p:nvPr>
            <p:ph type="title"/>
          </p:nvPr>
        </p:nvSpPr>
        <p:spPr/>
        <p:txBody>
          <a:bodyPr>
            <a:normAutofit/>
          </a:bodyPr>
          <a:p>
            <a:r>
              <a:rPr lang="en-US" altLang="zh-CN"/>
              <a:t>ggplot2</a:t>
            </a:r>
            <a:r>
              <a:rPr lang="zh-CN" altLang="en-US"/>
              <a:t>图形语法</a:t>
            </a:r>
            <a:endParaRPr lang="zh-CN" altLang="en-US"/>
          </a:p>
        </p:txBody>
      </p:sp>
      <p:sp>
        <p:nvSpPr>
          <p:cNvPr id="7" name="文本框 6"/>
          <p:cNvSpPr txBox="1"/>
          <p:nvPr/>
        </p:nvSpPr>
        <p:spPr>
          <a:xfrm>
            <a:off x="579120" y="1273175"/>
            <a:ext cx="2565400" cy="460375"/>
          </a:xfrm>
          <a:prstGeom prst="rect">
            <a:avLst/>
          </a:prstGeom>
          <a:solidFill>
            <a:srgbClr val="F6C678"/>
          </a:solidFill>
        </p:spPr>
        <p:txBody>
          <a:bodyPr wrap="square" rtlCol="0">
            <a:spAutoFit/>
          </a:bodyPr>
          <a:lstStyle/>
          <a:p>
            <a:r>
              <a:rPr lang="en-US" altLang="zh-CN" sz="2400" b="1">
                <a:solidFill>
                  <a:schemeClr val="bg1"/>
                </a:solidFill>
                <a:latin typeface="黑体" panose="02010600030101010101" pitchFamily="49" charset="-122"/>
                <a:ea typeface="黑体" panose="02010600030101010101" pitchFamily="49" charset="-122"/>
                <a:cs typeface="黑体" panose="02010600030101010101" pitchFamily="49" charset="-122"/>
              </a:rPr>
              <a:t>ggplot2</a:t>
            </a:r>
            <a:r>
              <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rPr>
              <a:t>图形组件</a:t>
            </a:r>
            <a:endPar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endParaRPr>
          </a:p>
        </p:txBody>
      </p:sp>
      <p:sp>
        <p:nvSpPr>
          <p:cNvPr id="28" name="文本框 27"/>
          <p:cNvSpPr txBox="1"/>
          <p:nvPr/>
        </p:nvSpPr>
        <p:spPr>
          <a:xfrm>
            <a:off x="7391400" y="1371600"/>
            <a:ext cx="3425825" cy="502920"/>
          </a:xfrm>
          <a:prstGeom prst="rect">
            <a:avLst/>
          </a:prstGeom>
          <a:solidFill>
            <a:srgbClr val="F6C678"/>
          </a:solidFill>
        </p:spPr>
        <p:txBody>
          <a:bodyPr wrap="square" rtlCol="0">
            <a:noAutofit/>
          </a:bodyPr>
          <a:p>
            <a:r>
              <a:rPr lang="en-US" altLang="zh-CN" sz="2400" b="1">
                <a:solidFill>
                  <a:schemeClr val="bg1"/>
                </a:solidFill>
                <a:latin typeface="黑体" panose="02010600030101010101" pitchFamily="49" charset="-122"/>
                <a:ea typeface="黑体" panose="02010600030101010101" pitchFamily="49" charset="-122"/>
                <a:cs typeface="黑体" panose="02010600030101010101" pitchFamily="49" charset="-122"/>
              </a:rPr>
              <a:t>ggplot2</a:t>
            </a:r>
            <a:r>
              <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rPr>
              <a:t>图形实现</a:t>
            </a:r>
            <a:r>
              <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rPr>
              <a:t>代码</a:t>
            </a:r>
            <a:endPar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endParaRPr>
          </a:p>
        </p:txBody>
      </p:sp>
      <p:pic>
        <p:nvPicPr>
          <p:cNvPr id="30" name="图片 29"/>
          <p:cNvPicPr>
            <a:picLocks noChangeAspect="1"/>
          </p:cNvPicPr>
          <p:nvPr/>
        </p:nvPicPr>
        <p:blipFill>
          <a:blip r:embed="rId1"/>
          <a:stretch>
            <a:fillRect/>
          </a:stretch>
        </p:blipFill>
        <p:spPr>
          <a:xfrm>
            <a:off x="7391400" y="1905000"/>
            <a:ext cx="5960745" cy="2729230"/>
          </a:xfrm>
          <a:prstGeom prst="rect">
            <a:avLst/>
          </a:prstGeom>
        </p:spPr>
      </p:pic>
      <p:pic>
        <p:nvPicPr>
          <p:cNvPr id="57" name="图片 56" descr="绘图语法3"/>
          <p:cNvPicPr>
            <a:picLocks noChangeAspect="1"/>
          </p:cNvPicPr>
          <p:nvPr/>
        </p:nvPicPr>
        <p:blipFill>
          <a:blip r:embed="rId2"/>
          <a:stretch>
            <a:fillRect/>
          </a:stretch>
        </p:blipFill>
        <p:spPr>
          <a:xfrm>
            <a:off x="762000" y="1752600"/>
            <a:ext cx="5066665" cy="2880360"/>
          </a:xfrm>
          <a:prstGeom prst="rect">
            <a:avLst/>
          </a:prstGeom>
        </p:spPr>
      </p:pic>
      <p:sp>
        <p:nvSpPr>
          <p:cNvPr id="61" name="Shape 4"/>
          <p:cNvSpPr/>
          <p:nvPr/>
        </p:nvSpPr>
        <p:spPr>
          <a:xfrm>
            <a:off x="7295515" y="4790440"/>
            <a:ext cx="6595745" cy="3340735"/>
          </a:xfrm>
          <a:prstGeom prst="roundRect">
            <a:avLst>
              <a:gd name="adj" fmla="val 2827"/>
            </a:avLst>
          </a:prstGeom>
          <a:solidFill>
            <a:srgbClr val="E6DED2">
              <a:alpha val="50000"/>
            </a:srgbClr>
          </a:solidFill>
          <a:ln w="7620">
            <a:solidFill>
              <a:srgbClr val="CCC4B8"/>
            </a:solidFill>
            <a:prstDash val="solid"/>
          </a:ln>
          <a:effectLst>
            <a:outerShdw dist="16510" dir="2700000" algn="bl" rotWithShape="0">
              <a:srgbClr val="CCC4B8">
                <a:alpha val="100000"/>
              </a:srgbClr>
            </a:outerShdw>
          </a:effectLst>
        </p:spPr>
        <p:txBody>
          <a:bodyPr/>
          <a:p>
            <a:endParaRPr lang="zh-CN" altLang="en-US"/>
          </a:p>
        </p:txBody>
      </p:sp>
      <p:sp>
        <p:nvSpPr>
          <p:cNvPr id="62" name="Text 5"/>
          <p:cNvSpPr/>
          <p:nvPr/>
        </p:nvSpPr>
        <p:spPr>
          <a:xfrm>
            <a:off x="7572812" y="4987846"/>
            <a:ext cx="2248376" cy="288608"/>
          </a:xfrm>
          <a:prstGeom prst="rect">
            <a:avLst/>
          </a:prstGeom>
          <a:noFill/>
        </p:spPr>
        <p:txBody>
          <a:bodyPr wrap="none" lIns="0" tIns="0" rIns="0" bIns="0" rtlCol="0" anchor="t"/>
          <a:p>
            <a:pPr marL="0" indent="0" algn="l">
              <a:lnSpc>
                <a:spcPts val="2200"/>
              </a:lnSpc>
              <a:buNone/>
            </a:pPr>
            <a:r>
              <a:rPr lang="en-US" sz="1750" dirty="0">
                <a:solidFill>
                  <a:srgbClr val="000000"/>
                </a:solidFill>
                <a:latin typeface="Noto Serif Medium" pitchFamily="34" charset="0"/>
                <a:ea typeface="Noto Serif Medium" pitchFamily="34" charset="-122"/>
                <a:cs typeface="Noto Serif Medium" pitchFamily="34" charset="-120"/>
              </a:rPr>
              <a:t>🤖 AI答：</a:t>
            </a:r>
            <a:endParaRPr lang="en-US" sz="1750" dirty="0"/>
          </a:p>
        </p:txBody>
      </p:sp>
      <p:sp>
        <p:nvSpPr>
          <p:cNvPr id="63" name="Text 6"/>
          <p:cNvSpPr/>
          <p:nvPr/>
        </p:nvSpPr>
        <p:spPr>
          <a:xfrm>
            <a:off x="7572812" y="5384324"/>
            <a:ext cx="6221016" cy="287774"/>
          </a:xfrm>
          <a:prstGeom prst="rect">
            <a:avLst/>
          </a:prstGeom>
          <a:noFill/>
        </p:spPr>
        <p:txBody>
          <a:bodyPr wrap="none" lIns="0" tIns="0" rIns="0" bIns="0" rtlCol="0" anchor="t"/>
          <a:p>
            <a:pPr marL="0" indent="0" algn="l">
              <a:lnSpc>
                <a:spcPts val="2250"/>
              </a:lnSpc>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"ggplot2就像搭积木！每个函数是积木块，用'+'连接：</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4" name="Text 7"/>
          <p:cNvSpPr/>
          <p:nvPr/>
        </p:nvSpPr>
        <p:spPr>
          <a:xfrm>
            <a:off x="7550587" y="5779968"/>
            <a:ext cx="6221016" cy="295394"/>
          </a:xfrm>
          <a:prstGeom prst="rect">
            <a:avLst/>
          </a:prstGeom>
          <a:noFill/>
        </p:spPr>
        <p:txBody>
          <a:bodyPr wrap="none" lIns="0" tIns="0" rIns="0" bIns="0" rtlCol="0" anchor="t"/>
          <a:p>
            <a:pPr marL="0" indent="0" algn="l">
              <a:lnSpc>
                <a:spcPts val="2250"/>
              </a:lnSpc>
              <a:buNone/>
            </a:pPr>
            <a:r>
              <a:rPr lang="zh-CN" altLang="en-US" sz="1400" b="1" dirty="0">
                <a:solidFill>
                  <a:srgbClr val="000000"/>
                </a:solidFill>
                <a:latin typeface="Noto Serif" pitchFamily="34" charset="0"/>
                <a:ea typeface="Noto Serif" pitchFamily="34" charset="-122"/>
                <a:cs typeface="Noto Serif" pitchFamily="34" charset="-120"/>
              </a:rPr>
              <a:t>📦</a:t>
            </a:r>
            <a:r>
              <a:rPr lang="en-US" altLang="zh-CN" sz="1400" b="1" dirty="0">
                <a:solidFill>
                  <a:srgbClr val="000000"/>
                </a:solidFill>
                <a:latin typeface="Noto Serif" pitchFamily="34" charset="0"/>
                <a:ea typeface="Noto Serif" pitchFamily="34" charset="-122"/>
                <a:cs typeface="Noto Serif" pitchFamily="34" charset="-120"/>
              </a:rPr>
              <a:t> </a:t>
            </a:r>
            <a:r>
              <a:rPr lang="en-US" sz="1400" b="1" dirty="0">
                <a:solidFill>
                  <a:srgbClr val="000000"/>
                </a:solidFill>
                <a:latin typeface="Noto Serif" pitchFamily="34" charset="0"/>
                <a:ea typeface="Noto Serif" pitchFamily="34" charset="-122"/>
                <a:cs typeface="Noto Serif" pitchFamily="34" charset="-120"/>
              </a:rPr>
              <a:t>数据</a:t>
            </a:r>
            <a:r>
              <a:rPr lang="en-US" sz="1400" dirty="0">
                <a:solidFill>
                  <a:srgbClr val="000000"/>
                </a:solidFill>
                <a:latin typeface="黑体" panose="02010600030101010101" pitchFamily="49" charset="-122"/>
                <a:ea typeface="黑体" panose="02010600030101010101" pitchFamily="49" charset="-122"/>
                <a:cs typeface="黑体" panose="02010600030101010101" pitchFamily="49" charset="-122"/>
              </a:rPr>
              <a:t> </a:t>
            </a: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积木</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块</a:t>
            </a:r>
            <a:endPar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5" name="Text 8"/>
          <p:cNvSpPr/>
          <p:nvPr/>
        </p:nvSpPr>
        <p:spPr>
          <a:xfrm>
            <a:off x="7550587" y="6110287"/>
            <a:ext cx="6221016" cy="295275"/>
          </a:xfrm>
          <a:prstGeom prst="rect">
            <a:avLst/>
          </a:prstGeom>
          <a:noFill/>
        </p:spPr>
        <p:txBody>
          <a:bodyPr wrap="none" lIns="0" tIns="0" rIns="0" bIns="0" rtlCol="0" anchor="t"/>
          <a:p>
            <a:pPr marL="0" indent="0" algn="l">
              <a:lnSpc>
                <a:spcPts val="2250"/>
              </a:lnSpc>
              <a:buNone/>
            </a:pPr>
            <a:r>
              <a:rPr lang="en-US" sz="1400" dirty="0">
                <a:solidFill>
                  <a:srgbClr val="000000"/>
                </a:solidFill>
                <a:latin typeface="Noto Serif" pitchFamily="34" charset="0"/>
                <a:ea typeface="Noto Serif" pitchFamily="34" charset="-122"/>
                <a:cs typeface="Noto Serif" pitchFamily="34" charset="-120"/>
              </a:rPr>
              <a:t>🎨 </a:t>
            </a:r>
            <a:r>
              <a:rPr lang="en-US" sz="1400" b="1" dirty="0">
                <a:solidFill>
                  <a:srgbClr val="000000"/>
                </a:solidFill>
                <a:latin typeface="Noto Serif" pitchFamily="34" charset="0"/>
                <a:ea typeface="Noto Serif" pitchFamily="34" charset="-122"/>
                <a:cs typeface="Noto Serif" pitchFamily="34" charset="-120"/>
              </a:rPr>
              <a:t>美学映射</a:t>
            </a:r>
            <a:r>
              <a:rPr lang="en-US" sz="1400" dirty="0">
                <a:solidFill>
                  <a:srgbClr val="000000"/>
                </a:solidFill>
                <a:latin typeface="Noto Serif" pitchFamily="34" charset="0"/>
                <a:ea typeface="Noto Serif" pitchFamily="34" charset="-122"/>
                <a:cs typeface="Noto Serif" pitchFamily="34" charset="-120"/>
              </a:rPr>
              <a:t> </a:t>
            </a: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积木的摆放规则</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乐高说明书的组装指南</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 name="Text 9"/>
          <p:cNvSpPr/>
          <p:nvPr/>
        </p:nvSpPr>
        <p:spPr>
          <a:xfrm>
            <a:off x="7523917" y="6467157"/>
            <a:ext cx="6221016" cy="295275"/>
          </a:xfrm>
          <a:prstGeom prst="rect">
            <a:avLst/>
          </a:prstGeom>
          <a:noFill/>
        </p:spPr>
        <p:txBody>
          <a:bodyPr wrap="none" lIns="0" tIns="0" rIns="0" bIns="0" rtlCol="0" anchor="t"/>
          <a:p>
            <a:pPr marL="0" indent="0" algn="l">
              <a:lnSpc>
                <a:spcPts val="2250"/>
              </a:lnSpc>
              <a:buNone/>
            </a:pPr>
            <a:r>
              <a:rPr lang="en-US" sz="1400" dirty="0">
                <a:solidFill>
                  <a:srgbClr val="000000"/>
                </a:solidFill>
                <a:latin typeface="Noto Serif" pitchFamily="34" charset="0"/>
                <a:ea typeface="Noto Serif" pitchFamily="34" charset="-122"/>
                <a:cs typeface="Noto Serif" pitchFamily="34" charset="-120"/>
                <a:sym typeface="+mn-ea"/>
              </a:rPr>
              <a:t> </a:t>
            </a:r>
            <a:r>
              <a:rPr lang="zh-CN" altLang="en-US" sz="1400" b="1" dirty="0">
                <a:solidFill>
                  <a:srgbClr val="000000"/>
                </a:solidFill>
                <a:latin typeface="Noto Serif" pitchFamily="34" charset="0"/>
                <a:ea typeface="Noto Serif" pitchFamily="34" charset="-122"/>
                <a:cs typeface="Noto Serif" pitchFamily="34" charset="-120"/>
              </a:rPr>
              <a:t>🔺</a:t>
            </a:r>
            <a:r>
              <a:rPr lang="en-US" sz="1400" b="1" dirty="0">
                <a:solidFill>
                  <a:srgbClr val="000000"/>
                </a:solidFill>
                <a:latin typeface="Noto Serif" pitchFamily="34" charset="0"/>
                <a:ea typeface="Noto Serif" pitchFamily="34" charset="-122"/>
                <a:cs typeface="Noto Serif" pitchFamily="34" charset="-120"/>
              </a:rPr>
              <a:t>几何对象</a:t>
            </a:r>
            <a:r>
              <a:rPr lang="en-US" sz="1400" dirty="0">
                <a:solidFill>
                  <a:srgbClr val="000000"/>
                </a:solidFill>
                <a:latin typeface="Noto Serif" pitchFamily="34" charset="0"/>
                <a:ea typeface="Noto Serif" pitchFamily="34" charset="-122"/>
                <a:cs typeface="Noto Serif" pitchFamily="34" charset="-120"/>
              </a:rPr>
              <a:t> </a:t>
            </a: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积木形状（点、线、柱）</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7" name="Text 10"/>
          <p:cNvSpPr/>
          <p:nvPr/>
        </p:nvSpPr>
        <p:spPr>
          <a:xfrm>
            <a:off x="7550587" y="7761287"/>
            <a:ext cx="6221016" cy="295275"/>
          </a:xfrm>
          <a:prstGeom prst="rect">
            <a:avLst/>
          </a:prstGeom>
          <a:noFill/>
        </p:spPr>
        <p:txBody>
          <a:bodyPr wrap="none" lIns="0" tIns="0" rIns="0" bIns="0" rtlCol="0" anchor="t"/>
          <a:p>
            <a:pPr marL="0" indent="0" algn="l">
              <a:lnSpc>
                <a:spcPts val="2250"/>
              </a:lnSpc>
              <a:buNone/>
            </a:pPr>
            <a:r>
              <a:rPr lang="en-US" sz="1400" dirty="0">
                <a:solidFill>
                  <a:srgbClr val="000000"/>
                </a:solidFill>
                <a:latin typeface="Noto Serif" pitchFamily="34" charset="0"/>
                <a:ea typeface="Noto Serif" pitchFamily="34" charset="-122"/>
                <a:cs typeface="Noto Serif" pitchFamily="34" charset="-120"/>
              </a:rPr>
              <a:t>✨ </a:t>
            </a:r>
            <a:r>
              <a:rPr lang="en-US" sz="1400" b="1" dirty="0">
                <a:solidFill>
                  <a:srgbClr val="000000"/>
                </a:solidFill>
                <a:latin typeface="Noto Serif" pitchFamily="34" charset="0"/>
                <a:ea typeface="Noto Serif" pitchFamily="34" charset="-122"/>
                <a:cs typeface="Noto Serif" pitchFamily="34" charset="-120"/>
              </a:rPr>
              <a:t>主题</a:t>
            </a: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积木装饰包</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给作品添加装饰美化</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8" name="Text 10"/>
          <p:cNvSpPr/>
          <p:nvPr/>
        </p:nvSpPr>
        <p:spPr>
          <a:xfrm>
            <a:off x="7550587" y="7100887"/>
            <a:ext cx="6221016" cy="295275"/>
          </a:xfrm>
          <a:prstGeom prst="rect">
            <a:avLst/>
          </a:prstGeom>
          <a:noFill/>
        </p:spPr>
        <p:txBody>
          <a:bodyPr wrap="none" lIns="0" tIns="0" rIns="0" bIns="0" rtlCol="0" anchor="t"/>
          <a:p>
            <a:pPr marL="0" indent="0" algn="l">
              <a:lnSpc>
                <a:spcPts val="2250"/>
              </a:lnSpc>
              <a:buNone/>
            </a:pPr>
            <a:r>
              <a:rPr lang="en-US" sz="1400" dirty="0">
                <a:solidFill>
                  <a:srgbClr val="000000"/>
                </a:solidFill>
                <a:latin typeface="Noto Serif" pitchFamily="34" charset="0"/>
                <a:ea typeface="Noto Serif" pitchFamily="34" charset="-122"/>
                <a:cs typeface="Noto Serif" pitchFamily="34" charset="-120"/>
                <a:sym typeface="+mn-ea"/>
              </a:rPr>
              <a:t>📊  </a:t>
            </a:r>
            <a:r>
              <a:rPr lang="zh-CN" altLang="en-US" sz="1400" b="1" dirty="0">
                <a:solidFill>
                  <a:srgbClr val="000000"/>
                </a:solidFill>
                <a:latin typeface="Noto Serif" pitchFamily="34" charset="0"/>
                <a:ea typeface="Noto Serif" pitchFamily="34" charset="-122"/>
                <a:cs typeface="Noto Serif" pitchFamily="34" charset="-120"/>
              </a:rPr>
              <a:t>统计变换</a:t>
            </a: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积木加工厂</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对积木进行特殊处理</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9" name="Text 10"/>
          <p:cNvSpPr/>
          <p:nvPr/>
        </p:nvSpPr>
        <p:spPr>
          <a:xfrm>
            <a:off x="7550587" y="7431087"/>
            <a:ext cx="6221016" cy="295275"/>
          </a:xfrm>
          <a:prstGeom prst="rect">
            <a:avLst/>
          </a:prstGeom>
          <a:noFill/>
        </p:spPr>
        <p:txBody>
          <a:bodyPr wrap="none" lIns="0" tIns="0" rIns="0" bIns="0" rtlCol="0" anchor="t"/>
          <a:p>
            <a:pPr marL="0" indent="0" algn="l">
              <a:lnSpc>
                <a:spcPts val="2250"/>
              </a:lnSpc>
              <a:buNone/>
            </a:pPr>
            <a:r>
              <a:rPr lang="zh-CN" altLang="en-US" sz="1400" dirty="0">
                <a:solidFill>
                  <a:srgbClr val="000000"/>
                </a:solidFill>
                <a:latin typeface="Noto Serif" pitchFamily="34" charset="0"/>
                <a:ea typeface="Noto Serif" pitchFamily="34" charset="-122"/>
                <a:cs typeface="Noto Serif" pitchFamily="34" charset="-120"/>
                <a:sym typeface="+mn-ea"/>
              </a:rPr>
              <a:t>📐</a:t>
            </a:r>
            <a:r>
              <a:rPr lang="en-US" sz="1400" dirty="0">
                <a:solidFill>
                  <a:srgbClr val="000000"/>
                </a:solidFill>
                <a:latin typeface="Noto Serif" pitchFamily="34" charset="0"/>
                <a:ea typeface="Noto Serif" pitchFamily="34" charset="-122"/>
                <a:cs typeface="Noto Serif" pitchFamily="34" charset="-120"/>
                <a:sym typeface="+mn-ea"/>
              </a:rPr>
              <a:t> </a:t>
            </a:r>
            <a:r>
              <a:rPr lang="zh-CN" altLang="en-US" sz="1400" b="1" dirty="0">
                <a:solidFill>
                  <a:srgbClr val="000000"/>
                </a:solidFill>
                <a:latin typeface="Noto Serif" pitchFamily="34" charset="0"/>
                <a:ea typeface="Noto Serif" pitchFamily="34" charset="-122"/>
                <a:cs typeface="Noto Serif" pitchFamily="34" charset="-120"/>
              </a:rPr>
              <a:t>坐标系</a:t>
            </a: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积木底板</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选择不同形状的底板</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0" name="Text 10"/>
          <p:cNvSpPr/>
          <p:nvPr/>
        </p:nvSpPr>
        <p:spPr>
          <a:xfrm>
            <a:off x="7550587" y="6770687"/>
            <a:ext cx="6221016" cy="295275"/>
          </a:xfrm>
          <a:prstGeom prst="rect">
            <a:avLst/>
          </a:prstGeom>
          <a:noFill/>
        </p:spPr>
        <p:txBody>
          <a:bodyPr wrap="none" lIns="0" tIns="0" rIns="0" bIns="0" rtlCol="0" anchor="t"/>
          <a:p>
            <a:pPr marL="0" indent="0" algn="l">
              <a:lnSpc>
                <a:spcPts val="2250"/>
              </a:lnSpc>
              <a:buNone/>
            </a:pPr>
            <a:r>
              <a:rPr lang="zh-CN" altLang="en-US" sz="1400" dirty="0">
                <a:solidFill>
                  <a:srgbClr val="000000"/>
                </a:solidFill>
                <a:latin typeface="Noto Serif" pitchFamily="34" charset="0"/>
                <a:ea typeface="Noto Serif" pitchFamily="34" charset="-122"/>
                <a:cs typeface="Noto Serif" pitchFamily="34" charset="-120"/>
                <a:sym typeface="+mn-ea"/>
              </a:rPr>
              <a:t>🔀</a:t>
            </a:r>
            <a:r>
              <a:rPr lang="en-US" altLang="zh-CN" sz="1400" dirty="0">
                <a:solidFill>
                  <a:srgbClr val="000000"/>
                </a:solidFill>
                <a:latin typeface="Noto Serif" pitchFamily="34" charset="0"/>
                <a:ea typeface="Noto Serif" pitchFamily="34" charset="-122"/>
                <a:cs typeface="Noto Serif" pitchFamily="34" charset="-120"/>
                <a:sym typeface="+mn-ea"/>
              </a:rPr>
              <a:t> </a:t>
            </a:r>
            <a:r>
              <a:rPr lang="en-US" sz="1400" dirty="0">
                <a:solidFill>
                  <a:srgbClr val="000000"/>
                </a:solidFill>
                <a:latin typeface="Noto Serif" pitchFamily="34" charset="0"/>
                <a:ea typeface="Noto Serif" pitchFamily="34" charset="-122"/>
                <a:cs typeface="Noto Serif" pitchFamily="34" charset="-120"/>
                <a:sym typeface="+mn-ea"/>
              </a:rPr>
              <a:t> </a:t>
            </a:r>
            <a:r>
              <a:rPr lang="zh-CN" altLang="en-US" sz="1400" b="1" dirty="0">
                <a:solidFill>
                  <a:srgbClr val="000000"/>
                </a:solidFill>
                <a:latin typeface="Noto Serif" pitchFamily="34" charset="0"/>
                <a:ea typeface="Noto Serif" pitchFamily="34" charset="-122"/>
                <a:cs typeface="Noto Serif" pitchFamily="34" charset="-120"/>
              </a:rPr>
              <a:t>分面</a:t>
            </a: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积木分隔板</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用分隔板创建多个小房间</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5" name="组合 74"/>
          <p:cNvGrpSpPr/>
          <p:nvPr/>
        </p:nvGrpSpPr>
        <p:grpSpPr>
          <a:xfrm>
            <a:off x="609600" y="4800600"/>
            <a:ext cx="6595110" cy="3340100"/>
            <a:chOff x="960" y="7560"/>
            <a:chExt cx="10386" cy="5260"/>
          </a:xfrm>
        </p:grpSpPr>
        <p:sp>
          <p:nvSpPr>
            <p:cNvPr id="58" name="Shape 1"/>
            <p:cNvSpPr/>
            <p:nvPr/>
          </p:nvSpPr>
          <p:spPr>
            <a:xfrm>
              <a:off x="960" y="7560"/>
              <a:ext cx="10387" cy="5261"/>
            </a:xfrm>
            <a:prstGeom prst="roundRect">
              <a:avLst>
                <a:gd name="adj" fmla="val 2827"/>
              </a:avLst>
            </a:prstGeom>
            <a:solidFill>
              <a:srgbClr val="E6DED2">
                <a:alpha val="50000"/>
              </a:srgbClr>
            </a:solidFill>
            <a:ln w="7620">
              <a:solidFill>
                <a:srgbClr val="CCC4B8"/>
              </a:solidFill>
              <a:prstDash val="solid"/>
            </a:ln>
            <a:effectLst>
              <a:outerShdw dist="16510" dir="2700000" algn="bl" rotWithShape="0">
                <a:srgbClr val="CCC4B8">
                  <a:alpha val="100000"/>
                </a:srgbClr>
              </a:outerShdw>
            </a:effectLst>
          </p:spPr>
          <p:txBody>
            <a:bodyPr/>
            <a:p>
              <a:endParaRPr lang="zh-CN" altLang="en-US"/>
            </a:p>
          </p:txBody>
        </p:sp>
        <p:sp>
          <p:nvSpPr>
            <p:cNvPr id="59" name="Text 2"/>
            <p:cNvSpPr/>
            <p:nvPr/>
          </p:nvSpPr>
          <p:spPr>
            <a:xfrm>
              <a:off x="1255" y="7855"/>
              <a:ext cx="3541" cy="455"/>
            </a:xfrm>
            <a:prstGeom prst="rect">
              <a:avLst/>
            </a:prstGeom>
            <a:noFill/>
          </p:spPr>
          <p:txBody>
            <a:bodyPr wrap="none" lIns="0" tIns="0" rIns="0" bIns="0" rtlCol="0" anchor="t"/>
            <a:p>
              <a:pPr marL="0" indent="0" algn="l">
                <a:lnSpc>
                  <a:spcPts val="2200"/>
                </a:lnSpc>
                <a:buNone/>
              </a:pPr>
              <a:r>
                <a:rPr lang="en-US" sz="1750" dirty="0">
                  <a:solidFill>
                    <a:srgbClr val="000000"/>
                  </a:solidFill>
                  <a:latin typeface="Noto Serif Medium" pitchFamily="34" charset="0"/>
                  <a:ea typeface="Noto Serif Medium" pitchFamily="34" charset="-122"/>
                  <a:cs typeface="Noto Serif Medium" pitchFamily="34" charset="-120"/>
                </a:rPr>
                <a:t>👤 问：</a:t>
              </a:r>
              <a:endParaRPr lang="en-US" sz="1750" dirty="0"/>
            </a:p>
          </p:txBody>
        </p:sp>
        <p:sp>
          <p:nvSpPr>
            <p:cNvPr id="60" name="Text 3"/>
            <p:cNvSpPr/>
            <p:nvPr/>
          </p:nvSpPr>
          <p:spPr>
            <a:xfrm>
              <a:off x="1255" y="8479"/>
              <a:ext cx="9797" cy="453"/>
            </a:xfrm>
            <a:prstGeom prst="rect">
              <a:avLst/>
            </a:prstGeom>
            <a:noFill/>
          </p:spPr>
          <p:txBody>
            <a:bodyPr wrap="none" lIns="0" tIns="0" rIns="0" bIns="0" rtlCol="0" anchor="t"/>
            <a:p>
              <a:pPr marL="0" indent="0" algn="l">
                <a:lnSpc>
                  <a:spcPts val="2250"/>
                </a:lnSpc>
                <a:buNone/>
              </a:pPr>
              <a:r>
                <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"请用生活化比喻解释ggplot2的图形语法"</a:t>
              </a:r>
              <a:endParaRPr 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1" name="图片 70"/>
            <p:cNvPicPr>
              <a:picLocks noChangeAspect="1"/>
            </p:cNvPicPr>
            <p:nvPr/>
          </p:nvPicPr>
          <p:blipFill>
            <a:blip r:embed="rId3"/>
            <a:stretch>
              <a:fillRect/>
            </a:stretch>
          </p:blipFill>
          <p:spPr>
            <a:xfrm>
              <a:off x="5009" y="9464"/>
              <a:ext cx="5630" cy="1520"/>
            </a:xfrm>
            <a:prstGeom prst="rect">
              <a:avLst/>
            </a:prstGeom>
          </p:spPr>
        </p:pic>
        <p:pic>
          <p:nvPicPr>
            <p:cNvPr id="72" name="图片 71"/>
            <p:cNvPicPr>
              <a:picLocks noChangeAspect="1"/>
            </p:cNvPicPr>
            <p:nvPr/>
          </p:nvPicPr>
          <p:blipFill>
            <a:blip r:embed="rId4"/>
            <a:stretch>
              <a:fillRect/>
            </a:stretch>
          </p:blipFill>
          <p:spPr>
            <a:xfrm>
              <a:off x="1289" y="11144"/>
              <a:ext cx="9315" cy="1374"/>
            </a:xfrm>
            <a:prstGeom prst="rect">
              <a:avLst/>
            </a:prstGeom>
          </p:spPr>
        </p:pic>
        <p:sp>
          <p:nvSpPr>
            <p:cNvPr id="73" name="文本框 72"/>
            <p:cNvSpPr txBox="1"/>
            <p:nvPr/>
          </p:nvSpPr>
          <p:spPr>
            <a:xfrm>
              <a:off x="1289" y="9824"/>
              <a:ext cx="3467" cy="725"/>
            </a:xfrm>
            <a:prstGeom prst="rect">
              <a:avLst/>
            </a:prstGeom>
            <a:noFill/>
          </p:spPr>
          <p:txBody>
            <a:bodyPr wrap="square" rtlCol="0">
              <a:spAutoFit/>
            </a:bodyPr>
            <a:p>
              <a:pPr algn="ctr"/>
              <a:r>
                <a:rPr lang="zh-CN" altLang="en-US" sz="2400" dirty="0">
                  <a:solidFill>
                    <a:srgbClr val="F0A222"/>
                  </a:solidFill>
                </a:rPr>
                <a:t>知识助理</a:t>
              </a:r>
              <a:endParaRPr lang="zh-CN" altLang="en-US" sz="2400" dirty="0">
                <a:solidFill>
                  <a:srgbClr val="F0A22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wipe(left)">
                                      <p:cBhvr>
                                        <p:cTn id="12" dur="500"/>
                                        <p:tgtEl>
                                          <p:spTgt spid="6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500"/>
                                        <p:tgtEl>
                                          <p:spTgt spid="61"/>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wipe(left)">
                                      <p:cBhvr>
                                        <p:cTn id="19" dur="500"/>
                                        <p:tgtEl>
                                          <p:spTgt spid="63"/>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left)">
                                      <p:cBhvr>
                                        <p:cTn id="23" dur="500"/>
                                        <p:tgtEl>
                                          <p:spTgt spid="64"/>
                                        </p:tgtEl>
                                      </p:cBhvr>
                                    </p:animEffect>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wipe(left)">
                                      <p:cBhvr>
                                        <p:cTn id="27" dur="500"/>
                                        <p:tgtEl>
                                          <p:spTgt spid="65"/>
                                        </p:tgtEl>
                                      </p:cBhvr>
                                    </p:animEffect>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left)">
                                      <p:cBhvr>
                                        <p:cTn id="31" dur="500"/>
                                        <p:tgtEl>
                                          <p:spTgt spid="66"/>
                                        </p:tgtEl>
                                      </p:cBhvr>
                                    </p:animEffect>
                                  </p:childTnLst>
                                </p:cTn>
                              </p:par>
                            </p:childTnLst>
                          </p:cTn>
                        </p:par>
                        <p:par>
                          <p:cTn id="32" fill="hold">
                            <p:stCondLst>
                              <p:cond delay="2500"/>
                            </p:stCondLst>
                            <p:childTnLst>
                              <p:par>
                                <p:cTn id="33" presetID="22" presetClass="entr" presetSubtype="8" fill="hold" nodeType="afterEffect">
                                  <p:stCondLst>
                                    <p:cond delay="0"/>
                                  </p:stCondLst>
                                  <p:childTnLst>
                                    <p:set>
                                      <p:cBhvr>
                                        <p:cTn id="34" dur="1" fill="hold">
                                          <p:stCondLst>
                                            <p:cond delay="0"/>
                                          </p:stCondLst>
                                        </p:cTn>
                                        <p:tgtEl>
                                          <p:spTgt spid="70">
                                            <p:txEl>
                                              <p:pRg st="0" end="0"/>
                                            </p:txEl>
                                          </p:spTgt>
                                        </p:tgtEl>
                                        <p:attrNameLst>
                                          <p:attrName>style.visibility</p:attrName>
                                        </p:attrNameLst>
                                      </p:cBhvr>
                                      <p:to>
                                        <p:strVal val="visible"/>
                                      </p:to>
                                    </p:set>
                                    <p:animEffect transition="in" filter="wipe(left)">
                                      <p:cBhvr>
                                        <p:cTn id="35" dur="500"/>
                                        <p:tgtEl>
                                          <p:spTgt spid="70">
                                            <p:txEl>
                                              <p:pRg st="0" end="0"/>
                                            </p:txEl>
                                          </p:spTgt>
                                        </p:tgtEl>
                                      </p:cBhvr>
                                    </p:animEffect>
                                  </p:childTnLst>
                                </p:cTn>
                              </p:par>
                            </p:childTnLst>
                          </p:cTn>
                        </p:par>
                        <p:par>
                          <p:cTn id="36" fill="hold">
                            <p:stCondLst>
                              <p:cond delay="3000"/>
                            </p:stCondLst>
                            <p:childTnLst>
                              <p:par>
                                <p:cTn id="37" presetID="22" presetClass="entr" presetSubtype="8" fill="hold" nodeType="afterEffect">
                                  <p:stCondLst>
                                    <p:cond delay="0"/>
                                  </p:stCondLst>
                                  <p:childTnLst>
                                    <p:set>
                                      <p:cBhvr>
                                        <p:cTn id="38" dur="1" fill="hold">
                                          <p:stCondLst>
                                            <p:cond delay="0"/>
                                          </p:stCondLst>
                                        </p:cTn>
                                        <p:tgtEl>
                                          <p:spTgt spid="68">
                                            <p:txEl>
                                              <p:pRg st="0" end="0"/>
                                            </p:txEl>
                                          </p:spTgt>
                                        </p:tgtEl>
                                        <p:attrNameLst>
                                          <p:attrName>style.visibility</p:attrName>
                                        </p:attrNameLst>
                                      </p:cBhvr>
                                      <p:to>
                                        <p:strVal val="visible"/>
                                      </p:to>
                                    </p:set>
                                    <p:animEffect transition="in" filter="wipe(left)">
                                      <p:cBhvr>
                                        <p:cTn id="39" dur="500"/>
                                        <p:tgtEl>
                                          <p:spTgt spid="68">
                                            <p:txEl>
                                              <p:pRg st="0" end="0"/>
                                            </p:txEl>
                                          </p:spTgt>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69">
                                            <p:txEl>
                                              <p:pRg st="0" end="0"/>
                                            </p:txEl>
                                          </p:spTgt>
                                        </p:tgtEl>
                                        <p:attrNameLst>
                                          <p:attrName>style.visibility</p:attrName>
                                        </p:attrNameLst>
                                      </p:cBhvr>
                                      <p:to>
                                        <p:strVal val="visible"/>
                                      </p:to>
                                    </p:set>
                                    <p:animEffect transition="in" filter="wipe(left)">
                                      <p:cBhvr>
                                        <p:cTn id="43" dur="500"/>
                                        <p:tgtEl>
                                          <p:spTgt spid="69">
                                            <p:txEl>
                                              <p:pRg st="0" end="0"/>
                                            </p:txEl>
                                          </p:spTgt>
                                        </p:tgtEl>
                                      </p:cBhvr>
                                    </p:animEffect>
                                  </p:childTnLst>
                                </p:cTn>
                              </p:par>
                            </p:childTnLst>
                          </p:cTn>
                        </p:par>
                        <p:par>
                          <p:cTn id="44" fill="hold">
                            <p:stCondLst>
                              <p:cond delay="4000"/>
                            </p:stCondLst>
                            <p:childTnLst>
                              <p:par>
                                <p:cTn id="45" presetID="22" presetClass="entr" presetSubtype="8" fill="hold" nodeType="afterEffect">
                                  <p:stCondLst>
                                    <p:cond delay="0"/>
                                  </p:stCondLst>
                                  <p:childTnLst>
                                    <p:set>
                                      <p:cBhvr>
                                        <p:cTn id="46" dur="1" fill="hold">
                                          <p:stCondLst>
                                            <p:cond delay="0"/>
                                          </p:stCondLst>
                                        </p:cTn>
                                        <p:tgtEl>
                                          <p:spTgt spid="67">
                                            <p:txEl>
                                              <p:pRg st="0" end="0"/>
                                            </p:txEl>
                                          </p:spTgt>
                                        </p:tgtEl>
                                        <p:attrNameLst>
                                          <p:attrName>style.visibility</p:attrName>
                                        </p:attrNameLst>
                                      </p:cBhvr>
                                      <p:to>
                                        <p:strVal val="visible"/>
                                      </p:to>
                                    </p:set>
                                    <p:animEffect transition="in" filter="wipe(left)">
                                      <p:cBhvr>
                                        <p:cTn id="47" dur="500"/>
                                        <p:tgtEl>
                                          <p:spTgt spid="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animBg="1"/>
      <p:bldP spid="62" grpId="0"/>
      <p:bldP spid="63" grpId="0"/>
      <p:bldP spid="64" grpId="0"/>
      <p:bldP spid="65" grpId="0"/>
      <p:bldP spid="66" grpId="0"/>
      <p:bldP spid="61" grpId="0" animBg="1"/>
      <p:bldP spid="61"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p>
            <a:r>
              <a:rPr lang="en-US" altLang="zh-CN" sz="2800"/>
              <a:t>ggplot2</a:t>
            </a:r>
            <a:r>
              <a:rPr lang="zh-CN" altLang="en-US" sz="2800"/>
              <a:t>绘图系统</a:t>
            </a:r>
            <a:r>
              <a:rPr lang="en-US" altLang="zh-CN" sz="2800"/>
              <a:t> VS graphics</a:t>
            </a:r>
            <a:r>
              <a:rPr lang="zh-CN" altLang="en-US" sz="2800"/>
              <a:t>绘图系统</a:t>
            </a:r>
            <a:endParaRPr lang="zh-CN" altLang="en-US" sz="2800"/>
          </a:p>
        </p:txBody>
      </p:sp>
      <p:pic>
        <p:nvPicPr>
          <p:cNvPr id="19" name="Picture 1" descr="01-ggplot2-7_files/figure-pptx/unnamed-chunk-4-1.png"/>
          <p:cNvPicPr>
            <a:picLocks noGrp="1" noChangeAspect="1"/>
          </p:cNvPicPr>
          <p:nvPr/>
        </p:nvPicPr>
        <p:blipFill>
          <a:blip r:embed="rId1"/>
          <a:stretch>
            <a:fillRect/>
          </a:stretch>
        </p:blipFill>
        <p:spPr bwMode="auto">
          <a:xfrm>
            <a:off x="9601200" y="4504055"/>
            <a:ext cx="4380865" cy="3507740"/>
          </a:xfrm>
          <a:prstGeom prst="rect">
            <a:avLst/>
          </a:prstGeom>
          <a:noFill/>
          <a:ln w="9525">
            <a:solidFill>
              <a:schemeClr val="accent1"/>
            </a:solidFill>
          </a:ln>
        </p:spPr>
      </p:pic>
      <p:pic>
        <p:nvPicPr>
          <p:cNvPr id="13" name="Picture 1" descr="01-ggplot2-7_files/figure-pptx/unnamed-chunk-8-1.png"/>
          <p:cNvPicPr>
            <a:picLocks noGrp="1" noChangeAspect="1"/>
          </p:cNvPicPr>
          <p:nvPr/>
        </p:nvPicPr>
        <p:blipFill>
          <a:blip r:embed="rId2"/>
          <a:stretch>
            <a:fillRect/>
          </a:stretch>
        </p:blipFill>
        <p:spPr bwMode="auto">
          <a:xfrm>
            <a:off x="9601200" y="4495800"/>
            <a:ext cx="4337050" cy="3472815"/>
          </a:xfrm>
          <a:prstGeom prst="rect">
            <a:avLst/>
          </a:prstGeom>
          <a:noFill/>
          <a:ln w="9525">
            <a:noFill/>
          </a:ln>
        </p:spPr>
      </p:pic>
      <p:sp>
        <p:nvSpPr>
          <p:cNvPr id="11" name="文本框 10"/>
          <p:cNvSpPr txBox="1"/>
          <p:nvPr/>
        </p:nvSpPr>
        <p:spPr>
          <a:xfrm>
            <a:off x="840740" y="1600200"/>
            <a:ext cx="7168515" cy="460375"/>
          </a:xfrm>
          <a:prstGeom prst="rect">
            <a:avLst/>
          </a:prstGeom>
          <a:solidFill>
            <a:srgbClr val="F6C678"/>
          </a:solidFill>
        </p:spPr>
        <p:txBody>
          <a:bodyPr wrap="square" rtlCol="0">
            <a:spAutoFit/>
          </a:bodyPr>
          <a:lstStyle/>
          <a:p>
            <a:pPr algn="ctr"/>
            <a:r>
              <a:rPr lang="en-US" altLang="zh-CN" sz="2400" dirty="0">
                <a:solidFill>
                  <a:schemeClr val="bg1"/>
                </a:solidFill>
                <a:latin typeface="黑体" panose="02010600030101010101" pitchFamily="49" charset="-122"/>
                <a:ea typeface="黑体" panose="02010600030101010101" pitchFamily="49" charset="-122"/>
                <a:cs typeface="黑体" panose="02010600030101010101" pitchFamily="49" charset="-122"/>
              </a:rPr>
              <a:t>graphics</a:t>
            </a:r>
            <a:r>
              <a:rPr lang="zh-CN" altLang="en-US" sz="2400" dirty="0">
                <a:solidFill>
                  <a:schemeClr val="bg1"/>
                </a:solidFill>
                <a:latin typeface="黑体" panose="02010600030101010101" pitchFamily="49" charset="-122"/>
                <a:ea typeface="黑体" panose="02010600030101010101" pitchFamily="49" charset="-122"/>
                <a:cs typeface="黑体" panose="02010600030101010101" pitchFamily="49" charset="-122"/>
              </a:rPr>
              <a:t>绘图系统和</a:t>
            </a:r>
            <a:r>
              <a:rPr lang="en-US" altLang="zh-CN" sz="2400" dirty="0">
                <a:solidFill>
                  <a:schemeClr val="bg1"/>
                </a:solidFill>
                <a:latin typeface="黑体" panose="02010600030101010101" pitchFamily="49" charset="-122"/>
                <a:ea typeface="黑体" panose="02010600030101010101" pitchFamily="49" charset="-122"/>
                <a:cs typeface="黑体" panose="02010600030101010101" pitchFamily="49" charset="-122"/>
              </a:rPr>
              <a:t>ggplot2</a:t>
            </a:r>
            <a:r>
              <a:rPr lang="zh-CN" altLang="en-US" sz="2400" dirty="0">
                <a:solidFill>
                  <a:schemeClr val="bg1"/>
                </a:solidFill>
                <a:latin typeface="黑体" panose="02010600030101010101" pitchFamily="49" charset="-122"/>
                <a:ea typeface="黑体" panose="02010600030101010101" pitchFamily="49" charset="-122"/>
                <a:cs typeface="黑体" panose="02010600030101010101" pitchFamily="49" charset="-122"/>
              </a:rPr>
              <a:t>绘图系统基本特征对比</a:t>
            </a:r>
            <a:endParaRPr lang="zh-CN" altLang="en-US" sz="2400" dirty="0">
              <a:solidFill>
                <a:schemeClr val="bg1"/>
              </a:solidFill>
              <a:latin typeface="黑体" panose="02010600030101010101" pitchFamily="49" charset="-122"/>
              <a:ea typeface="黑体" panose="02010600030101010101" pitchFamily="49" charset="-122"/>
              <a:cs typeface="黑体" panose="02010600030101010101" pitchFamily="49" charset="-122"/>
            </a:endParaRPr>
          </a:p>
        </p:txBody>
      </p:sp>
      <p:pic>
        <p:nvPicPr>
          <p:cNvPr id="18" name="Picture 1" descr="01-ggplot2-7_files/figure-pptx/unnamed-chunk-3-1.png"/>
          <p:cNvPicPr>
            <a:picLocks noGrp="1" noChangeAspect="1"/>
          </p:cNvPicPr>
          <p:nvPr/>
        </p:nvPicPr>
        <p:blipFill>
          <a:blip r:embed="rId3"/>
          <a:stretch>
            <a:fillRect/>
          </a:stretch>
        </p:blipFill>
        <p:spPr bwMode="auto">
          <a:xfrm>
            <a:off x="9601200" y="908050"/>
            <a:ext cx="4393565" cy="3517900"/>
          </a:xfrm>
          <a:prstGeom prst="rect">
            <a:avLst/>
          </a:prstGeom>
          <a:noFill/>
          <a:ln w="9525">
            <a:solidFill>
              <a:schemeClr val="accent1"/>
            </a:solidFill>
          </a:ln>
        </p:spPr>
      </p:pic>
      <p:graphicFrame>
        <p:nvGraphicFramePr>
          <p:cNvPr id="12" name="Content Placeholder 5"/>
          <p:cNvGraphicFramePr/>
          <p:nvPr/>
        </p:nvGraphicFramePr>
        <p:xfrm>
          <a:off x="533400" y="2438581"/>
          <a:ext cx="7696201" cy="4358640"/>
        </p:xfrm>
        <a:graphic>
          <a:graphicData uri="http://schemas.openxmlformats.org/drawingml/2006/table">
            <a:tbl>
              <a:tblPr firstRow="1" bandRow="1">
                <a:tableStyleId>{5C22544A-7EE6-4342-B048-85BDC9FD1C3A}</a:tableStyleId>
              </a:tblPr>
              <a:tblGrid>
                <a:gridCol w="1513936"/>
                <a:gridCol w="2308860"/>
                <a:gridCol w="2723216"/>
                <a:gridCol w="1150189"/>
              </a:tblGrid>
              <a:tr h="0">
                <a:tc>
                  <a:txBody>
                    <a:bodyPr/>
                    <a:lstStyle/>
                    <a:p>
                      <a:pPr marL="0" lvl="0" indent="0">
                        <a:buNone/>
                      </a:pPr>
                      <a:r>
                        <a:rPr sz="1600">
                          <a:latin typeface="黑体" panose="02010600030101010101" pitchFamily="49" charset="-122"/>
                          <a:ea typeface="黑体" panose="02010600030101010101" pitchFamily="49" charset="-122"/>
                        </a:rPr>
                        <a:t>对比维度</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Graphics绘图系统</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dirty="0">
                          <a:latin typeface="黑体" panose="02010600030101010101" pitchFamily="49" charset="-122"/>
                          <a:ea typeface="黑体" panose="02010600030101010101" pitchFamily="49" charset="-122"/>
                        </a:rPr>
                        <a:t>ggplot2绘图系统</a:t>
                      </a:r>
                      <a:endParaRPr sz="1600" dirty="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优势方</a:t>
                      </a:r>
                      <a:endParaRPr sz="1600">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编程方式</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命令式，逐步执行</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声明式，图层叠加</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dirty="0" err="1">
                          <a:latin typeface="黑体" panose="02010600030101010101" pitchFamily="49" charset="-122"/>
                          <a:ea typeface="黑体" panose="02010600030101010101" pitchFamily="49" charset="-122"/>
                        </a:rPr>
                        <a:t>语法特点</a:t>
                      </a:r>
                      <a:endParaRPr sz="1600" b="1" dirty="0">
                        <a:latin typeface="黑体" panose="02010600030101010101" pitchFamily="49" charset="-122"/>
                        <a:ea typeface="黑体" panose="02010600030101010101" pitchFamily="49" charset="-122"/>
                      </a:endParaRPr>
                    </a:p>
                  </a:txBody>
                  <a:tcPr/>
                </a:tc>
                <a:tc>
                  <a:txBody>
                    <a:bodyPr/>
                    <a:lstStyle/>
                    <a:p>
                      <a:pPr marL="0" lvl="0" indent="0">
                        <a:buNone/>
                      </a:pP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函数调用，参数设置</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图形语法，组件化</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简单图形</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1-2行代码</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 2-3行代码</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Graphics</a:t>
                      </a:r>
                      <a:endParaRPr sz="1600">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复杂图形</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15-25行代码</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3-5行代码</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分组处理</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手动循环编写</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dirty="0">
                          <a:latin typeface="黑体" panose="02010600030101010101" pitchFamily="49" charset="-122"/>
                          <a:ea typeface="黑体" panose="02010600030101010101" pitchFamily="49" charset="-122"/>
                        </a:rPr>
                        <a:t>⭐⭐⭐⭐⭐ </a:t>
                      </a:r>
                      <a:r>
                        <a:rPr lang="en-US" sz="1600" dirty="0">
                          <a:latin typeface="黑体" panose="02010600030101010101" pitchFamily="49" charset="-122"/>
                          <a:ea typeface="黑体" panose="02010600030101010101" pitchFamily="49" charset="-122"/>
                        </a:rPr>
                        <a:t>  </a:t>
                      </a:r>
                      <a:r>
                        <a:rPr sz="1600" dirty="0" err="1">
                          <a:latin typeface="黑体" panose="02010600030101010101" pitchFamily="49" charset="-122"/>
                          <a:ea typeface="黑体" panose="02010600030101010101" pitchFamily="49" charset="-122"/>
                        </a:rPr>
                        <a:t>自动分组映射</a:t>
                      </a:r>
                      <a:endParaRPr sz="1600" dirty="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图例生成</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手动添加</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dirty="0">
                          <a:latin typeface="黑体" panose="02010600030101010101" pitchFamily="49" charset="-122"/>
                          <a:ea typeface="黑体" panose="02010600030101010101" pitchFamily="49" charset="-122"/>
                        </a:rPr>
                        <a:t>⭐⭐⭐⭐⭐ </a:t>
                      </a:r>
                      <a:r>
                        <a:rPr lang="en-US" sz="1600" dirty="0">
                          <a:latin typeface="黑体" panose="02010600030101010101" pitchFamily="49" charset="-122"/>
                          <a:ea typeface="黑体" panose="02010600030101010101" pitchFamily="49" charset="-122"/>
                        </a:rPr>
                        <a:t>      </a:t>
                      </a:r>
                      <a:r>
                        <a:rPr sz="1600" dirty="0" err="1">
                          <a:latin typeface="黑体" panose="02010600030101010101" pitchFamily="49" charset="-122"/>
                          <a:ea typeface="黑体" panose="02010600030101010101" pitchFamily="49" charset="-122"/>
                        </a:rPr>
                        <a:t>自动生成</a:t>
                      </a:r>
                      <a:endParaRPr sz="1600" dirty="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图形美观</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基础样式</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现代化设计</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代码维护</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难以修改重用</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易读易改</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绘图速度</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非常快</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有计算开销</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Graphics</a:t>
                      </a:r>
                      <a:endParaRPr sz="1600">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扩展性</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有限</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 丰富生态</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b="1">
                          <a:solidFill>
                            <a:srgbClr val="FF0000"/>
                          </a:solidFill>
                          <a:latin typeface="黑体" panose="02010600030101010101" pitchFamily="49" charset="-122"/>
                          <a:ea typeface="黑体" panose="02010600030101010101" pitchFamily="49" charset="-122"/>
                        </a:rPr>
                        <a:t>ggplot2</a:t>
                      </a:r>
                      <a:endParaRPr sz="1600" b="1">
                        <a:solidFill>
                          <a:srgbClr val="FF0000"/>
                        </a:solidFill>
                        <a:latin typeface="黑体" panose="02010600030101010101" pitchFamily="49" charset="-122"/>
                        <a:ea typeface="黑体" panose="02010600030101010101" pitchFamily="49" charset="-122"/>
                      </a:endParaRPr>
                    </a:p>
                  </a:txBody>
                  <a:tcPr/>
                </a:tc>
              </a:tr>
              <a:tr h="0">
                <a:tc>
                  <a:txBody>
                    <a:bodyPr/>
                    <a:lstStyle/>
                    <a:p>
                      <a:pPr marL="0" lvl="0" indent="0">
                        <a:buNone/>
                      </a:pPr>
                      <a:r>
                        <a:rPr sz="1600" b="1">
                          <a:latin typeface="黑体" panose="02010600030101010101" pitchFamily="49" charset="-122"/>
                          <a:ea typeface="黑体" panose="02010600030101010101" pitchFamily="49" charset="-122"/>
                        </a:rPr>
                        <a:t>适用场景</a:t>
                      </a:r>
                      <a:endParaRPr sz="1600" b="1">
                        <a:latin typeface="黑体" panose="02010600030101010101" pitchFamily="49" charset="-122"/>
                        <a:ea typeface="黑体" panose="02010600030101010101" pitchFamily="49" charset="-122"/>
                      </a:endParaRPr>
                    </a:p>
                  </a:txBody>
                  <a:tcPr/>
                </a:tc>
                <a:tc>
                  <a:txBody>
                    <a:bodyPr/>
                    <a:lstStyle/>
                    <a:p>
                      <a:pPr marL="0" lvl="0" indent="0">
                        <a:buNone/>
                      </a:pP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快速探索，简单图形</a:t>
                      </a:r>
                      <a:endParaRPr sz="1600">
                        <a:latin typeface="黑体" panose="02010600030101010101" pitchFamily="49" charset="-122"/>
                        <a:ea typeface="黑体" panose="02010600030101010101" pitchFamily="49" charset="-122"/>
                      </a:endParaRPr>
                    </a:p>
                  </a:txBody>
                  <a:tcPr/>
                </a:tc>
                <a:tc>
                  <a:txBody>
                    <a:bodyPr/>
                    <a:lstStyle/>
                    <a:p>
                      <a:pPr marL="0" lvl="0" indent="0" algn="r">
                        <a:buNone/>
                      </a:pPr>
                      <a:r>
                        <a:rPr sz="1600">
                          <a:latin typeface="黑体" panose="02010600030101010101" pitchFamily="49" charset="-122"/>
                          <a:ea typeface="黑体" panose="02010600030101010101" pitchFamily="49" charset="-122"/>
                        </a:rPr>
                        <a:t>数据分析，出版级图形</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各有优势</a:t>
                      </a:r>
                      <a:endParaRPr sz="1600">
                        <a:latin typeface="黑体" panose="02010600030101010101" pitchFamily="49" charset="-122"/>
                        <a:ea typeface="黑体" panose="02010600030101010101" pitchFamily="49" charset="-122"/>
                      </a:endParaRPr>
                    </a:p>
                  </a:txBody>
                  <a:tcPr/>
                </a:tc>
              </a:tr>
              <a:tr h="299085">
                <a:tc>
                  <a:txBody>
                    <a:bodyPr/>
                    <a:lstStyle/>
                    <a:p>
                      <a:pPr marL="0" lvl="0" indent="0">
                        <a:buNone/>
                      </a:pPr>
                      <a:r>
                        <a:rPr sz="1600" b="1" dirty="0" err="1">
                          <a:latin typeface="黑体" panose="02010600030101010101" pitchFamily="49" charset="-122"/>
                          <a:ea typeface="黑体" panose="02010600030101010101" pitchFamily="49" charset="-122"/>
                        </a:rPr>
                        <a:t>推荐程度</a:t>
                      </a:r>
                      <a:endParaRPr sz="1600" b="1" dirty="0">
                        <a:latin typeface="黑体" panose="02010600030101010101" pitchFamily="49" charset="-122"/>
                        <a:ea typeface="黑体" panose="02010600030101010101" pitchFamily="49" charset="-122"/>
                      </a:endParaRPr>
                    </a:p>
                  </a:txBody>
                  <a:tcPr/>
                </a:tc>
                <a:tc>
                  <a:txBody>
                    <a:bodyPr/>
                    <a:lstStyle/>
                    <a:p>
                      <a:pPr marL="0" lvl="0" indent="0">
                        <a:buNone/>
                      </a:pPr>
                      <a:r>
                        <a:rPr sz="1600" dirty="0">
                          <a:latin typeface="黑体" panose="02010600030101010101" pitchFamily="49" charset="-122"/>
                          <a:ea typeface="黑体" panose="02010600030101010101" pitchFamily="49" charset="-122"/>
                        </a:rPr>
                        <a:t>⭐⭐⭐ </a:t>
                      </a:r>
                      <a:r>
                        <a:rPr lang="en-US" sz="1600" dirty="0">
                          <a:latin typeface="黑体" panose="02010600030101010101" pitchFamily="49" charset="-122"/>
                          <a:ea typeface="黑体" panose="02010600030101010101" pitchFamily="49" charset="-122"/>
                        </a:rPr>
                        <a:t>     </a:t>
                      </a:r>
                      <a:r>
                        <a:rPr sz="1600" dirty="0" err="1">
                          <a:latin typeface="黑体" panose="02010600030101010101" pitchFamily="49" charset="-122"/>
                          <a:ea typeface="黑体" panose="02010600030101010101" pitchFamily="49" charset="-122"/>
                        </a:rPr>
                        <a:t>辅助工具</a:t>
                      </a:r>
                      <a:endParaRPr sz="1600" dirty="0">
                        <a:latin typeface="黑体" panose="02010600030101010101" pitchFamily="49" charset="-122"/>
                        <a:ea typeface="黑体" panose="02010600030101010101" pitchFamily="49" charset="-122"/>
                      </a:endParaRPr>
                    </a:p>
                  </a:txBody>
                  <a:tcPr/>
                </a:tc>
                <a:tc>
                  <a:txBody>
                    <a:bodyPr/>
                    <a:lstStyle/>
                    <a:p>
                      <a:pPr marL="0" lvl="0" indent="0">
                        <a:buNone/>
                      </a:pPr>
                      <a:r>
                        <a:rPr sz="1600">
                          <a:latin typeface="黑体" panose="02010600030101010101" pitchFamily="49" charset="-122"/>
                          <a:ea typeface="黑体" panose="02010600030101010101" pitchFamily="49" charset="-122"/>
                        </a:rPr>
                        <a:t>⭐⭐⭐⭐⭐ </a:t>
                      </a:r>
                      <a:r>
                        <a:rPr lang="en-US" sz="1600">
                          <a:latin typeface="黑体" panose="02010600030101010101" pitchFamily="49" charset="-122"/>
                          <a:ea typeface="黑体" panose="02010600030101010101" pitchFamily="49" charset="-122"/>
                        </a:rPr>
                        <a:t>      </a:t>
                      </a:r>
                      <a:r>
                        <a:rPr sz="1600">
                          <a:latin typeface="黑体" panose="02010600030101010101" pitchFamily="49" charset="-122"/>
                          <a:ea typeface="黑体" panose="02010600030101010101" pitchFamily="49" charset="-122"/>
                        </a:rPr>
                        <a:t>主力工具</a:t>
                      </a:r>
                      <a:endParaRPr sz="1600">
                        <a:latin typeface="黑体" panose="02010600030101010101" pitchFamily="49" charset="-122"/>
                        <a:ea typeface="黑体" panose="02010600030101010101" pitchFamily="49" charset="-122"/>
                      </a:endParaRPr>
                    </a:p>
                  </a:txBody>
                  <a:tcPr/>
                </a:tc>
                <a:tc>
                  <a:txBody>
                    <a:bodyPr/>
                    <a:lstStyle/>
                    <a:p>
                      <a:pPr marL="0" lvl="0" indent="0">
                        <a:buNone/>
                      </a:pPr>
                      <a:r>
                        <a:rPr sz="1600" b="1" dirty="0">
                          <a:solidFill>
                            <a:srgbClr val="FF0000"/>
                          </a:solidFill>
                          <a:latin typeface="黑体" panose="02010600030101010101" pitchFamily="49" charset="-122"/>
                          <a:ea typeface="黑体" panose="02010600030101010101" pitchFamily="49" charset="-122"/>
                        </a:rPr>
                        <a:t>ggplot2</a:t>
                      </a:r>
                      <a:endParaRPr sz="1600" b="1" dirty="0">
                        <a:solidFill>
                          <a:srgbClr val="FF0000"/>
                        </a:solidFill>
                        <a:latin typeface="黑体" panose="02010600030101010101" pitchFamily="49" charset="-122"/>
                        <a:ea typeface="黑体" panose="02010600030101010101" pitchFamily="49" charset="-122"/>
                      </a:endParaRPr>
                    </a:p>
                  </a:txBody>
                  <a:tcPr/>
                </a:tc>
              </a:tr>
            </a:tbl>
          </a:graphicData>
        </a:graphic>
      </p:graphicFrame>
      <p:sp>
        <p:nvSpPr>
          <p:cNvPr id="2" name="文本框 1"/>
          <p:cNvSpPr txBox="1"/>
          <p:nvPr/>
        </p:nvSpPr>
        <p:spPr>
          <a:xfrm>
            <a:off x="8902700" y="914400"/>
            <a:ext cx="342900" cy="3027680"/>
          </a:xfrm>
          <a:prstGeom prst="rect">
            <a:avLst/>
          </a:prstGeom>
          <a:noFill/>
          <a:extLst>
            <a:ext uri="{909E8E84-426E-40DD-AFC4-6F175D3DCCD1}">
              <a14:hiddenFill xmlns:a14="http://schemas.microsoft.com/office/drawing/2010/main">
                <a:solidFill>
                  <a:srgbClr val="618CAC"/>
                </a:solidFill>
              </a14:hiddenFill>
            </a:ext>
          </a:extLst>
        </p:spPr>
        <p:txBody>
          <a:bodyPr wrap="square" rtlCol="0">
            <a:noAutofit/>
          </a:bodyPr>
          <a:lstStyle/>
          <a:p>
            <a:r>
              <a:rPr lang="en-US" altLang="zh-CN" sz="2800" b="1">
                <a:solidFill>
                  <a:srgbClr val="618CAC"/>
                </a:solidFill>
              </a:rPr>
              <a:t>G</a:t>
            </a:r>
            <a:endParaRPr lang="en-US" altLang="zh-CN" sz="2800" b="1">
              <a:solidFill>
                <a:srgbClr val="618CAC"/>
              </a:solidFill>
            </a:endParaRPr>
          </a:p>
          <a:p>
            <a:r>
              <a:rPr lang="en-US" altLang="zh-CN" sz="2800" b="1">
                <a:solidFill>
                  <a:srgbClr val="618CAC"/>
                </a:solidFill>
              </a:rPr>
              <a:t>R</a:t>
            </a:r>
            <a:endParaRPr lang="en-US" altLang="zh-CN" sz="2800" b="1">
              <a:solidFill>
                <a:srgbClr val="618CAC"/>
              </a:solidFill>
            </a:endParaRPr>
          </a:p>
          <a:p>
            <a:r>
              <a:rPr lang="en-US" altLang="zh-CN" sz="2800" b="1">
                <a:solidFill>
                  <a:srgbClr val="618CAC"/>
                </a:solidFill>
              </a:rPr>
              <a:t>A</a:t>
            </a:r>
            <a:endParaRPr lang="en-US" altLang="zh-CN" sz="2800" b="1">
              <a:solidFill>
                <a:srgbClr val="618CAC"/>
              </a:solidFill>
            </a:endParaRPr>
          </a:p>
          <a:p>
            <a:r>
              <a:rPr lang="en-US" altLang="zh-CN" sz="2800" b="1">
                <a:solidFill>
                  <a:srgbClr val="618CAC"/>
                </a:solidFill>
              </a:rPr>
              <a:t>P</a:t>
            </a:r>
            <a:endParaRPr lang="en-US" altLang="zh-CN" sz="2800" b="1">
              <a:solidFill>
                <a:srgbClr val="618CAC"/>
              </a:solidFill>
            </a:endParaRPr>
          </a:p>
          <a:p>
            <a:r>
              <a:rPr lang="en-US" altLang="zh-CN" sz="2800" b="1">
                <a:solidFill>
                  <a:srgbClr val="618CAC"/>
                </a:solidFill>
              </a:rPr>
              <a:t>H</a:t>
            </a:r>
            <a:endParaRPr lang="en-US" altLang="zh-CN" sz="2800" b="1">
              <a:solidFill>
                <a:srgbClr val="618CAC"/>
              </a:solidFill>
            </a:endParaRPr>
          </a:p>
          <a:p>
            <a:r>
              <a:rPr lang="en-US" altLang="zh-CN" sz="2800" b="1">
                <a:solidFill>
                  <a:srgbClr val="618CAC"/>
                </a:solidFill>
              </a:rPr>
              <a:t>I</a:t>
            </a:r>
            <a:endParaRPr lang="en-US" altLang="zh-CN" sz="2800" b="1">
              <a:solidFill>
                <a:srgbClr val="618CAC"/>
              </a:solidFill>
            </a:endParaRPr>
          </a:p>
          <a:p>
            <a:r>
              <a:rPr lang="en-US" altLang="zh-CN" sz="2800" b="1">
                <a:solidFill>
                  <a:srgbClr val="618CAC"/>
                </a:solidFill>
              </a:rPr>
              <a:t>C</a:t>
            </a:r>
            <a:endParaRPr lang="en-US" altLang="zh-CN" sz="2800" b="1">
              <a:solidFill>
                <a:srgbClr val="618CAC"/>
              </a:solidFill>
            </a:endParaRPr>
          </a:p>
          <a:p>
            <a:r>
              <a:rPr lang="en-US" altLang="zh-CN" sz="2800" b="1">
                <a:solidFill>
                  <a:srgbClr val="618CAC"/>
                </a:solidFill>
              </a:rPr>
              <a:t>S</a:t>
            </a:r>
            <a:endParaRPr lang="en-US" altLang="zh-CN" sz="2400">
              <a:solidFill>
                <a:schemeClr val="bg1"/>
              </a:solidFill>
            </a:endParaRPr>
          </a:p>
          <a:p>
            <a:endParaRPr lang="en-US" altLang="zh-CN" sz="2400">
              <a:solidFill>
                <a:schemeClr val="bg1"/>
              </a:solidFill>
            </a:endParaRPr>
          </a:p>
        </p:txBody>
      </p:sp>
      <p:sp>
        <p:nvSpPr>
          <p:cNvPr id="3" name="矩形 2"/>
          <p:cNvSpPr/>
          <p:nvPr/>
        </p:nvSpPr>
        <p:spPr>
          <a:xfrm>
            <a:off x="8610600" y="908050"/>
            <a:ext cx="5384165" cy="351853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p:nvPr/>
        </p:nvSpPr>
        <p:spPr>
          <a:xfrm>
            <a:off x="8610600" y="4496435"/>
            <a:ext cx="5384165" cy="351536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8902700" y="4724400"/>
            <a:ext cx="342900" cy="2780030"/>
          </a:xfrm>
          <a:prstGeom prst="rect">
            <a:avLst/>
          </a:prstGeom>
          <a:noFill/>
          <a:extLst>
            <a:ext uri="{909E8E84-426E-40DD-AFC4-6F175D3DCCD1}">
              <a14:hiddenFill xmlns:a14="http://schemas.microsoft.com/office/drawing/2010/main">
                <a:solidFill>
                  <a:srgbClr val="618CAC"/>
                </a:solidFill>
              </a14:hiddenFill>
            </a:ext>
          </a:extLst>
        </p:spPr>
        <p:txBody>
          <a:bodyPr wrap="square" rtlCol="0">
            <a:noAutofit/>
          </a:bodyPr>
          <a:lstStyle/>
          <a:p>
            <a:r>
              <a:rPr lang="en-US" altLang="zh-CN" sz="2800" b="1">
                <a:solidFill>
                  <a:srgbClr val="618CAC"/>
                </a:solidFill>
              </a:rPr>
              <a:t>G</a:t>
            </a:r>
            <a:endParaRPr lang="en-US" altLang="zh-CN" sz="2800" b="1">
              <a:solidFill>
                <a:srgbClr val="618CAC"/>
              </a:solidFill>
            </a:endParaRPr>
          </a:p>
          <a:p>
            <a:r>
              <a:rPr lang="en-US" altLang="zh-CN" sz="2800" b="1">
                <a:solidFill>
                  <a:srgbClr val="618CAC"/>
                </a:solidFill>
              </a:rPr>
              <a:t>G</a:t>
            </a:r>
            <a:endParaRPr lang="en-US" altLang="zh-CN" sz="2800" b="1">
              <a:solidFill>
                <a:srgbClr val="618CAC"/>
              </a:solidFill>
            </a:endParaRPr>
          </a:p>
          <a:p>
            <a:r>
              <a:rPr lang="en-US" altLang="zh-CN" sz="2800" b="1">
                <a:solidFill>
                  <a:srgbClr val="618CAC"/>
                </a:solidFill>
              </a:rPr>
              <a:t>P</a:t>
            </a:r>
            <a:endParaRPr lang="en-US" altLang="zh-CN" sz="2800" b="1">
              <a:solidFill>
                <a:srgbClr val="618CAC"/>
              </a:solidFill>
            </a:endParaRPr>
          </a:p>
          <a:p>
            <a:r>
              <a:rPr lang="en-US" altLang="zh-CN" sz="2800" b="1">
                <a:solidFill>
                  <a:srgbClr val="618CAC"/>
                </a:solidFill>
              </a:rPr>
              <a:t>L</a:t>
            </a:r>
            <a:endParaRPr lang="en-US" altLang="zh-CN" sz="2800" b="1">
              <a:solidFill>
                <a:srgbClr val="618CAC"/>
              </a:solidFill>
            </a:endParaRPr>
          </a:p>
          <a:p>
            <a:r>
              <a:rPr lang="en-US" altLang="zh-CN" sz="2800" b="1">
                <a:solidFill>
                  <a:srgbClr val="618CAC"/>
                </a:solidFill>
              </a:rPr>
              <a:t>O</a:t>
            </a:r>
            <a:endParaRPr lang="en-US" altLang="zh-CN" sz="2800" b="1">
              <a:solidFill>
                <a:srgbClr val="618CAC"/>
              </a:solidFill>
            </a:endParaRPr>
          </a:p>
          <a:p>
            <a:r>
              <a:rPr lang="en-US" altLang="zh-CN" sz="2800" b="1">
                <a:solidFill>
                  <a:srgbClr val="618CAC"/>
                </a:solidFill>
              </a:rPr>
              <a:t>T2</a:t>
            </a:r>
            <a:endParaRPr lang="en-US" altLang="zh-CN" sz="2800" b="1">
              <a:solidFill>
                <a:srgbClr val="618CAC"/>
              </a:solidFill>
            </a:endParaRPr>
          </a:p>
        </p:txBody>
      </p:sp>
      <p:sp>
        <p:nvSpPr>
          <p:cNvPr id="6" name="矩形 5"/>
          <p:cNvSpPr/>
          <p:nvPr/>
        </p:nvSpPr>
        <p:spPr>
          <a:xfrm>
            <a:off x="381000" y="3810000"/>
            <a:ext cx="8001000" cy="304800"/>
          </a:xfrm>
          <a:prstGeom prst="rect">
            <a:avLst/>
          </a:prstGeom>
          <a:noFill/>
          <a:ln w="38100">
            <a:solidFill>
              <a:srgbClr val="F0A222">
                <a:alpha val="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228600" y="3810000"/>
            <a:ext cx="8153400" cy="1591945"/>
          </a:xfrm>
          <a:prstGeom prst="rect">
            <a:avLst/>
          </a:prstGeom>
          <a:noFill/>
          <a:ln w="38100">
            <a:solidFill>
              <a:srgbClr val="F0A22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Picture 1" descr="01-ggplot2-7_files/figure-pptx/unnamed-chunk-7-1.png"/>
          <p:cNvPicPr>
            <a:picLocks noGrp="1" noChangeAspect="1"/>
          </p:cNvPicPr>
          <p:nvPr/>
        </p:nvPicPr>
        <p:blipFill>
          <a:blip r:embed="rId4"/>
          <a:stretch>
            <a:fillRect/>
          </a:stretch>
        </p:blipFill>
        <p:spPr bwMode="auto">
          <a:xfrm>
            <a:off x="9601200" y="4495800"/>
            <a:ext cx="4368800" cy="349821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ppt_x"/>
                                          </p:val>
                                        </p:tav>
                                        <p:tav tm="100000">
                                          <p:val>
                                            <p:strVal val="#ppt_x"/>
                                          </p:val>
                                        </p:tav>
                                      </p:tavLst>
                                    </p:anim>
                                    <p:anim calcmode="lin" valueType="num">
                                      <p:cBhvr additive="base">
                                        <p:cTn id="19" dur="500" fill="hold"/>
                                        <p:tgtEl>
                                          <p:spTgt spid="18"/>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ppt_x"/>
                                          </p:val>
                                        </p:tav>
                                        <p:tav tm="100000">
                                          <p:val>
                                            <p:strVal val="#ppt_x"/>
                                          </p:val>
                                        </p:tav>
                                      </p:tavLst>
                                    </p:anim>
                                    <p:anim calcmode="lin" valueType="num">
                                      <p:cBhvr additive="base">
                                        <p:cTn id="27" dur="500" fill="hold"/>
                                        <p:tgtEl>
                                          <p:spTgt spid="3"/>
                                        </p:tgtEl>
                                        <p:attrNameLst>
                                          <p:attrName>ppt_y</p:attrName>
                                        </p:attrNameLst>
                                      </p:cBhvr>
                                      <p:tavLst>
                                        <p:tav tm="0">
                                          <p:val>
                                            <p:strVal val="1+#ppt_h/2"/>
                                          </p:val>
                                        </p:tav>
                                        <p:tav tm="100000">
                                          <p:val>
                                            <p:strVal val="#ppt_y"/>
                                          </p:val>
                                        </p:tav>
                                      </p:tavLst>
                                    </p:anim>
                                  </p:childTnLst>
                                </p:cTn>
                              </p:par>
                            </p:childTnLst>
                          </p:cTn>
                        </p:par>
                        <p:par>
                          <p:cTn id="28" fill="hold">
                            <p:stCondLst>
                              <p:cond delay="1500"/>
                            </p:stCondLst>
                            <p:childTnLst>
                              <p:par>
                                <p:cTn id="29" presetID="2" presetClass="entr" presetSubtype="4"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box(in)">
                                      <p:cBhvr>
                                        <p:cTn id="49" dur="20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blinds(horizontal)">
                                      <p:cBhvr>
                                        <p:cTn id="5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 grpId="0" animBg="1"/>
      <p:bldP spid="2" grpId="1" animBg="1"/>
      <p:bldP spid="3" grpId="0" bldLvl="0" animBg="1"/>
      <p:bldP spid="3" grpId="1" animBg="1"/>
      <p:bldP spid="4" grpId="0" bldLvl="0" animBg="1"/>
      <p:bldP spid="4" grpId="1" animBg="1"/>
      <p:bldP spid="5" grpId="0" bldLvl="0" animBg="1"/>
      <p:bldP spid="5" grpId="1" animBg="1"/>
      <p:bldP spid="7" grpId="0" animBg="1"/>
      <p:bldP spid="7"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02700" y="914400"/>
            <a:ext cx="342900" cy="3027680"/>
          </a:xfrm>
          <a:prstGeom prst="rect">
            <a:avLst/>
          </a:prstGeom>
          <a:noFill/>
          <a:extLst>
            <a:ext uri="{909E8E84-426E-40DD-AFC4-6F175D3DCCD1}">
              <a14:hiddenFill xmlns:a14="http://schemas.microsoft.com/office/drawing/2010/main">
                <a:solidFill>
                  <a:srgbClr val="618CAC"/>
                </a:solidFill>
              </a14:hiddenFill>
            </a:ext>
          </a:extLst>
        </p:spPr>
        <p:txBody>
          <a:bodyPr wrap="square" rtlCol="0">
            <a:noAutofit/>
          </a:bodyPr>
          <a:lstStyle/>
          <a:p>
            <a:r>
              <a:rPr lang="en-US" altLang="zh-CN" sz="2800" b="1">
                <a:solidFill>
                  <a:srgbClr val="618CAC"/>
                </a:solidFill>
              </a:rPr>
              <a:t>G</a:t>
            </a:r>
            <a:endParaRPr lang="en-US" altLang="zh-CN" sz="2800" b="1">
              <a:solidFill>
                <a:srgbClr val="618CAC"/>
              </a:solidFill>
            </a:endParaRPr>
          </a:p>
          <a:p>
            <a:r>
              <a:rPr lang="en-US" altLang="zh-CN" sz="2800" b="1">
                <a:solidFill>
                  <a:srgbClr val="618CAC"/>
                </a:solidFill>
              </a:rPr>
              <a:t>R</a:t>
            </a:r>
            <a:endParaRPr lang="en-US" altLang="zh-CN" sz="2800" b="1">
              <a:solidFill>
                <a:srgbClr val="618CAC"/>
              </a:solidFill>
            </a:endParaRPr>
          </a:p>
          <a:p>
            <a:r>
              <a:rPr lang="en-US" altLang="zh-CN" sz="2800" b="1">
                <a:solidFill>
                  <a:srgbClr val="618CAC"/>
                </a:solidFill>
              </a:rPr>
              <a:t>A</a:t>
            </a:r>
            <a:endParaRPr lang="en-US" altLang="zh-CN" sz="2800" b="1">
              <a:solidFill>
                <a:srgbClr val="618CAC"/>
              </a:solidFill>
            </a:endParaRPr>
          </a:p>
          <a:p>
            <a:r>
              <a:rPr lang="en-US" altLang="zh-CN" sz="2800" b="1">
                <a:solidFill>
                  <a:srgbClr val="618CAC"/>
                </a:solidFill>
              </a:rPr>
              <a:t>P</a:t>
            </a:r>
            <a:endParaRPr lang="en-US" altLang="zh-CN" sz="2800" b="1">
              <a:solidFill>
                <a:srgbClr val="618CAC"/>
              </a:solidFill>
            </a:endParaRPr>
          </a:p>
          <a:p>
            <a:r>
              <a:rPr lang="en-US" altLang="zh-CN" sz="2800" b="1">
                <a:solidFill>
                  <a:srgbClr val="618CAC"/>
                </a:solidFill>
              </a:rPr>
              <a:t>H</a:t>
            </a:r>
            <a:endParaRPr lang="en-US" altLang="zh-CN" sz="2800" b="1">
              <a:solidFill>
                <a:srgbClr val="618CAC"/>
              </a:solidFill>
            </a:endParaRPr>
          </a:p>
          <a:p>
            <a:r>
              <a:rPr lang="en-US" altLang="zh-CN" sz="2800" b="1">
                <a:solidFill>
                  <a:srgbClr val="618CAC"/>
                </a:solidFill>
              </a:rPr>
              <a:t>I</a:t>
            </a:r>
            <a:endParaRPr lang="en-US" altLang="zh-CN" sz="2800" b="1">
              <a:solidFill>
                <a:srgbClr val="618CAC"/>
              </a:solidFill>
            </a:endParaRPr>
          </a:p>
          <a:p>
            <a:r>
              <a:rPr lang="en-US" altLang="zh-CN" sz="2800" b="1">
                <a:solidFill>
                  <a:srgbClr val="618CAC"/>
                </a:solidFill>
              </a:rPr>
              <a:t>C</a:t>
            </a:r>
            <a:endParaRPr lang="en-US" altLang="zh-CN" sz="2800" b="1">
              <a:solidFill>
                <a:srgbClr val="618CAC"/>
              </a:solidFill>
            </a:endParaRPr>
          </a:p>
          <a:p>
            <a:r>
              <a:rPr lang="en-US" altLang="zh-CN" sz="2800" b="1">
                <a:solidFill>
                  <a:srgbClr val="618CAC"/>
                </a:solidFill>
              </a:rPr>
              <a:t>S</a:t>
            </a:r>
            <a:endParaRPr lang="en-US" altLang="zh-CN" sz="2400">
              <a:solidFill>
                <a:schemeClr val="bg1"/>
              </a:solidFill>
            </a:endParaRPr>
          </a:p>
          <a:p>
            <a:endParaRPr lang="en-US" altLang="zh-CN" sz="2400">
              <a:solidFill>
                <a:schemeClr val="bg1"/>
              </a:solidFill>
            </a:endParaRPr>
          </a:p>
        </p:txBody>
      </p:sp>
      <p:sp>
        <p:nvSpPr>
          <p:cNvPr id="3" name="矩形 2"/>
          <p:cNvSpPr/>
          <p:nvPr/>
        </p:nvSpPr>
        <p:spPr>
          <a:xfrm>
            <a:off x="8610600" y="908050"/>
            <a:ext cx="5384165" cy="351853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p:nvPr/>
        </p:nvSpPr>
        <p:spPr>
          <a:xfrm>
            <a:off x="8610600" y="4496435"/>
            <a:ext cx="5384165" cy="351536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8902700" y="4724400"/>
            <a:ext cx="342900" cy="2780030"/>
          </a:xfrm>
          <a:prstGeom prst="rect">
            <a:avLst/>
          </a:prstGeom>
          <a:noFill/>
          <a:extLst>
            <a:ext uri="{909E8E84-426E-40DD-AFC4-6F175D3DCCD1}">
              <a14:hiddenFill xmlns:a14="http://schemas.microsoft.com/office/drawing/2010/main">
                <a:solidFill>
                  <a:srgbClr val="618CAC"/>
                </a:solidFill>
              </a14:hiddenFill>
            </a:ext>
          </a:extLst>
        </p:spPr>
        <p:txBody>
          <a:bodyPr wrap="square" rtlCol="0">
            <a:noAutofit/>
          </a:bodyPr>
          <a:lstStyle/>
          <a:p>
            <a:r>
              <a:rPr lang="en-US" altLang="zh-CN" sz="2800" b="1">
                <a:solidFill>
                  <a:srgbClr val="618CAC"/>
                </a:solidFill>
              </a:rPr>
              <a:t>G</a:t>
            </a:r>
            <a:endParaRPr lang="en-US" altLang="zh-CN" sz="2800" b="1">
              <a:solidFill>
                <a:srgbClr val="618CAC"/>
              </a:solidFill>
            </a:endParaRPr>
          </a:p>
          <a:p>
            <a:r>
              <a:rPr lang="en-US" altLang="zh-CN" sz="2800" b="1">
                <a:solidFill>
                  <a:srgbClr val="618CAC"/>
                </a:solidFill>
              </a:rPr>
              <a:t>G</a:t>
            </a:r>
            <a:endParaRPr lang="en-US" altLang="zh-CN" sz="2800" b="1">
              <a:solidFill>
                <a:srgbClr val="618CAC"/>
              </a:solidFill>
            </a:endParaRPr>
          </a:p>
          <a:p>
            <a:r>
              <a:rPr lang="en-US" altLang="zh-CN" sz="2800" b="1">
                <a:solidFill>
                  <a:srgbClr val="618CAC"/>
                </a:solidFill>
              </a:rPr>
              <a:t>P</a:t>
            </a:r>
            <a:endParaRPr lang="en-US" altLang="zh-CN" sz="2800" b="1">
              <a:solidFill>
                <a:srgbClr val="618CAC"/>
              </a:solidFill>
            </a:endParaRPr>
          </a:p>
          <a:p>
            <a:r>
              <a:rPr lang="en-US" altLang="zh-CN" sz="2800" b="1">
                <a:solidFill>
                  <a:srgbClr val="618CAC"/>
                </a:solidFill>
              </a:rPr>
              <a:t>L</a:t>
            </a:r>
            <a:endParaRPr lang="en-US" altLang="zh-CN" sz="2800" b="1">
              <a:solidFill>
                <a:srgbClr val="618CAC"/>
              </a:solidFill>
            </a:endParaRPr>
          </a:p>
          <a:p>
            <a:r>
              <a:rPr lang="en-US" altLang="zh-CN" sz="2800" b="1">
                <a:solidFill>
                  <a:srgbClr val="618CAC"/>
                </a:solidFill>
              </a:rPr>
              <a:t>O</a:t>
            </a:r>
            <a:endParaRPr lang="en-US" altLang="zh-CN" sz="2800" b="1">
              <a:solidFill>
                <a:srgbClr val="618CAC"/>
              </a:solidFill>
            </a:endParaRPr>
          </a:p>
          <a:p>
            <a:r>
              <a:rPr lang="en-US" altLang="zh-CN" sz="2800" b="1">
                <a:solidFill>
                  <a:srgbClr val="618CAC"/>
                </a:solidFill>
              </a:rPr>
              <a:t>T2</a:t>
            </a:r>
            <a:endParaRPr lang="en-US" altLang="zh-CN" sz="2800" b="1">
              <a:solidFill>
                <a:srgbClr val="618CAC"/>
              </a:solidFill>
            </a:endParaRPr>
          </a:p>
        </p:txBody>
      </p:sp>
      <p:pic>
        <p:nvPicPr>
          <p:cNvPr id="15" name="图片 14"/>
          <p:cNvPicPr>
            <a:picLocks noChangeAspect="1"/>
          </p:cNvPicPr>
          <p:nvPr/>
        </p:nvPicPr>
        <p:blipFill>
          <a:blip r:embed="rId1"/>
          <a:stretch>
            <a:fillRect/>
          </a:stretch>
        </p:blipFill>
        <p:spPr>
          <a:xfrm>
            <a:off x="9677471" y="990886"/>
            <a:ext cx="3935024" cy="3377073"/>
          </a:xfrm>
          <a:prstGeom prst="rect">
            <a:avLst/>
          </a:prstGeom>
        </p:spPr>
      </p:pic>
      <p:pic>
        <p:nvPicPr>
          <p:cNvPr id="8" name="Picture 1" descr="01-ggplot2-7_files/figure-pptx/unnamed-chunk-7-1.png"/>
          <p:cNvPicPr>
            <a:picLocks noGrp="1" noChangeAspect="1"/>
          </p:cNvPicPr>
          <p:nvPr/>
        </p:nvPicPr>
        <p:blipFill>
          <a:blip r:embed="rId2"/>
          <a:stretch>
            <a:fillRect/>
          </a:stretch>
        </p:blipFill>
        <p:spPr bwMode="auto">
          <a:xfrm>
            <a:off x="9601200" y="4495800"/>
            <a:ext cx="4368800" cy="3498215"/>
          </a:xfrm>
          <a:prstGeom prst="rect">
            <a:avLst/>
          </a:prstGeom>
          <a:noFill/>
          <a:ln w="9525">
            <a:noFill/>
          </a:ln>
        </p:spPr>
      </p:pic>
      <p:sp>
        <p:nvSpPr>
          <p:cNvPr id="16" name="文本框 15"/>
          <p:cNvSpPr txBox="1"/>
          <p:nvPr/>
        </p:nvSpPr>
        <p:spPr>
          <a:xfrm>
            <a:off x="533400" y="6400800"/>
            <a:ext cx="7941945" cy="1610360"/>
          </a:xfrm>
          <a:prstGeom prst="rect">
            <a:avLst/>
          </a:prstGeom>
          <a:solidFill>
            <a:schemeClr val="bg2">
              <a:lumMod val="10000"/>
            </a:schemeClr>
          </a:solidFill>
        </p:spPr>
        <p:txBody>
          <a:bodyPr wrap="square">
            <a:noAutofit/>
          </a:bodyPr>
          <a:p>
            <a:pPr marL="107315" eaLnBrk="0">
              <a:lnSpc>
                <a:spcPts val="2215"/>
              </a:lnSpc>
              <a:spcBef>
                <a:spcPts val="0"/>
              </a:spcBef>
            </a:pPr>
            <a:r>
              <a:rPr lang="en-US" altLang="zh-CN" b="0" i="0" dirty="0">
                <a:solidFill>
                  <a:srgbClr val="F8F8F2"/>
                </a:solidFill>
                <a:effectLst/>
                <a:latin typeface="Consolas" panose="020B0609020204030204" pitchFamily="49" charset="0"/>
              </a:rPr>
              <a:t>load</a:t>
            </a:r>
            <a:r>
              <a:rPr lang="en-US" altLang="zh-CN" b="0" i="0" dirty="0">
                <a:solidFill>
                  <a:srgbClr val="FEFEFE"/>
                </a:solidFill>
                <a:effectLst/>
                <a:latin typeface="Consolas" panose="020B0609020204030204" pitchFamily="49" charset="0"/>
              </a:rPr>
              <a:t>(</a:t>
            </a:r>
            <a:r>
              <a:rPr lang="en-US" altLang="zh-CN" b="0" i="0" dirty="0">
                <a:solidFill>
                  <a:srgbClr val="ABE338"/>
                </a:solidFill>
                <a:effectLst/>
                <a:latin typeface="Consolas" panose="020B0609020204030204" pitchFamily="49" charset="0"/>
              </a:rPr>
              <a:t>"C:/Users/86178/Desktop/AAAA/nightingale_data(1).RData"</a:t>
            </a:r>
            <a:r>
              <a:rPr lang="en-US" altLang="zh-CN" b="0" i="0" dirty="0">
                <a:solidFill>
                  <a:srgbClr val="FEFEFE"/>
                </a:solidFill>
                <a:effectLst/>
                <a:latin typeface="Consolas" panose="020B0609020204030204" pitchFamily="49" charset="0"/>
              </a:rPr>
              <a:t>)</a:t>
            </a:r>
            <a:br>
              <a:rPr lang="en-US" altLang="zh-CN" dirty="0"/>
            </a:br>
            <a:r>
              <a:rPr lang="en-US" altLang="zh-CN" b="0" i="0" dirty="0" err="1">
                <a:solidFill>
                  <a:srgbClr val="F8F8F2"/>
                </a:solidFill>
                <a:effectLst/>
                <a:latin typeface="Consolas" panose="020B0609020204030204" pitchFamily="49" charset="0"/>
              </a:rPr>
              <a:t>ggplot</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nightingale_stat</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aes</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x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Cause</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y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zh-CN" altLang="en-US" b="0" i="0" dirty="0">
                <a:solidFill>
                  <a:srgbClr val="F8F8F2"/>
                </a:solidFill>
                <a:effectLst/>
                <a:latin typeface="Consolas" panose="020B0609020204030204" pitchFamily="49" charset="0"/>
              </a:rPr>
              <a:t>总死亡数</a:t>
            </a:r>
            <a:r>
              <a:rPr lang="en-US" altLang="zh-CN" b="0" i="0" dirty="0">
                <a:solidFill>
                  <a:srgbClr val="FEFEFE"/>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 </a:t>
            </a:r>
            <a:r>
              <a:rPr lang="en-US" altLang="zh-CN" b="0" i="0" dirty="0">
                <a:solidFill>
                  <a:srgbClr val="F8F8F2"/>
                </a:solidFill>
                <a:effectLst/>
                <a:latin typeface="Consolas" panose="020B0609020204030204" pitchFamily="49" charset="0"/>
              </a:rPr>
              <a:t>fill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Cause</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geom_col</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facet_wrap</a:t>
            </a:r>
            <a:r>
              <a:rPr lang="en-US" altLang="zh-CN" b="0" i="0" dirty="0">
                <a:solidFill>
                  <a:srgbClr val="FEFEFE"/>
                </a:solidFill>
                <a:effectLst/>
                <a:latin typeface="Consolas" panose="020B0609020204030204" pitchFamily="49" charset="0"/>
              </a:rPr>
              <a:t>(</a:t>
            </a:r>
            <a:r>
              <a:rPr lang="en-US" altLang="zh-CN" b="0" i="0" dirty="0">
                <a:solidFill>
                  <a:srgbClr val="00E0E0"/>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时期</a:t>
            </a:r>
            <a:r>
              <a:rPr lang="en-US" altLang="zh-CN" b="0" i="0" dirty="0">
                <a:solidFill>
                  <a:srgbClr val="FEFEFE"/>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br>
              <a:rPr lang="zh-CN" altLang="en-US" dirty="0"/>
            </a:br>
            <a:r>
              <a:rPr lang="zh-CN" altLang="en-US" b="0" i="0" dirty="0">
                <a:solidFill>
                  <a:srgbClr val="F8F8F2"/>
                </a:solidFill>
                <a:effectLst/>
                <a:latin typeface="Consolas" panose="020B0609020204030204" pitchFamily="49" charset="0"/>
              </a:rPr>
              <a:t>  </a:t>
            </a:r>
            <a:r>
              <a:rPr lang="en-US" altLang="zh-CN" b="0" i="0" dirty="0">
                <a:solidFill>
                  <a:srgbClr val="F8F8F2"/>
                </a:solidFill>
                <a:effectLst/>
                <a:latin typeface="Consolas" panose="020B0609020204030204" pitchFamily="49" charset="0"/>
              </a:rPr>
              <a:t>labs</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title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ABE338"/>
                </a:solidFill>
                <a:effectLst/>
                <a:latin typeface="Consolas" panose="020B0609020204030204" pitchFamily="49" charset="0"/>
              </a:rPr>
              <a:t>"</a:t>
            </a:r>
            <a:r>
              <a:rPr lang="zh-CN" altLang="en-US" b="0" i="0" dirty="0">
                <a:solidFill>
                  <a:srgbClr val="ABE338"/>
                </a:solidFill>
                <a:effectLst/>
                <a:latin typeface="Consolas" panose="020B0609020204030204" pitchFamily="49" charset="0"/>
              </a:rPr>
              <a:t>克里米亚战争中英军死亡情况分析（按时期分图）</a:t>
            </a:r>
            <a:r>
              <a:rPr lang="en-US" altLang="zh-CN" b="0" i="0" dirty="0">
                <a:solidFill>
                  <a:srgbClr val="ABE338"/>
                </a:solidFill>
                <a:effectLst/>
                <a:latin typeface="Consolas" panose="020B0609020204030204" pitchFamily="49" charset="0"/>
              </a:rPr>
              <a:t>"</a:t>
            </a:r>
            <a:r>
              <a:rPr lang="en-US" altLang="zh-CN" b="0" i="0" dirty="0">
                <a:solidFill>
                  <a:srgbClr val="FEFEFE"/>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br>
              <a:rPr lang="zh-CN" altLang="en-US" dirty="0"/>
            </a:br>
            <a:r>
              <a:rPr lang="zh-CN" altLang="en-US"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theme_minimal</a:t>
            </a:r>
            <a:r>
              <a:rPr lang="en-US" altLang="zh-CN" b="0" i="0" dirty="0">
                <a:solidFill>
                  <a:srgbClr val="FEFEFE"/>
                </a:solidFill>
                <a:effectLst/>
                <a:latin typeface="Consolas" panose="020B0609020204030204" pitchFamily="49" charset="0"/>
              </a:rPr>
              <a:t>()</a:t>
            </a:r>
            <a:endParaRPr lang="zh-CN" altLang="en-US" sz="1800" dirty="0">
              <a:latin typeface="Menlo" panose="020B0609030804020204"/>
              <a:ea typeface="Menlo" panose="020B0609030804020204"/>
              <a:cs typeface="Menlo" panose="020B0609030804020204"/>
            </a:endParaRPr>
          </a:p>
        </p:txBody>
      </p:sp>
      <p:sp>
        <p:nvSpPr>
          <p:cNvPr id="21" name="TextBox 3"/>
          <p:cNvSpPr txBox="1"/>
          <p:nvPr/>
        </p:nvSpPr>
        <p:spPr>
          <a:xfrm>
            <a:off x="533400" y="5867400"/>
            <a:ext cx="5147945" cy="394970"/>
          </a:xfrm>
          <a:prstGeom prst="rect">
            <a:avLst/>
          </a:prstGeom>
          <a:noFill/>
          <a:ln>
            <a:solidFill>
              <a:srgbClr val="000000">
                <a:alpha val="0"/>
              </a:srgbClr>
            </a:solidFill>
          </a:ln>
          <a:extLst>
            <a:ext uri="{909E8E84-426E-40DD-AFC4-6F175D3DCCD1}">
              <a14:hiddenFill xmlns:a14="http://schemas.microsoft.com/office/drawing/2010/main">
                <a:solidFill>
                  <a:srgbClr val="F6C678"/>
                </a:solidFill>
              </a14:hiddenFill>
            </a:ext>
          </a:extLst>
        </p:spPr>
        <p:txBody>
          <a:bodyPr/>
          <a:p>
            <a:pPr marL="0" lvl="0" indent="0" algn="l">
              <a:buNone/>
            </a:pPr>
            <a:r>
              <a:rPr lang="en-US" sz="2600">
                <a:solidFill>
                  <a:srgbClr val="618CAC"/>
                </a:solidFill>
                <a:latin typeface="黑体" panose="02010600030101010101" pitchFamily="49" charset="-122"/>
                <a:ea typeface="黑体" panose="02010600030101010101" pitchFamily="49" charset="-122"/>
                <a:cs typeface="黑体" panose="02010600030101010101" pitchFamily="49" charset="-122"/>
              </a:rPr>
              <a:t>ggplot2</a:t>
            </a:r>
            <a:r>
              <a:rPr lang="zh-CN" altLang="en-US" sz="2600">
                <a:solidFill>
                  <a:srgbClr val="618CAC"/>
                </a:solidFill>
                <a:latin typeface="黑体" panose="02010600030101010101" pitchFamily="49" charset="-122"/>
                <a:ea typeface="黑体" panose="02010600030101010101" pitchFamily="49" charset="-122"/>
                <a:cs typeface="黑体" panose="02010600030101010101" pitchFamily="49" charset="-122"/>
              </a:rPr>
              <a:t>实现</a:t>
            </a:r>
            <a:r>
              <a:rPr lang="zh-CN" altLang="en-US" sz="2600">
                <a:solidFill>
                  <a:srgbClr val="618CAC"/>
                </a:solidFill>
                <a:latin typeface="黑体" panose="02010600030101010101" pitchFamily="49" charset="-122"/>
                <a:ea typeface="黑体" panose="02010600030101010101" pitchFamily="49" charset="-122"/>
                <a:cs typeface="黑体" panose="02010600030101010101" pitchFamily="49" charset="-122"/>
              </a:rPr>
              <a:t>代码</a:t>
            </a:r>
            <a:endParaRPr lang="zh-CN" altLang="en-US" sz="2600">
              <a:solidFill>
                <a:srgbClr val="618CAC"/>
              </a:solidFill>
              <a:latin typeface="黑体" panose="02010600030101010101" pitchFamily="49" charset="-122"/>
              <a:ea typeface="黑体" panose="02010600030101010101" pitchFamily="49" charset="-122"/>
              <a:cs typeface="黑体" panose="02010600030101010101" pitchFamily="49" charset="-122"/>
            </a:endParaRPr>
          </a:p>
        </p:txBody>
      </p:sp>
      <p:sp>
        <p:nvSpPr>
          <p:cNvPr id="6" name="矩形 5"/>
          <p:cNvSpPr/>
          <p:nvPr/>
        </p:nvSpPr>
        <p:spPr>
          <a:xfrm>
            <a:off x="457200" y="1524000"/>
            <a:ext cx="8001000" cy="304800"/>
          </a:xfrm>
          <a:prstGeom prst="rect">
            <a:avLst/>
          </a:prstGeom>
          <a:noFill/>
          <a:ln w="38100">
            <a:solidFill>
              <a:srgbClr val="F0A222">
                <a:alpha val="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533400" y="1676400"/>
            <a:ext cx="7921625" cy="3963670"/>
          </a:xfrm>
          <a:prstGeom prst="rect">
            <a:avLst/>
          </a:prstGeom>
          <a:solidFill>
            <a:schemeClr val="bg2">
              <a:lumMod val="10000"/>
            </a:schemeClr>
          </a:solidFill>
        </p:spPr>
        <p:txBody>
          <a:bodyPr wrap="square">
            <a:noAutofit/>
          </a:bodyPr>
          <a:p>
            <a:pPr marL="107315" eaLnBrk="0">
              <a:lnSpc>
                <a:spcPts val="2215"/>
              </a:lnSpc>
              <a:spcBef>
                <a:spcPts val="0"/>
              </a:spcBef>
            </a:pPr>
            <a:r>
              <a:rPr lang="en-US" altLang="zh-CN" b="0" i="0" dirty="0">
                <a:solidFill>
                  <a:srgbClr val="F8F8F2"/>
                </a:solidFill>
                <a:effectLst/>
                <a:latin typeface="Consolas" panose="020B0609020204030204" pitchFamily="49" charset="0"/>
              </a:rPr>
              <a:t>load</a:t>
            </a:r>
            <a:r>
              <a:rPr lang="en-US" altLang="zh-CN" b="0" i="0" dirty="0">
                <a:solidFill>
                  <a:srgbClr val="FEFEFE"/>
                </a:solidFill>
                <a:effectLst/>
                <a:latin typeface="Consolas" panose="020B0609020204030204" pitchFamily="49" charset="0"/>
              </a:rPr>
              <a:t>(</a:t>
            </a:r>
            <a:r>
              <a:rPr lang="en-US" altLang="zh-CN" b="0" i="0" dirty="0">
                <a:solidFill>
                  <a:srgbClr val="ABE338"/>
                </a:solidFill>
                <a:effectLst/>
                <a:latin typeface="Consolas" panose="020B0609020204030204" pitchFamily="49" charset="0"/>
              </a:rPr>
              <a:t>"C:/Users/86178/Desktop/AAAA/nightingale_data(1).RData"</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periods </a:t>
            </a:r>
            <a:r>
              <a:rPr lang="en-US" altLang="zh-CN" b="0" i="0" dirty="0">
                <a:solidFill>
                  <a:srgbClr val="00E0E0"/>
                </a:solidFill>
                <a:effectLst/>
                <a:latin typeface="Consolas" panose="020B0609020204030204" pitchFamily="49" charset="0"/>
              </a:rPr>
              <a:t>&lt;-</a:t>
            </a:r>
            <a:r>
              <a:rPr lang="en-US" altLang="zh-CN" b="0" i="0" dirty="0">
                <a:solidFill>
                  <a:srgbClr val="F8F8F2"/>
                </a:solidFill>
                <a:effectLst/>
                <a:latin typeface="Consolas" panose="020B0609020204030204" pitchFamily="49" charset="0"/>
              </a:rPr>
              <a:t> unique</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nightingale_stat</a:t>
            </a:r>
            <a:r>
              <a:rPr lang="en-US" altLang="zh-CN" b="0" i="0" dirty="0">
                <a:solidFill>
                  <a:srgbClr val="00E0E0"/>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时期</a:t>
            </a:r>
            <a:r>
              <a:rPr lang="en-US" altLang="zh-CN" b="0" i="0" dirty="0">
                <a:solidFill>
                  <a:srgbClr val="FEFEFE"/>
                </a:solidFill>
                <a:effectLst/>
                <a:latin typeface="Consolas" panose="020B0609020204030204" pitchFamily="49" charset="0"/>
              </a:rPr>
              <a:t>)</a:t>
            </a:r>
            <a:br>
              <a:rPr lang="zh-CN" altLang="en-US" dirty="0"/>
            </a:br>
            <a:r>
              <a:rPr lang="en-US" altLang="zh-CN" b="0" i="0" dirty="0" err="1">
                <a:solidFill>
                  <a:srgbClr val="F8F8F2"/>
                </a:solidFill>
                <a:effectLst/>
                <a:latin typeface="Consolas" panose="020B0609020204030204" pitchFamily="49" charset="0"/>
              </a:rPr>
              <a:t>plot_period</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&lt;-</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function</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data</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title</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death_tab</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&lt;-</a:t>
            </a: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xtabs</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总死亡数</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 </a:t>
            </a:r>
            <a:r>
              <a:rPr lang="en-US" altLang="zh-CN" b="0" i="0" dirty="0">
                <a:solidFill>
                  <a:srgbClr val="F8F8F2"/>
                </a:solidFill>
                <a:effectLst/>
                <a:latin typeface="Consolas" panose="020B0609020204030204" pitchFamily="49" charset="0"/>
              </a:rPr>
              <a:t>Cause</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data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data</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barplot</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death_tab</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          col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ABE338"/>
                </a:solidFill>
                <a:effectLst/>
                <a:latin typeface="Consolas" panose="020B0609020204030204" pitchFamily="49" charset="0"/>
              </a:rPr>
              <a:t>"</a:t>
            </a:r>
            <a:r>
              <a:rPr lang="en-US" altLang="zh-CN" b="0" i="0" dirty="0" err="1">
                <a:solidFill>
                  <a:srgbClr val="ABE338"/>
                </a:solidFill>
                <a:effectLst/>
                <a:latin typeface="Consolas" panose="020B0609020204030204" pitchFamily="49" charset="0"/>
              </a:rPr>
              <a:t>steelblue</a:t>
            </a:r>
            <a:r>
              <a:rPr lang="en-US" altLang="zh-CN" b="0" i="0" dirty="0">
                <a:solidFill>
                  <a:srgbClr val="ABE338"/>
                </a:solidFill>
                <a:effectLst/>
                <a:latin typeface="Consolas" panose="020B0609020204030204" pitchFamily="49" charset="0"/>
              </a:rPr>
              <a:t>"</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ylim</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c</a:t>
            </a:r>
            <a:r>
              <a:rPr lang="en-US" altLang="zh-CN" b="0" i="0" dirty="0">
                <a:solidFill>
                  <a:srgbClr val="FEFEFE"/>
                </a:solidFill>
                <a:effectLst/>
                <a:latin typeface="Consolas" panose="020B0609020204030204" pitchFamily="49" charset="0"/>
              </a:rPr>
              <a:t>(</a:t>
            </a:r>
            <a:r>
              <a:rPr lang="en-US" altLang="zh-CN" b="0" i="0" dirty="0">
                <a:solidFill>
                  <a:srgbClr val="00E0E0"/>
                </a:solidFill>
                <a:effectLst/>
                <a:latin typeface="Consolas" panose="020B0609020204030204" pitchFamily="49" charset="0"/>
              </a:rPr>
              <a:t>0</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max</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death_tab</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1.2</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xlab</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ABE338"/>
                </a:solidFill>
                <a:effectLst/>
                <a:latin typeface="Consolas" panose="020B0609020204030204" pitchFamily="49" charset="0"/>
              </a:rPr>
              <a:t>"</a:t>
            </a:r>
            <a:r>
              <a:rPr lang="zh-CN" altLang="en-US" b="0" i="0" dirty="0">
                <a:solidFill>
                  <a:srgbClr val="ABE338"/>
                </a:solidFill>
                <a:effectLst/>
                <a:latin typeface="Consolas" panose="020B0609020204030204" pitchFamily="49" charset="0"/>
              </a:rPr>
              <a:t>死亡原因</a:t>
            </a:r>
            <a:r>
              <a:rPr lang="en-US" altLang="zh-CN" b="0" i="0" dirty="0">
                <a:solidFill>
                  <a:srgbClr val="ABE338"/>
                </a:solidFill>
                <a:effectLst/>
                <a:latin typeface="Consolas" panose="020B0609020204030204" pitchFamily="49" charset="0"/>
              </a:rPr>
              <a:t>"</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ylab</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ABE338"/>
                </a:solidFill>
                <a:effectLst/>
                <a:latin typeface="Consolas" panose="020B0609020204030204" pitchFamily="49" charset="0"/>
              </a:rPr>
              <a:t>"</a:t>
            </a:r>
            <a:r>
              <a:rPr lang="zh-CN" altLang="en-US" b="0" i="0" dirty="0">
                <a:solidFill>
                  <a:srgbClr val="ABE338"/>
                </a:solidFill>
                <a:effectLst/>
                <a:latin typeface="Consolas" panose="020B0609020204030204" pitchFamily="49" charset="0"/>
              </a:rPr>
              <a:t>死亡人数</a:t>
            </a:r>
            <a:r>
              <a:rPr lang="en-US" altLang="zh-CN" b="0" i="0" dirty="0">
                <a:solidFill>
                  <a:srgbClr val="ABE338"/>
                </a:solidFill>
                <a:effectLst/>
                <a:latin typeface="Consolas" panose="020B0609020204030204" pitchFamily="49" charset="0"/>
              </a:rPr>
              <a:t>"</a:t>
            </a:r>
            <a:r>
              <a:rPr lang="en-US" altLang="zh-CN" b="0" i="0" dirty="0">
                <a:solidFill>
                  <a:srgbClr val="FEFEFE"/>
                </a:solidFill>
                <a:effectLst/>
                <a:latin typeface="Consolas" panose="020B0609020204030204" pitchFamily="49" charset="0"/>
              </a:rPr>
              <a:t>,</a:t>
            </a:r>
            <a:br>
              <a:rPr lang="zh-CN" altLang="en-US" dirty="0"/>
            </a:br>
            <a:r>
              <a:rPr lang="zh-CN" altLang="en-US" b="0" i="0" dirty="0">
                <a:solidFill>
                  <a:srgbClr val="F8F8F2"/>
                </a:solidFill>
                <a:effectLst/>
                <a:latin typeface="Consolas" panose="020B0609020204030204" pitchFamily="49" charset="0"/>
              </a:rPr>
              <a:t>          </a:t>
            </a:r>
            <a:r>
              <a:rPr lang="en-US" altLang="zh-CN" b="0" i="0" dirty="0">
                <a:solidFill>
                  <a:srgbClr val="F8F8F2"/>
                </a:solidFill>
                <a:effectLst/>
                <a:latin typeface="Consolas" panose="020B0609020204030204" pitchFamily="49" charset="0"/>
              </a:rPr>
              <a:t>main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title</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par</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mfrow</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c</a:t>
            </a:r>
            <a:r>
              <a:rPr lang="en-US" altLang="zh-CN" b="0" i="0" dirty="0">
                <a:solidFill>
                  <a:srgbClr val="FEFEFE"/>
                </a:solidFill>
                <a:effectLst/>
                <a:latin typeface="Consolas" panose="020B0609020204030204" pitchFamily="49" charset="0"/>
              </a:rPr>
              <a:t>(</a:t>
            </a:r>
            <a:r>
              <a:rPr lang="en-US" altLang="zh-CN" b="0" i="0" dirty="0">
                <a:solidFill>
                  <a:srgbClr val="00E0E0"/>
                </a:solidFill>
                <a:effectLst/>
                <a:latin typeface="Consolas" panose="020B0609020204030204" pitchFamily="49" charset="0"/>
              </a:rPr>
              <a:t>1</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length</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periods</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00E0E0"/>
                </a:solidFill>
                <a:effectLst/>
                <a:latin typeface="Consolas" panose="020B0609020204030204" pitchFamily="49" charset="0"/>
              </a:rPr>
              <a:t>for</a:t>
            </a:r>
            <a:r>
              <a:rPr lang="en-US" altLang="zh-CN" b="0" i="0" dirty="0">
                <a:solidFill>
                  <a:srgbClr val="F8F8F2"/>
                </a:solidFill>
                <a:effectLst/>
                <a:latin typeface="Consolas" panose="020B0609020204030204" pitchFamily="49" charset="0"/>
              </a:rPr>
              <a:t> </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p </a:t>
            </a:r>
            <a:r>
              <a:rPr lang="en-US" altLang="zh-CN" b="0" i="0" dirty="0">
                <a:solidFill>
                  <a:srgbClr val="00E0E0"/>
                </a:solidFill>
                <a:effectLst/>
                <a:latin typeface="Consolas" panose="020B0609020204030204" pitchFamily="49" charset="0"/>
              </a:rPr>
              <a:t>in</a:t>
            </a:r>
            <a:r>
              <a:rPr lang="en-US" altLang="zh-CN" b="0" i="0" dirty="0">
                <a:solidFill>
                  <a:srgbClr val="F8F8F2"/>
                </a:solidFill>
                <a:effectLst/>
                <a:latin typeface="Consolas" panose="020B0609020204030204" pitchFamily="49" charset="0"/>
              </a:rPr>
              <a:t> periods</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subdata</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&lt;-</a:t>
            </a:r>
            <a:r>
              <a:rPr lang="en-US" altLang="zh-CN" b="0" i="0" dirty="0">
                <a:solidFill>
                  <a:srgbClr val="F8F8F2"/>
                </a:solidFill>
                <a:effectLst/>
                <a:latin typeface="Consolas" panose="020B0609020204030204" pitchFamily="49" charset="0"/>
              </a:rPr>
              <a:t> subset</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nightingale_stat</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a:t>
            </a:r>
            <a:r>
              <a:rPr lang="zh-CN" altLang="en-US" b="0" i="0" dirty="0">
                <a:solidFill>
                  <a:srgbClr val="F8F8F2"/>
                </a:solidFill>
                <a:effectLst/>
                <a:latin typeface="Consolas" panose="020B0609020204030204" pitchFamily="49" charset="0"/>
              </a:rPr>
              <a:t>时期 </a:t>
            </a:r>
            <a:r>
              <a:rPr lang="en-US" altLang="zh-CN" b="0" i="0" dirty="0">
                <a:solidFill>
                  <a:srgbClr val="00E0E0"/>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 </a:t>
            </a:r>
            <a:r>
              <a:rPr lang="en-US" altLang="zh-CN" b="0" i="0" dirty="0">
                <a:solidFill>
                  <a:srgbClr val="F8F8F2"/>
                </a:solidFill>
                <a:effectLst/>
                <a:latin typeface="Consolas" panose="020B0609020204030204" pitchFamily="49" charset="0"/>
              </a:rPr>
              <a:t>p</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  </a:t>
            </a:r>
            <a:r>
              <a:rPr lang="en-US" altLang="zh-CN" b="0" i="0" dirty="0" err="1">
                <a:solidFill>
                  <a:srgbClr val="F8F8F2"/>
                </a:solidFill>
                <a:effectLst/>
                <a:latin typeface="Consolas" panose="020B0609020204030204" pitchFamily="49" charset="0"/>
              </a:rPr>
              <a:t>plot_period</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subdata</a:t>
            </a:r>
            <a:r>
              <a:rPr lang="en-US" altLang="zh-CN" b="0" i="0" dirty="0">
                <a:solidFill>
                  <a:srgbClr val="FEFEFE"/>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paste</a:t>
            </a:r>
            <a:r>
              <a:rPr lang="en-US" altLang="zh-CN" b="0" i="0" dirty="0">
                <a:solidFill>
                  <a:srgbClr val="FEFEFE"/>
                </a:solidFill>
                <a:effectLst/>
                <a:latin typeface="Consolas" panose="020B0609020204030204" pitchFamily="49" charset="0"/>
              </a:rPr>
              <a:t>(</a:t>
            </a:r>
            <a:r>
              <a:rPr lang="en-US" altLang="zh-CN" b="0" i="0" dirty="0">
                <a:solidFill>
                  <a:srgbClr val="ABE338"/>
                </a:solidFill>
                <a:effectLst/>
                <a:latin typeface="Consolas" panose="020B0609020204030204" pitchFamily="49" charset="0"/>
              </a:rPr>
              <a:t>"</a:t>
            </a:r>
            <a:r>
              <a:rPr lang="zh-CN" altLang="en-US" b="0" i="0" dirty="0">
                <a:solidFill>
                  <a:srgbClr val="ABE338"/>
                </a:solidFill>
                <a:effectLst/>
                <a:latin typeface="Consolas" panose="020B0609020204030204" pitchFamily="49" charset="0"/>
              </a:rPr>
              <a:t>时期</a:t>
            </a:r>
            <a:r>
              <a:rPr lang="en-US" altLang="zh-CN" b="0" i="0" dirty="0">
                <a:solidFill>
                  <a:srgbClr val="ABE338"/>
                </a:solidFill>
                <a:effectLst/>
                <a:latin typeface="Consolas" panose="020B0609020204030204" pitchFamily="49" charset="0"/>
              </a:rPr>
              <a:t>:"</a:t>
            </a:r>
            <a:r>
              <a:rPr lang="en-US" altLang="zh-CN" b="0" i="0" dirty="0">
                <a:solidFill>
                  <a:srgbClr val="FEFEFE"/>
                </a:solidFill>
                <a:effectLst/>
                <a:latin typeface="Consolas" panose="020B0609020204030204" pitchFamily="49" charset="0"/>
              </a:rPr>
              <a:t>,</a:t>
            </a:r>
            <a:r>
              <a:rPr lang="zh-CN" altLang="en-US" b="0" i="0" dirty="0">
                <a:solidFill>
                  <a:srgbClr val="F8F8F2"/>
                </a:solidFill>
                <a:effectLst/>
                <a:latin typeface="Consolas" panose="020B0609020204030204" pitchFamily="49" charset="0"/>
              </a:rPr>
              <a:t> </a:t>
            </a:r>
            <a:r>
              <a:rPr lang="en-US" altLang="zh-CN" b="0" i="0" dirty="0">
                <a:solidFill>
                  <a:srgbClr val="F8F8F2"/>
                </a:solidFill>
                <a:effectLst/>
                <a:latin typeface="Consolas" panose="020B0609020204030204" pitchFamily="49" charset="0"/>
              </a:rPr>
              <a:t>p</a:t>
            </a:r>
            <a:r>
              <a:rPr lang="en-US" altLang="zh-CN" b="0" i="0" dirty="0">
                <a:solidFill>
                  <a:srgbClr val="FEFEFE"/>
                </a:solidFill>
                <a:effectLst/>
                <a:latin typeface="Consolas" panose="020B0609020204030204" pitchFamily="49" charset="0"/>
              </a:rPr>
              <a:t>))}</a:t>
            </a:r>
            <a:br>
              <a:rPr lang="en-US" altLang="zh-CN" dirty="0"/>
            </a:br>
            <a:r>
              <a:rPr lang="en-US" altLang="zh-CN" b="0" i="0" dirty="0">
                <a:solidFill>
                  <a:srgbClr val="F8F8F2"/>
                </a:solidFill>
                <a:effectLst/>
                <a:latin typeface="Consolas" panose="020B0609020204030204" pitchFamily="49" charset="0"/>
              </a:rPr>
              <a:t>par</a:t>
            </a:r>
            <a:r>
              <a:rPr lang="en-US" altLang="zh-CN" b="0" i="0" dirty="0">
                <a:solidFill>
                  <a:srgbClr val="FEFEFE"/>
                </a:solidFill>
                <a:effectLst/>
                <a:latin typeface="Consolas" panose="020B0609020204030204" pitchFamily="49" charset="0"/>
              </a:rPr>
              <a:t>(</a:t>
            </a:r>
            <a:r>
              <a:rPr lang="en-US" altLang="zh-CN" b="0" i="0" dirty="0" err="1">
                <a:solidFill>
                  <a:srgbClr val="F8F8F2"/>
                </a:solidFill>
                <a:effectLst/>
                <a:latin typeface="Consolas" panose="020B0609020204030204" pitchFamily="49" charset="0"/>
              </a:rPr>
              <a:t>mfrow</a:t>
            </a:r>
            <a:r>
              <a:rPr lang="en-US" altLang="zh-CN" b="0" i="0" dirty="0">
                <a:solidFill>
                  <a:srgbClr val="F8F8F2"/>
                </a:solidFill>
                <a:effectLst/>
                <a:latin typeface="Consolas" panose="020B0609020204030204" pitchFamily="49" charset="0"/>
              </a:rPr>
              <a:t> </a:t>
            </a:r>
            <a:r>
              <a:rPr lang="en-US" altLang="zh-CN" b="0" i="0" dirty="0">
                <a:solidFill>
                  <a:srgbClr val="00E0E0"/>
                </a:solidFill>
                <a:effectLst/>
                <a:latin typeface="Consolas" panose="020B0609020204030204" pitchFamily="49" charset="0"/>
              </a:rPr>
              <a:t>=</a:t>
            </a:r>
            <a:r>
              <a:rPr lang="en-US" altLang="zh-CN" b="0" i="0" dirty="0">
                <a:solidFill>
                  <a:srgbClr val="F8F8F2"/>
                </a:solidFill>
                <a:effectLst/>
                <a:latin typeface="Consolas" panose="020B0609020204030204" pitchFamily="49" charset="0"/>
              </a:rPr>
              <a:t> c</a:t>
            </a:r>
            <a:r>
              <a:rPr lang="en-US" altLang="zh-CN" b="0" i="0" dirty="0">
                <a:solidFill>
                  <a:srgbClr val="FEFEFE"/>
                </a:solidFill>
                <a:effectLst/>
                <a:latin typeface="Consolas" panose="020B0609020204030204" pitchFamily="49" charset="0"/>
              </a:rPr>
              <a:t>(</a:t>
            </a:r>
            <a:r>
              <a:rPr lang="en-US" altLang="zh-CN" b="0" i="0" dirty="0">
                <a:solidFill>
                  <a:srgbClr val="00E0E0"/>
                </a:solidFill>
                <a:effectLst/>
                <a:latin typeface="Consolas" panose="020B0609020204030204" pitchFamily="49" charset="0"/>
              </a:rPr>
              <a:t>1</a:t>
            </a:r>
            <a:r>
              <a:rPr lang="en-US" altLang="zh-CN" b="0" i="0" dirty="0">
                <a:solidFill>
                  <a:srgbClr val="FEFEFE"/>
                </a:solidFill>
                <a:effectLst/>
                <a:latin typeface="Consolas" panose="020B0609020204030204" pitchFamily="49" charset="0"/>
              </a:rPr>
              <a:t>,</a:t>
            </a:r>
            <a:r>
              <a:rPr lang="en-US" altLang="zh-CN" b="0" i="0" dirty="0">
                <a:solidFill>
                  <a:srgbClr val="00E0E0"/>
                </a:solidFill>
                <a:effectLst/>
                <a:latin typeface="Consolas" panose="020B0609020204030204" pitchFamily="49" charset="0"/>
              </a:rPr>
              <a:t>1</a:t>
            </a:r>
            <a:r>
              <a:rPr lang="en-US" altLang="zh-CN" b="0" i="0" dirty="0">
                <a:solidFill>
                  <a:srgbClr val="FEFEFE"/>
                </a:solidFill>
                <a:effectLst/>
                <a:latin typeface="Consolas" panose="020B0609020204030204" pitchFamily="49" charset="0"/>
              </a:rPr>
              <a:t>))</a:t>
            </a:r>
            <a:endParaRPr lang="zh-CN" altLang="en-US" sz="1800" dirty="0">
              <a:latin typeface="Menlo" panose="020B0609030804020204"/>
              <a:ea typeface="Menlo" panose="020B0609030804020204"/>
              <a:cs typeface="Menlo" panose="020B0609030804020204"/>
            </a:endParaRPr>
          </a:p>
        </p:txBody>
      </p:sp>
      <p:sp>
        <p:nvSpPr>
          <p:cNvPr id="20" name="Text 3"/>
          <p:cNvSpPr/>
          <p:nvPr/>
        </p:nvSpPr>
        <p:spPr>
          <a:xfrm>
            <a:off x="533400" y="4191000"/>
            <a:ext cx="7927340" cy="1481455"/>
          </a:xfrm>
          <a:prstGeom prst="rect">
            <a:avLst/>
          </a:prstGeom>
          <a:solidFill>
            <a:srgbClr val="191818"/>
          </a:solidFill>
        </p:spPr>
        <p:txBody>
          <a:bodyPr wrap="none" lIns="0" tIns="0" rIns="0" bIns="0" rtlCol="0" anchor="t"/>
          <a:p>
            <a:pPr marL="0" indent="0" algn="ctr">
              <a:lnSpc>
                <a:spcPct val="150000"/>
              </a:lnSpc>
              <a:buNone/>
            </a:pPr>
            <a:r>
              <a:rPr lang="en-US" sz="28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让我们从</a:t>
            </a:r>
            <a:r>
              <a:rPr lang="en-US" altLang="zh-CN" sz="28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sym typeface="+mn-ea"/>
              </a:rPr>
              <a:t>nightingale_data</a:t>
            </a:r>
            <a:r>
              <a:rPr lang="en-US" sz="28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数据集开始</a:t>
            </a:r>
            <a:endParaRPr lang="en-US" sz="28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lnSpc>
                <a:spcPct val="150000"/>
              </a:lnSpc>
              <a:buNone/>
            </a:pPr>
            <a:r>
              <a:rPr lang="zh-CN" altLang="en-US" sz="28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感受</a:t>
            </a:r>
            <a:r>
              <a:rPr lang="en-US" altLang="zh-CN" sz="28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ggplot2</a:t>
            </a:r>
            <a:r>
              <a:rPr lang="zh-CN" altLang="en-US" sz="28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的作图魅力</a:t>
            </a:r>
            <a:r>
              <a:rPr lang="en-US" altLang="zh-CN" sz="28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TextBox 3"/>
          <p:cNvSpPr txBox="1"/>
          <p:nvPr/>
        </p:nvSpPr>
        <p:spPr>
          <a:xfrm>
            <a:off x="457200" y="1219200"/>
            <a:ext cx="5147945" cy="394970"/>
          </a:xfrm>
          <a:prstGeom prst="rect">
            <a:avLst/>
          </a:prstGeom>
          <a:noFill/>
          <a:ln>
            <a:solidFill>
              <a:srgbClr val="000000">
                <a:alpha val="0"/>
              </a:srgbClr>
            </a:solidFill>
          </a:ln>
          <a:extLst>
            <a:ext uri="{909E8E84-426E-40DD-AFC4-6F175D3DCCD1}">
              <a14:hiddenFill xmlns:a14="http://schemas.microsoft.com/office/drawing/2010/main">
                <a:solidFill>
                  <a:srgbClr val="F6C678"/>
                </a:solidFill>
              </a14:hiddenFill>
            </a:ext>
          </a:extLst>
        </p:spPr>
        <p:txBody>
          <a:bodyPr/>
          <a:p>
            <a:pPr marL="0" lvl="0" indent="0" algn="l">
              <a:buNone/>
            </a:pPr>
            <a:r>
              <a:rPr lang="en-US" sz="2600">
                <a:solidFill>
                  <a:srgbClr val="618CAC"/>
                </a:solidFill>
                <a:latin typeface="黑体" panose="02010600030101010101" pitchFamily="49" charset="-122"/>
                <a:ea typeface="黑体" panose="02010600030101010101" pitchFamily="49" charset="-122"/>
                <a:cs typeface="黑体" panose="02010600030101010101" pitchFamily="49" charset="-122"/>
              </a:rPr>
              <a:t>graphics</a:t>
            </a:r>
            <a:r>
              <a:rPr lang="zh-CN" altLang="en-US" sz="2600">
                <a:solidFill>
                  <a:srgbClr val="618CAC"/>
                </a:solidFill>
                <a:latin typeface="黑体" panose="02010600030101010101" pitchFamily="49" charset="-122"/>
                <a:ea typeface="黑体" panose="02010600030101010101" pitchFamily="49" charset="-122"/>
                <a:cs typeface="黑体" panose="02010600030101010101" pitchFamily="49" charset="-122"/>
              </a:rPr>
              <a:t>实现</a:t>
            </a:r>
            <a:r>
              <a:rPr lang="zh-CN" altLang="en-US" sz="2600">
                <a:solidFill>
                  <a:srgbClr val="618CAC"/>
                </a:solidFill>
                <a:latin typeface="黑体" panose="02010600030101010101" pitchFamily="49" charset="-122"/>
                <a:ea typeface="黑体" panose="02010600030101010101" pitchFamily="49" charset="-122"/>
                <a:cs typeface="黑体" panose="02010600030101010101" pitchFamily="49" charset="-122"/>
              </a:rPr>
              <a:t>代码</a:t>
            </a:r>
            <a:endParaRPr lang="zh-CN" altLang="en-US" sz="2600">
              <a:solidFill>
                <a:srgbClr val="618CAC"/>
              </a:solidFill>
              <a:latin typeface="黑体" panose="02010600030101010101" pitchFamily="49" charset="-122"/>
              <a:ea typeface="黑体" panose="02010600030101010101" pitchFamily="49" charset="-122"/>
              <a:cs typeface="黑体" panose="02010600030101010101" pitchFamily="49" charset="-122"/>
            </a:endParaRPr>
          </a:p>
        </p:txBody>
      </p:sp>
      <p:sp>
        <p:nvSpPr>
          <p:cNvPr id="25" name="标题 24"/>
          <p:cNvSpPr/>
          <p:nvPr>
            <p:ph type="title"/>
          </p:nvPr>
        </p:nvSpPr>
        <p:spPr/>
        <p:txBody>
          <a:bodyPr/>
          <a:p>
            <a:endParaRPr lang="zh-CN" altLang="en-US"/>
          </a:p>
        </p:txBody>
      </p:sp>
      <p:sp>
        <p:nvSpPr>
          <p:cNvPr id="26" name="标题 13"/>
          <p:cNvSpPr>
            <a:spLocks noGrp="1"/>
          </p:cNvSpPr>
          <p:nvPr/>
        </p:nvSpPr>
        <p:spPr>
          <a:xfrm>
            <a:off x="990283" y="229235"/>
            <a:ext cx="12952412" cy="647700"/>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3200" kern="1200">
                <a:solidFill>
                  <a:srgbClr val="595959"/>
                </a:solidFill>
                <a:latin typeface="+mj-ea"/>
                <a:ea typeface="+mj-ea"/>
                <a:cs typeface="+mj-cs"/>
              </a:defRPr>
            </a:lvl1pPr>
          </a:lstStyle>
          <a:p>
            <a:r>
              <a:rPr lang="en-US" altLang="zh-CN" sz="2800"/>
              <a:t>ggplot2</a:t>
            </a:r>
            <a:r>
              <a:rPr lang="zh-CN" altLang="en-US" sz="2800"/>
              <a:t>绘图系统</a:t>
            </a:r>
            <a:r>
              <a:rPr lang="en-US" altLang="zh-CN" sz="2800"/>
              <a:t> VS graphics</a:t>
            </a:r>
            <a:r>
              <a:rPr lang="zh-CN" altLang="en-US" sz="2800"/>
              <a:t>绘图系统</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mph" presetSubtype="0" fill="hold" grpId="2" nodeType="afterEffect">
                                  <p:stCondLst>
                                    <p:cond delay="0"/>
                                  </p:stCondLst>
                                  <p:childTnLst>
                                    <p:animClr clrSpc="hsl" dir="cw">
                                      <p:cBhvr override="childStyle">
                                        <p:cTn id="11" dur="500" fill="hold"/>
                                        <p:tgtEl>
                                          <p:spTgt spid="20"/>
                                        </p:tgtEl>
                                        <p:attrNameLst>
                                          <p:attrName>style.color</p:attrName>
                                        </p:attrNameLst>
                                      </p:cBhvr>
                                      <p:by>
                                        <p:hsl h="-7200000" s="0" l="0"/>
                                      </p:by>
                                    </p:animClr>
                                    <p:animClr clrSpc="hsl" dir="cw">
                                      <p:cBhvr>
                                        <p:cTn id="12" dur="500" fill="hold"/>
                                        <p:tgtEl>
                                          <p:spTgt spid="20"/>
                                        </p:tgtEl>
                                        <p:attrNameLst>
                                          <p:attrName>fillcolor</p:attrName>
                                        </p:attrNameLst>
                                      </p:cBhvr>
                                      <p:by>
                                        <p:hsl h="-7200000" s="0" l="0"/>
                                      </p:by>
                                    </p:animClr>
                                    <p:animClr clrSpc="hsl" dir="cw">
                                      <p:cBhvr>
                                        <p:cTn id="13" dur="500" fill="hold"/>
                                        <p:tgtEl>
                                          <p:spTgt spid="20"/>
                                        </p:tgtEl>
                                        <p:attrNameLst>
                                          <p:attrName>stroke.color</p:attrName>
                                        </p:attrNameLst>
                                      </p:cBhvr>
                                      <p:by>
                                        <p:hsl h="-7200000" s="0" l="0"/>
                                      </p:by>
                                    </p:animClr>
                                    <p:set>
                                      <p:cBhvr>
                                        <p:cTn id="14" dur="500" fill="hold"/>
                                        <p:tgtEl>
                                          <p:spTgt spid="2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P spid="3" grpId="1" animBg="1"/>
      <p:bldP spid="4" grpId="1" animBg="1"/>
      <p:bldP spid="5" grpId="1" animBg="1"/>
      <p:bldP spid="20" grpId="0" animBg="1"/>
      <p:bldP spid="20" grpId="1" animBg="1"/>
      <p:bldP spid="20"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02970" y="1219200"/>
            <a:ext cx="5147945" cy="942975"/>
          </a:xfrm>
          <a:prstGeom prst="rect">
            <a:avLst/>
          </a:prstGeom>
          <a:noFill/>
          <a:ln>
            <a:solidFill>
              <a:srgbClr val="000000">
                <a:alpha val="0"/>
              </a:srgbClr>
            </a:solidFill>
          </a:ln>
          <a:extLst>
            <a:ext uri="{909E8E84-426E-40DD-AFC4-6F175D3DCCD1}">
              <a14:hiddenFill xmlns:a14="http://schemas.microsoft.com/office/drawing/2010/main">
                <a:solidFill>
                  <a:srgbClr val="F6C678"/>
                </a:solidFill>
              </a14:hiddenFill>
            </a:ext>
          </a:extLst>
        </p:spPr>
        <p:txBody>
          <a:bodyPr/>
          <a:lstStyle/>
          <a:p>
            <a:pPr marL="0" lvl="0" indent="0" algn="ctr">
              <a:buNone/>
            </a:pP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克里米亚战争英军士兵死亡数据 (1854-1856)</a:t>
            </a:r>
            <a:endParaRPr sz="2600">
              <a:solidFill>
                <a:srgbClr val="618CAC"/>
              </a:solidFill>
              <a:latin typeface="黑体" panose="02010600030101010101" pitchFamily="49" charset="-122"/>
              <a:ea typeface="黑体" panose="02010600030101010101" pitchFamily="49" charset="-122"/>
              <a:cs typeface="黑体" panose="02010600030101010101" pitchFamily="49" charset="-122"/>
            </a:endParaRPr>
          </a:p>
        </p:txBody>
      </p:sp>
      <p:sp>
        <p:nvSpPr>
          <p:cNvPr id="5" name="文本框 4"/>
          <p:cNvSpPr txBox="1"/>
          <p:nvPr/>
        </p:nvSpPr>
        <p:spPr>
          <a:xfrm>
            <a:off x="6629400" y="1905000"/>
            <a:ext cx="7315200" cy="829945"/>
          </a:xfrm>
          <a:prstGeom prst="rect">
            <a:avLst/>
          </a:prstGeom>
          <a:noFill/>
        </p:spPr>
        <p:txBody>
          <a:bodyPr wrap="square" rtlCol="0" anchor="t">
            <a:spAutoFit/>
          </a:bodyPr>
          <a:lstStyle/>
          <a:p>
            <a:pPr marL="0" lvl="0" indent="0">
              <a:buNone/>
            </a:pPr>
            <a:r>
              <a:rPr lang="zh-CN" altLang="en-US" sz="2400" dirty="0">
                <a:sym typeface="+mn-ea"/>
              </a:rPr>
              <a:t>请同学们加载</a:t>
            </a:r>
            <a:r>
              <a:rPr lang="en-US" altLang="zh-CN" sz="2400" dirty="0" err="1">
                <a:sym typeface="+mn-ea"/>
              </a:rPr>
              <a:t>nightingale_data</a:t>
            </a:r>
            <a:r>
              <a:rPr lang="zh-CN" altLang="en-US" sz="2400" dirty="0">
                <a:sym typeface="+mn-ea"/>
              </a:rPr>
              <a:t>数据集</a:t>
            </a:r>
            <a:r>
              <a:rPr lang="en-US" altLang="zh-CN" sz="2400" dirty="0">
                <a:sym typeface="+mn-ea"/>
              </a:rPr>
              <a:t>，</a:t>
            </a:r>
            <a:r>
              <a:rPr lang="zh-CN" altLang="en-US" sz="2400" dirty="0">
                <a:sym typeface="+mn-ea"/>
              </a:rPr>
              <a:t>并思考以下问题</a:t>
            </a:r>
            <a:r>
              <a:rPr lang="en-US" altLang="zh-CN" sz="2400" dirty="0">
                <a:sym typeface="+mn-ea"/>
              </a:rPr>
              <a:t>：</a:t>
            </a:r>
            <a:endParaRPr lang="en-US" altLang="zh-CN" sz="2400" dirty="0">
              <a:sym typeface="+mn-ea"/>
            </a:endParaRPr>
          </a:p>
        </p:txBody>
      </p:sp>
      <p:graphicFrame>
        <p:nvGraphicFramePr>
          <p:cNvPr id="7" name="Content Placeholder 5"/>
          <p:cNvGraphicFramePr>
            <a:graphicFrameLocks noGrp="1"/>
          </p:cNvGraphicFramePr>
          <p:nvPr>
            <p:custDataLst>
              <p:tags r:id="rId1"/>
            </p:custDataLst>
          </p:nvPr>
        </p:nvGraphicFramePr>
        <p:xfrm>
          <a:off x="914400" y="2278380"/>
          <a:ext cx="5102860" cy="5125720"/>
        </p:xfrm>
        <a:graphic>
          <a:graphicData uri="http://schemas.openxmlformats.org/drawingml/2006/table">
            <a:tbl>
              <a:tblPr firstRow="1" bandRow="1">
                <a:tableStyleId>{5C22544A-7EE6-4342-B048-85BDC9FD1C3A}</a:tableStyleId>
              </a:tblPr>
              <a:tblGrid>
                <a:gridCol w="1233805"/>
                <a:gridCol w="807085"/>
                <a:gridCol w="1021080"/>
                <a:gridCol w="1020445"/>
                <a:gridCol w="1020445"/>
              </a:tblGrid>
              <a:tr h="311150">
                <a:tc>
                  <a:txBody>
                    <a:bodyPr/>
                    <a:lstStyle/>
                    <a:p>
                      <a:pPr marL="0" lvl="0" indent="0" algn="l">
                        <a:buNone/>
                      </a:pPr>
                      <a:r>
                        <a:rPr sz="1400"/>
                        <a:t>Date</a:t>
                      </a:r>
                      <a:endParaRPr sz="1400"/>
                    </a:p>
                  </a:txBody>
                  <a:tcPr/>
                </a:tc>
                <a:tc>
                  <a:txBody>
                    <a:bodyPr/>
                    <a:lstStyle/>
                    <a:p>
                      <a:pPr marL="0" lvl="0" indent="0" algn="l">
                        <a:buNone/>
                      </a:pPr>
                      <a:r>
                        <a:rPr sz="1400"/>
                        <a:t>Month</a:t>
                      </a:r>
                      <a:endParaRPr sz="1400"/>
                    </a:p>
                  </a:txBody>
                  <a:tcPr/>
                </a:tc>
                <a:tc>
                  <a:txBody>
                    <a:bodyPr/>
                    <a:lstStyle/>
                    <a:p>
                      <a:pPr marL="0" lvl="0" indent="0" algn="l">
                        <a:buNone/>
                      </a:pPr>
                      <a:r>
                        <a:rPr sz="1400"/>
                        <a:t>Year</a:t>
                      </a:r>
                      <a:endParaRPr sz="1400"/>
                    </a:p>
                  </a:txBody>
                  <a:tcPr/>
                </a:tc>
                <a:tc>
                  <a:txBody>
                    <a:bodyPr/>
                    <a:lstStyle/>
                    <a:p>
                      <a:pPr marL="0" lvl="0" indent="0" algn="l">
                        <a:buNone/>
                      </a:pPr>
                      <a:r>
                        <a:rPr sz="1400"/>
                        <a:t>Cause</a:t>
                      </a:r>
                      <a:endParaRPr sz="1400"/>
                    </a:p>
                  </a:txBody>
                  <a:tcPr/>
                </a:tc>
                <a:tc>
                  <a:txBody>
                    <a:bodyPr/>
                    <a:lstStyle/>
                    <a:p>
                      <a:pPr marL="0" lvl="0" indent="0" algn="l">
                        <a:buNone/>
                      </a:pPr>
                      <a:r>
                        <a:rPr sz="1400"/>
                        <a:t>Deaths</a:t>
                      </a:r>
                      <a:endParaRPr sz="1400"/>
                    </a:p>
                  </a:txBody>
                  <a:tcPr/>
                </a:tc>
              </a:tr>
              <a:tr h="370205">
                <a:tc>
                  <a:txBody>
                    <a:bodyPr/>
                    <a:lstStyle/>
                    <a:p>
                      <a:pPr marL="0" lvl="0" indent="0" algn="l">
                        <a:buNone/>
                      </a:pPr>
                      <a:r>
                        <a:rPr sz="1400"/>
                        <a:t>1854-04-01</a:t>
                      </a:r>
                      <a:endParaRPr sz="1400"/>
                    </a:p>
                  </a:txBody>
                  <a:tcPr/>
                </a:tc>
                <a:tc>
                  <a:txBody>
                    <a:bodyPr/>
                    <a:lstStyle/>
                    <a:p>
                      <a:pPr marL="0" lvl="0" indent="0" algn="l">
                        <a:buNone/>
                      </a:pPr>
                      <a:r>
                        <a:rPr sz="1400" dirty="0"/>
                        <a:t>Apr</a:t>
                      </a:r>
                      <a:endParaRPr sz="1400" dirty="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1</a:t>
                      </a:r>
                      <a:endParaRPr sz="1400"/>
                    </a:p>
                  </a:txBody>
                  <a:tcPr/>
                </a:tc>
              </a:tr>
              <a:tr h="370205">
                <a:tc>
                  <a:txBody>
                    <a:bodyPr/>
                    <a:lstStyle/>
                    <a:p>
                      <a:pPr marL="0" lvl="0" indent="0" algn="l">
                        <a:buNone/>
                      </a:pPr>
                      <a:r>
                        <a:rPr sz="1400"/>
                        <a:t>1854-04-01</a:t>
                      </a:r>
                      <a:endParaRPr sz="1400"/>
                    </a:p>
                  </a:txBody>
                  <a:tcPr/>
                </a:tc>
                <a:tc>
                  <a:txBody>
                    <a:bodyPr/>
                    <a:lstStyle/>
                    <a:p>
                      <a:pPr marL="0" lvl="0" indent="0" algn="l">
                        <a:buNone/>
                      </a:pPr>
                      <a:r>
                        <a:rPr sz="1400"/>
                        <a:t>Apr</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840">
                <a:tc>
                  <a:txBody>
                    <a:bodyPr/>
                    <a:lstStyle/>
                    <a:p>
                      <a:pPr marL="0" lvl="0" indent="0" algn="l">
                        <a:buNone/>
                      </a:pPr>
                      <a:r>
                        <a:rPr sz="1400"/>
                        <a:t>1854-04-01</a:t>
                      </a:r>
                      <a:endParaRPr sz="1400"/>
                    </a:p>
                  </a:txBody>
                  <a:tcPr/>
                </a:tc>
                <a:tc>
                  <a:txBody>
                    <a:bodyPr/>
                    <a:lstStyle/>
                    <a:p>
                      <a:pPr marL="0" lvl="0" indent="0" algn="l">
                        <a:buNone/>
                      </a:pPr>
                      <a:r>
                        <a:rPr sz="1400"/>
                        <a:t>Apr</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a:t>5</a:t>
                      </a:r>
                      <a:endParaRPr sz="1400"/>
                    </a:p>
                  </a:txBody>
                  <a:tcPr/>
                </a:tc>
              </a:tr>
              <a:tr h="370205">
                <a:tc>
                  <a:txBody>
                    <a:bodyPr/>
                    <a:lstStyle/>
                    <a:p>
                      <a:pPr marL="0" lvl="0" indent="0" algn="l">
                        <a:buNone/>
                      </a:pPr>
                      <a:r>
                        <a:rPr sz="1400"/>
                        <a:t>1854-05-01</a:t>
                      </a:r>
                      <a:endParaRPr sz="1400"/>
                    </a:p>
                  </a:txBody>
                  <a:tcPr/>
                </a:tc>
                <a:tc>
                  <a:txBody>
                    <a:bodyPr/>
                    <a:lstStyle/>
                    <a:p>
                      <a:pPr marL="0" lvl="0" indent="0" algn="l">
                        <a:buNone/>
                      </a:pPr>
                      <a:r>
                        <a:rPr sz="1400"/>
                        <a:t>May</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12</a:t>
                      </a:r>
                      <a:endParaRPr sz="1400"/>
                    </a:p>
                  </a:txBody>
                  <a:tcPr/>
                </a:tc>
              </a:tr>
              <a:tr h="370205">
                <a:tc>
                  <a:txBody>
                    <a:bodyPr/>
                    <a:lstStyle/>
                    <a:p>
                      <a:pPr marL="0" lvl="0" indent="0" algn="l">
                        <a:buNone/>
                      </a:pPr>
                      <a:r>
                        <a:rPr sz="1400"/>
                        <a:t>1854-05-01</a:t>
                      </a:r>
                      <a:endParaRPr sz="1400"/>
                    </a:p>
                  </a:txBody>
                  <a:tcPr/>
                </a:tc>
                <a:tc>
                  <a:txBody>
                    <a:bodyPr/>
                    <a:lstStyle/>
                    <a:p>
                      <a:pPr marL="0" lvl="0" indent="0" algn="l">
                        <a:buNone/>
                      </a:pPr>
                      <a:r>
                        <a:rPr sz="1400"/>
                        <a:t>May</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840">
                <a:tc>
                  <a:txBody>
                    <a:bodyPr/>
                    <a:lstStyle/>
                    <a:p>
                      <a:pPr marL="0" lvl="0" indent="0" algn="l">
                        <a:buNone/>
                      </a:pPr>
                      <a:r>
                        <a:rPr sz="1400"/>
                        <a:t>1854-05-01</a:t>
                      </a:r>
                      <a:endParaRPr sz="1400"/>
                    </a:p>
                  </a:txBody>
                  <a:tcPr/>
                </a:tc>
                <a:tc>
                  <a:txBody>
                    <a:bodyPr/>
                    <a:lstStyle/>
                    <a:p>
                      <a:pPr marL="0" lvl="0" indent="0" algn="l">
                        <a:buNone/>
                      </a:pPr>
                      <a:r>
                        <a:rPr sz="1400"/>
                        <a:t>May</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a:t>9</a:t>
                      </a:r>
                      <a:endParaRPr sz="1400"/>
                    </a:p>
                  </a:txBody>
                  <a:tcPr/>
                </a:tc>
              </a:tr>
              <a:tr h="370205">
                <a:tc>
                  <a:txBody>
                    <a:bodyPr/>
                    <a:lstStyle/>
                    <a:p>
                      <a:pPr marL="0" lvl="0" indent="0" algn="l">
                        <a:buNone/>
                      </a:pPr>
                      <a:r>
                        <a:rPr sz="1400"/>
                        <a:t>1854-06-01</a:t>
                      </a:r>
                      <a:endParaRPr sz="1400"/>
                    </a:p>
                  </a:txBody>
                  <a:tcPr/>
                </a:tc>
                <a:tc>
                  <a:txBody>
                    <a:bodyPr/>
                    <a:lstStyle/>
                    <a:p>
                      <a:pPr marL="0" lvl="0" indent="0" algn="l">
                        <a:buNone/>
                      </a:pPr>
                      <a:r>
                        <a:rPr sz="1400"/>
                        <a:t>Jun</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11</a:t>
                      </a:r>
                      <a:endParaRPr sz="1400"/>
                    </a:p>
                  </a:txBody>
                  <a:tcPr/>
                </a:tc>
              </a:tr>
              <a:tr h="370205">
                <a:tc>
                  <a:txBody>
                    <a:bodyPr/>
                    <a:lstStyle/>
                    <a:p>
                      <a:pPr marL="0" lvl="0" indent="0" algn="l">
                        <a:buNone/>
                      </a:pPr>
                      <a:r>
                        <a:rPr sz="1400"/>
                        <a:t>1854-06-01</a:t>
                      </a:r>
                      <a:endParaRPr sz="1400"/>
                    </a:p>
                  </a:txBody>
                  <a:tcPr/>
                </a:tc>
                <a:tc>
                  <a:txBody>
                    <a:bodyPr/>
                    <a:lstStyle/>
                    <a:p>
                      <a:pPr marL="0" lvl="0" indent="0" algn="l">
                        <a:buNone/>
                      </a:pPr>
                      <a:r>
                        <a:rPr sz="1400"/>
                        <a:t>Jun</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840">
                <a:tc>
                  <a:txBody>
                    <a:bodyPr/>
                    <a:lstStyle/>
                    <a:p>
                      <a:pPr marL="0" lvl="0" indent="0" algn="l">
                        <a:buNone/>
                      </a:pPr>
                      <a:r>
                        <a:rPr sz="1400"/>
                        <a:t>1854-06-01</a:t>
                      </a:r>
                      <a:endParaRPr sz="1400"/>
                    </a:p>
                  </a:txBody>
                  <a:tcPr/>
                </a:tc>
                <a:tc>
                  <a:txBody>
                    <a:bodyPr/>
                    <a:lstStyle/>
                    <a:p>
                      <a:pPr marL="0" lvl="0" indent="0" algn="l">
                        <a:buNone/>
                      </a:pPr>
                      <a:r>
                        <a:rPr sz="1400"/>
                        <a:t>Jun</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a:t>6</a:t>
                      </a:r>
                      <a:endParaRPr sz="1400"/>
                    </a:p>
                  </a:txBody>
                  <a:tcPr/>
                </a:tc>
              </a:tr>
              <a:tr h="370205">
                <a:tc>
                  <a:txBody>
                    <a:bodyPr/>
                    <a:lstStyle/>
                    <a:p>
                      <a:pPr marL="0" lvl="0" indent="0" algn="l">
                        <a:buNone/>
                      </a:pPr>
                      <a:r>
                        <a:rPr sz="1400"/>
                        <a:t>1854-07-01</a:t>
                      </a:r>
                      <a:endParaRPr sz="1400"/>
                    </a:p>
                  </a:txBody>
                  <a:tcPr/>
                </a:tc>
                <a:tc>
                  <a:txBody>
                    <a:bodyPr/>
                    <a:lstStyle/>
                    <a:p>
                      <a:pPr marL="0" lvl="0" indent="0" algn="l">
                        <a:buNone/>
                      </a:pPr>
                      <a:r>
                        <a:rPr sz="1400"/>
                        <a:t>Jul</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359</a:t>
                      </a:r>
                      <a:endParaRPr sz="1400"/>
                    </a:p>
                  </a:txBody>
                  <a:tcPr/>
                </a:tc>
              </a:tr>
              <a:tr h="370205">
                <a:tc>
                  <a:txBody>
                    <a:bodyPr/>
                    <a:lstStyle/>
                    <a:p>
                      <a:pPr marL="0" lvl="0" indent="0" algn="l">
                        <a:buNone/>
                      </a:pPr>
                      <a:r>
                        <a:rPr sz="1400"/>
                        <a:t>1854-07-01</a:t>
                      </a:r>
                      <a:endParaRPr sz="1400"/>
                    </a:p>
                  </a:txBody>
                  <a:tcPr/>
                </a:tc>
                <a:tc>
                  <a:txBody>
                    <a:bodyPr/>
                    <a:lstStyle/>
                    <a:p>
                      <a:pPr marL="0" lvl="0" indent="0" algn="l">
                        <a:buNone/>
                      </a:pPr>
                      <a:r>
                        <a:rPr sz="1400"/>
                        <a:t>Jul</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205">
                <a:tc>
                  <a:txBody>
                    <a:bodyPr/>
                    <a:lstStyle/>
                    <a:p>
                      <a:pPr marL="0" lvl="0" indent="0" algn="l">
                        <a:buNone/>
                      </a:pPr>
                      <a:r>
                        <a:rPr lang="en-US" altLang="zh-CN" sz="1400"/>
                        <a:t>......</a:t>
                      </a:r>
                      <a:endParaRPr lang="en-US" altLang="zh-CN" sz="1400"/>
                    </a:p>
                  </a:txBody>
                  <a:tcPr/>
                </a:tc>
                <a:tc>
                  <a:txBody>
                    <a:bodyPr/>
                    <a:lstStyle/>
                    <a:p>
                      <a:pPr marL="0" lvl="0" indent="0" algn="l">
                        <a:buNone/>
                      </a:pPr>
                      <a:r>
                        <a:rPr lang="en-US" altLang="zh-CN" sz="1400">
                          <a:sym typeface="+mn-ea"/>
                        </a:rPr>
                        <a:t>......</a:t>
                      </a:r>
                      <a:endParaRPr lang="en-US" altLang="zh-CN" sz="1400">
                        <a:sym typeface="+mn-ea"/>
                      </a:endParaRPr>
                    </a:p>
                  </a:txBody>
                  <a:tcPr/>
                </a:tc>
                <a:tc>
                  <a:txBody>
                    <a:bodyPr/>
                    <a:lstStyle/>
                    <a:p>
                      <a:pPr marL="0" lvl="0" indent="0" algn="l">
                        <a:buNone/>
                      </a:pPr>
                      <a:r>
                        <a:rPr lang="en-US" altLang="zh-CN" sz="1400">
                          <a:sym typeface="+mn-ea"/>
                        </a:rPr>
                        <a:t>......</a:t>
                      </a:r>
                      <a:endParaRPr lang="en-US" altLang="zh-CN" sz="1400">
                        <a:sym typeface="+mn-ea"/>
                      </a:endParaRPr>
                    </a:p>
                  </a:txBody>
                  <a:tcPr/>
                </a:tc>
                <a:tc>
                  <a:txBody>
                    <a:bodyPr/>
                    <a:lstStyle/>
                    <a:p>
                      <a:pPr marL="0" lvl="0" indent="0" algn="l">
                        <a:buNone/>
                      </a:pPr>
                      <a:r>
                        <a:rPr lang="en-US" altLang="zh-CN" sz="1400">
                          <a:sym typeface="+mn-ea"/>
                        </a:rPr>
                        <a:t>......</a:t>
                      </a:r>
                      <a:endParaRPr lang="en-US" altLang="zh-CN" sz="1400">
                        <a:sym typeface="+mn-ea"/>
                      </a:endParaRPr>
                    </a:p>
                  </a:txBody>
                  <a:tcPr/>
                </a:tc>
                <a:tc>
                  <a:txBody>
                    <a:bodyPr/>
                    <a:lstStyle/>
                    <a:p>
                      <a:pPr marL="0" lvl="0" indent="0" algn="l">
                        <a:buNone/>
                      </a:pPr>
                      <a:r>
                        <a:rPr lang="en-US" altLang="zh-CN" sz="1400">
                          <a:sym typeface="+mn-ea"/>
                        </a:rPr>
                        <a:t>......</a:t>
                      </a:r>
                      <a:endParaRPr lang="en-US" altLang="zh-CN" sz="1400">
                        <a:sym typeface="+mn-ea"/>
                      </a:endParaRPr>
                    </a:p>
                  </a:txBody>
                  <a:tcPr/>
                </a:tc>
              </a:tr>
              <a:tr h="370205">
                <a:tc>
                  <a:txBody>
                    <a:bodyPr/>
                    <a:lstStyle/>
                    <a:p>
                      <a:pPr marL="0" lvl="0" indent="0" algn="l">
                        <a:buNone/>
                      </a:pPr>
                      <a:r>
                        <a:rPr sz="1400"/>
                        <a:t>1854-07-01</a:t>
                      </a:r>
                      <a:endParaRPr sz="1400"/>
                    </a:p>
                  </a:txBody>
                  <a:tcPr/>
                </a:tc>
                <a:tc>
                  <a:txBody>
                    <a:bodyPr/>
                    <a:lstStyle/>
                    <a:p>
                      <a:pPr marL="0" lvl="0" indent="0" algn="l">
                        <a:buNone/>
                      </a:pPr>
                      <a:r>
                        <a:rPr sz="1400"/>
                        <a:t>Jul</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dirty="0"/>
                        <a:t>23</a:t>
                      </a:r>
                      <a:endParaRPr sz="1400" dirty="0"/>
                    </a:p>
                  </a:txBody>
                  <a:tcPr/>
                </a:tc>
              </a:tr>
            </a:tbl>
          </a:graphicData>
        </a:graphic>
      </p:graphicFrame>
      <p:sp>
        <p:nvSpPr>
          <p:cNvPr id="8" name="文本框 7"/>
          <p:cNvSpPr txBox="1"/>
          <p:nvPr/>
        </p:nvSpPr>
        <p:spPr>
          <a:xfrm>
            <a:off x="6629400" y="4114800"/>
            <a:ext cx="7315200" cy="460375"/>
          </a:xfrm>
          <a:prstGeom prst="rect">
            <a:avLst/>
          </a:prstGeom>
          <a:noFill/>
        </p:spPr>
        <p:txBody>
          <a:bodyPr wrap="square" rtlCol="0" anchor="t">
            <a:spAutoFit/>
          </a:bodyPr>
          <a:lstStyle/>
          <a:p>
            <a:pPr marL="0" lvl="0" indent="0">
              <a:buNone/>
            </a:pPr>
            <a:r>
              <a:rPr lang="zh-CN" altLang="en-US" sz="2400" dirty="0">
                <a:solidFill>
                  <a:srgbClr val="618CAC"/>
                </a:solidFill>
                <a:sym typeface="+mn-ea"/>
              </a:rPr>
              <a:t>从表格数据中</a:t>
            </a:r>
            <a:r>
              <a:rPr lang="en-US" altLang="zh-CN" sz="2400" dirty="0">
                <a:solidFill>
                  <a:srgbClr val="618CAC"/>
                </a:solidFill>
                <a:sym typeface="+mn-ea"/>
              </a:rPr>
              <a:t>，</a:t>
            </a:r>
            <a:r>
              <a:rPr lang="zh-CN" altLang="en-US" sz="2400" dirty="0">
                <a:solidFill>
                  <a:srgbClr val="618CAC"/>
                </a:solidFill>
                <a:sym typeface="+mn-ea"/>
              </a:rPr>
              <a:t>你能直观感受到传染病的致命威胁吗</a:t>
            </a:r>
            <a:r>
              <a:rPr lang="en-US" altLang="zh-CN" sz="2400" dirty="0">
                <a:solidFill>
                  <a:srgbClr val="618CAC"/>
                </a:solidFill>
                <a:sym typeface="+mn-ea"/>
              </a:rPr>
              <a:t>？</a:t>
            </a:r>
            <a:endParaRPr lang="en-US" altLang="zh-CN" sz="2400" dirty="0">
              <a:solidFill>
                <a:srgbClr val="618CAC"/>
              </a:solidFill>
              <a:sym typeface="+mn-ea"/>
            </a:endParaRPr>
          </a:p>
        </p:txBody>
      </p:sp>
      <p:sp>
        <p:nvSpPr>
          <p:cNvPr id="9" name="文本框 8"/>
          <p:cNvSpPr txBox="1"/>
          <p:nvPr/>
        </p:nvSpPr>
        <p:spPr>
          <a:xfrm>
            <a:off x="6629400" y="4804410"/>
            <a:ext cx="7315200" cy="829945"/>
          </a:xfrm>
          <a:prstGeom prst="rect">
            <a:avLst/>
          </a:prstGeom>
          <a:noFill/>
        </p:spPr>
        <p:txBody>
          <a:bodyPr wrap="square" rtlCol="0" anchor="t">
            <a:spAutoFit/>
          </a:bodyPr>
          <a:lstStyle/>
          <a:p>
            <a:pPr marL="0" lvl="0" indent="0">
              <a:buNone/>
            </a:pPr>
            <a:r>
              <a:rPr lang="zh-CN" altLang="en-US" sz="2400" dirty="0">
                <a:solidFill>
                  <a:srgbClr val="618CAC"/>
                </a:solidFill>
                <a:sym typeface="+mn-ea"/>
              </a:rPr>
              <a:t>如果你是南丁格尔</a:t>
            </a:r>
            <a:r>
              <a:rPr lang="en-US" altLang="zh-CN" sz="2400" dirty="0">
                <a:solidFill>
                  <a:srgbClr val="618CAC"/>
                </a:solidFill>
                <a:sym typeface="+mn-ea"/>
              </a:rPr>
              <a:t>，</a:t>
            </a:r>
            <a:r>
              <a:rPr lang="zh-CN" altLang="en-US" sz="2400" dirty="0">
                <a:solidFill>
                  <a:srgbClr val="618CAC"/>
                </a:solidFill>
                <a:sym typeface="+mn-ea"/>
              </a:rPr>
              <a:t>你会采取什么样的方式展现传染病的致命危害</a:t>
            </a:r>
            <a:r>
              <a:rPr lang="en-US" altLang="zh-CN" sz="2400" dirty="0">
                <a:solidFill>
                  <a:srgbClr val="618CAC"/>
                </a:solidFill>
                <a:sym typeface="+mn-ea"/>
              </a:rPr>
              <a:t>？</a:t>
            </a:r>
            <a:endParaRPr lang="en-US" altLang="zh-CN" sz="2400" dirty="0">
              <a:solidFill>
                <a:srgbClr val="618CAC"/>
              </a:solidFill>
              <a:sym typeface="+mn-ea"/>
            </a:endParaRPr>
          </a:p>
        </p:txBody>
      </p:sp>
      <p:sp>
        <p:nvSpPr>
          <p:cNvPr id="13" name="文本框 12"/>
          <p:cNvSpPr txBox="1"/>
          <p:nvPr/>
        </p:nvSpPr>
        <p:spPr>
          <a:xfrm>
            <a:off x="6629400" y="6553200"/>
            <a:ext cx="7241540" cy="460375"/>
          </a:xfrm>
          <a:prstGeom prst="rect">
            <a:avLst/>
          </a:prstGeom>
          <a:noFill/>
        </p:spPr>
        <p:txBody>
          <a:bodyPr wrap="square" rtlCol="0">
            <a:spAutoFit/>
          </a:bodyPr>
          <a:lstStyle/>
          <a:p>
            <a:r>
              <a:rPr lang="zh-CN" altLang="en-US" sz="2400" dirty="0">
                <a:solidFill>
                  <a:srgbClr val="618CAC"/>
                </a:solidFill>
              </a:rPr>
              <a:t>数据结构如何查看</a:t>
            </a:r>
            <a:r>
              <a:rPr lang="en-US" altLang="zh-CN" sz="2400" dirty="0">
                <a:solidFill>
                  <a:srgbClr val="618CAC"/>
                </a:solidFill>
              </a:rPr>
              <a:t>？</a:t>
            </a:r>
            <a:endParaRPr lang="en-US" altLang="zh-CN" sz="2400" dirty="0">
              <a:solidFill>
                <a:srgbClr val="618CAC"/>
              </a:solidFill>
            </a:endParaRPr>
          </a:p>
        </p:txBody>
      </p:sp>
      <p:sp>
        <p:nvSpPr>
          <p:cNvPr id="17" name="文本框 16"/>
          <p:cNvSpPr txBox="1"/>
          <p:nvPr/>
        </p:nvSpPr>
        <p:spPr>
          <a:xfrm>
            <a:off x="6629400" y="5863590"/>
            <a:ext cx="7241540" cy="460375"/>
          </a:xfrm>
          <a:prstGeom prst="rect">
            <a:avLst/>
          </a:prstGeom>
          <a:noFill/>
        </p:spPr>
        <p:txBody>
          <a:bodyPr wrap="square" rtlCol="0">
            <a:spAutoFit/>
          </a:bodyPr>
          <a:lstStyle/>
          <a:p>
            <a:r>
              <a:rPr lang="zh-CN" altLang="en-US" sz="2400">
                <a:solidFill>
                  <a:srgbClr val="618CAC"/>
                </a:solidFill>
              </a:rPr>
              <a:t>该数据集的变量分别有哪些</a:t>
            </a:r>
            <a:r>
              <a:rPr lang="en-US" altLang="zh-CN" sz="2400">
                <a:solidFill>
                  <a:srgbClr val="618CAC"/>
                </a:solidFill>
              </a:rPr>
              <a:t>？</a:t>
            </a:r>
            <a:endParaRPr lang="en-US" altLang="zh-CN" sz="2400">
              <a:solidFill>
                <a:srgbClr val="618CAC"/>
              </a:solidFill>
            </a:endParaRPr>
          </a:p>
        </p:txBody>
      </p:sp>
      <p:pic>
        <p:nvPicPr>
          <p:cNvPr id="20" name="Picture 1" descr="01-ggplot2-7_files/figure-pptx/unnamed-chunk-5-1.png"/>
          <p:cNvPicPr>
            <a:picLocks noGrp="1" noChangeAspect="1"/>
          </p:cNvPicPr>
          <p:nvPr/>
        </p:nvPicPr>
        <p:blipFill>
          <a:blip r:embed="rId2"/>
          <a:stretch>
            <a:fillRect/>
          </a:stretch>
        </p:blipFill>
        <p:spPr bwMode="auto">
          <a:xfrm>
            <a:off x="-7086600" y="16230600"/>
            <a:ext cx="4005681" cy="3207298"/>
          </a:xfrm>
          <a:prstGeom prst="rect">
            <a:avLst/>
          </a:prstGeom>
          <a:noFill/>
          <a:ln w="9525">
            <a:solidFill>
              <a:schemeClr val="accent1"/>
            </a:solidFill>
          </a:ln>
        </p:spPr>
      </p:pic>
      <p:sp>
        <p:nvSpPr>
          <p:cNvPr id="18" name="文本框 17"/>
          <p:cNvSpPr txBox="1"/>
          <p:nvPr/>
        </p:nvSpPr>
        <p:spPr>
          <a:xfrm>
            <a:off x="6629400" y="1219200"/>
            <a:ext cx="3602355" cy="491490"/>
          </a:xfrm>
          <a:prstGeom prst="rect">
            <a:avLst/>
          </a:prstGeom>
          <a:noFill/>
        </p:spPr>
        <p:txBody>
          <a:bodyPr wrap="square" rtlCol="0">
            <a:spAutoFit/>
          </a:bodyPr>
          <a:lstStyle/>
          <a:p>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数据</a:t>
            </a:r>
            <a:r>
              <a:rPr lang="zh-CN" sz="2600">
                <a:solidFill>
                  <a:srgbClr val="618CAC"/>
                </a:solidFill>
                <a:latin typeface="黑体" panose="02010600030101010101" pitchFamily="49" charset="-122"/>
                <a:ea typeface="黑体" panose="02010600030101010101" pitchFamily="49" charset="-122"/>
                <a:cs typeface="黑体" panose="02010600030101010101" pitchFamily="49" charset="-122"/>
              </a:rPr>
              <a:t>探究</a:t>
            </a: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a:t>
            </a:r>
            <a:endParaRPr sz="2600">
              <a:solidFill>
                <a:srgbClr val="618CAC"/>
              </a:solidFill>
              <a:latin typeface="黑体" panose="02010600030101010101" pitchFamily="49" charset="-122"/>
              <a:ea typeface="黑体" panose="02010600030101010101" pitchFamily="49" charset="-122"/>
              <a:cs typeface="黑体" panose="02010600030101010101" pitchFamily="49" charset="-122"/>
            </a:endParaRPr>
          </a:p>
        </p:txBody>
      </p:sp>
      <p:graphicFrame>
        <p:nvGraphicFramePr>
          <p:cNvPr id="32" name="table 78"/>
          <p:cNvGraphicFramePr>
            <a:graphicFrameLocks noGrp="1"/>
          </p:cNvGraphicFramePr>
          <p:nvPr/>
        </p:nvGraphicFramePr>
        <p:xfrm>
          <a:off x="6705600" y="3200400"/>
          <a:ext cx="7167880" cy="663575"/>
        </p:xfrm>
        <a:graphic>
          <a:graphicData uri="http://schemas.openxmlformats.org/drawingml/2006/table">
            <a:tbl>
              <a:tblPr/>
              <a:tblGrid>
                <a:gridCol w="7167880"/>
              </a:tblGrid>
              <a:tr h="663575">
                <a:tc>
                  <a:txBody>
                    <a:bodyPr/>
                    <a:lstStyle/>
                    <a:p>
                      <a:pPr algn="l" rtl="0" eaLnBrk="0">
                        <a:lnSpc>
                          <a:spcPct val="102000"/>
                        </a:lnSpc>
                      </a:pPr>
                      <a:endParaRPr sz="300" dirty="0">
                        <a:latin typeface="Arial" panose="020B0604020202090204"/>
                        <a:ea typeface="Arial" panose="020B0604020202090204"/>
                        <a:cs typeface="Arial" panose="020B0604020202090204"/>
                      </a:endParaRPr>
                    </a:p>
                    <a:p>
                      <a:pPr marL="359410" indent="-252095" algn="l" rtl="0" eaLnBrk="0">
                        <a:lnSpc>
                          <a:spcPct val="114000"/>
                        </a:lnSpc>
                      </a:pPr>
                      <a:r>
                        <a:rPr sz="1600" kern="0" dirty="0">
                          <a:solidFill>
                            <a:srgbClr val="B3B1AD">
                              <a:alpha val="100000"/>
                            </a:srgbClr>
                          </a:solidFill>
                          <a:latin typeface="Menlo" panose="020B0609030804020204"/>
                          <a:ea typeface="Menlo" panose="020B0609030804020204"/>
                          <a:cs typeface="Menlo" panose="020B0609030804020204"/>
                        </a:rPr>
                        <a:t># </a:t>
                      </a:r>
                      <a:r>
                        <a:rPr lang="zh-CN" sz="1700" i="1" kern="0" spc="-10" dirty="0">
                          <a:solidFill>
                            <a:srgbClr val="626A73">
                              <a:alpha val="100000"/>
                            </a:srgbClr>
                          </a:solidFill>
                          <a:latin typeface="PingFang SC" panose="020B0400000000000000" charset="-122"/>
                          <a:ea typeface="PingFang SC" panose="020B0400000000000000" charset="-122"/>
                          <a:cs typeface="PingFang SC" panose="020B0400000000000000" charset="-122"/>
                        </a:rPr>
                        <a:t>加载数据</a:t>
                      </a:r>
                      <a:endParaRPr lang="zh-CN" sz="1700" i="1" kern="0" spc="-10" dirty="0">
                        <a:solidFill>
                          <a:srgbClr val="626A73">
                            <a:alpha val="100000"/>
                          </a:srgbClr>
                        </a:solidFill>
                        <a:latin typeface="PingFang SC" panose="020B0400000000000000" charset="-122"/>
                        <a:ea typeface="PingFang SC" panose="020B0400000000000000" charset="-122"/>
                        <a:cs typeface="PingFang SC" panose="020B0400000000000000" charset="-122"/>
                      </a:endParaRPr>
                    </a:p>
                    <a:p>
                      <a:pPr marL="359410" indent="-252095" algn="l" rtl="0" eaLnBrk="0">
                        <a:lnSpc>
                          <a:spcPct val="114000"/>
                        </a:lnSpc>
                      </a:pPr>
                      <a:r>
                        <a:rPr sz="1600" kern="0" dirty="0">
                          <a:solidFill>
                            <a:srgbClr val="FFB454">
                              <a:alpha val="100000"/>
                            </a:srgbClr>
                          </a:solidFill>
                          <a:latin typeface="Menlo" panose="020B0609030804020204"/>
                          <a:ea typeface="Menlo" panose="020B0609030804020204"/>
                          <a:cs typeface="Menlo" panose="020B0609030804020204"/>
                        </a:rPr>
                        <a:t>load</a:t>
                      </a:r>
                      <a:r>
                        <a:rPr sz="1600" kern="0" dirty="0">
                          <a:solidFill>
                            <a:srgbClr val="B3B1AD">
                              <a:alpha val="100000"/>
                            </a:srgbClr>
                          </a:solidFill>
                          <a:latin typeface="Menlo" panose="020B0609030804020204"/>
                          <a:ea typeface="Menlo" panose="020B0609030804020204"/>
                          <a:cs typeface="Menlo" panose="020B0609030804020204"/>
                        </a:rPr>
                        <a:t>("../Input/nightingale_data.RData")</a:t>
                      </a:r>
                      <a:endParaRPr sz="1600" kern="0" dirty="0">
                        <a:solidFill>
                          <a:srgbClr val="B3B1AD">
                            <a:alpha val="100000"/>
                          </a:srgbClr>
                        </a:solidFill>
                        <a:latin typeface="Menlo" panose="020B0609030804020204"/>
                        <a:ea typeface="Menlo" panose="020B0609030804020204"/>
                        <a:cs typeface="Menlo" panose="020B0609030804020204"/>
                      </a:endParaRPr>
                    </a:p>
                  </a:txBody>
                  <a:tcPr marL="0" marR="0" marT="0" marB="0">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0A0E14"/>
                    </a:solidFill>
                  </a:tcPr>
                </a:tc>
              </a:tr>
            </a:tbl>
          </a:graphicData>
        </a:graphic>
      </p:graphicFrame>
      <p:sp>
        <p:nvSpPr>
          <p:cNvPr id="10" name="标题 9"/>
          <p:cNvSpPr>
            <a:spLocks noGrp="1"/>
          </p:cNvSpPr>
          <p:nvPr>
            <p:ph type="title"/>
          </p:nvPr>
        </p:nvSpPr>
        <p:spPr/>
        <p:txBody>
          <a:bodyPr/>
          <a:lstStyle/>
          <a:p>
            <a:r>
              <a:rPr lang="en-US" altLang="zh-CN"/>
              <a:t>01</a:t>
            </a:r>
            <a:r>
              <a:rPr lang="en-US" altLang="zh-CN">
                <a:solidFill>
                  <a:srgbClr val="595959"/>
                </a:solidFill>
              </a:rPr>
              <a:t> </a:t>
            </a:r>
            <a:r>
              <a:rPr lang="zh-CN" altLang="en-US">
                <a:solidFill>
                  <a:srgbClr val="595959"/>
                </a:solidFill>
              </a:rPr>
              <a:t>准备</a:t>
            </a:r>
            <a:r>
              <a:rPr lang="zh-CN" altLang="en-US">
                <a:solidFill>
                  <a:srgbClr val="595959"/>
                </a:solidFill>
              </a:rPr>
              <a:t>数据</a:t>
            </a:r>
            <a:endParaRPr lang="zh-CN" altLang="en-US">
              <a:solidFill>
                <a:srgbClr val="59595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3"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0105" y="260350"/>
            <a:ext cx="2429510" cy="647700"/>
          </a:xfrm>
          <a:noFill/>
          <a:extLst>
            <a:ext uri="{909E8E84-426E-40DD-AFC4-6F175D3DCCD1}">
              <a14:hiddenFill xmlns:a14="http://schemas.microsoft.com/office/drawing/2010/main">
                <a:solidFill>
                  <a:srgbClr val="F6C678"/>
                </a:solidFill>
              </a14:hiddenFill>
            </a:ext>
          </a:extLst>
        </p:spPr>
        <p:txBody>
          <a:bodyPr>
            <a:normAutofit/>
          </a:bodyPr>
          <a:lstStyle/>
          <a:p>
            <a:pPr algn="l">
              <a:buClrTx/>
              <a:buSzTx/>
              <a:buFontTx/>
            </a:pPr>
            <a:r>
              <a:rPr lang="en-US" altLang="zh-CN"/>
              <a:t>01 </a:t>
            </a:r>
            <a:r>
              <a:rPr lang="zh-CN" altLang="en-US"/>
              <a:t>准备</a:t>
            </a:r>
            <a:r>
              <a:rPr lang="zh-CN" altLang="en-US"/>
              <a:t>数据</a:t>
            </a:r>
            <a:endParaRPr lang="zh-CN" altLang="en-US"/>
          </a:p>
        </p:txBody>
      </p:sp>
      <p:sp>
        <p:nvSpPr>
          <p:cNvPr id="4" name="TextBox 3"/>
          <p:cNvSpPr txBox="1"/>
          <p:nvPr/>
        </p:nvSpPr>
        <p:spPr>
          <a:xfrm>
            <a:off x="902970" y="1219200"/>
            <a:ext cx="5147945" cy="942975"/>
          </a:xfrm>
          <a:prstGeom prst="rect">
            <a:avLst/>
          </a:prstGeom>
          <a:noFill/>
          <a:ln>
            <a:solidFill>
              <a:srgbClr val="000000">
                <a:alpha val="0"/>
              </a:srgbClr>
            </a:solidFill>
          </a:ln>
          <a:extLst>
            <a:ext uri="{909E8E84-426E-40DD-AFC4-6F175D3DCCD1}">
              <a14:hiddenFill xmlns:a14="http://schemas.microsoft.com/office/drawing/2010/main">
                <a:solidFill>
                  <a:srgbClr val="CFC6A7">
                    <a:alpha val="80000"/>
                  </a:srgbClr>
                </a:solidFill>
              </a14:hiddenFill>
            </a:ext>
          </a:extLst>
        </p:spPr>
        <p:txBody>
          <a:bodyPr/>
          <a:lstStyle/>
          <a:p>
            <a:pPr marL="0" lvl="0" indent="0" algn="ctr">
              <a:buNone/>
            </a:pP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克里米亚战争英军</a:t>
            </a:r>
            <a:r>
              <a:rPr lang="zh-CN" sz="2600">
                <a:solidFill>
                  <a:srgbClr val="618CAC"/>
                </a:solidFill>
                <a:latin typeface="黑体" panose="02010600030101010101" pitchFamily="49" charset="-122"/>
                <a:ea typeface="黑体" panose="02010600030101010101" pitchFamily="49" charset="-122"/>
                <a:cs typeface="黑体" panose="02010600030101010101" pitchFamily="49" charset="-122"/>
              </a:rPr>
              <a:t>士兵</a:t>
            </a: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死亡数据 (</a:t>
            </a:r>
            <a:r>
              <a:rPr lang="zh-CN" sz="2600">
                <a:solidFill>
                  <a:srgbClr val="618CAC"/>
                </a:solidFill>
                <a:latin typeface="黑体" panose="02010600030101010101" pitchFamily="49" charset="-122"/>
                <a:ea typeface="黑体" panose="02010600030101010101" pitchFamily="49" charset="-122"/>
                <a:cs typeface="黑体" panose="02010600030101010101" pitchFamily="49" charset="-122"/>
              </a:rPr>
              <a:t>原始数据</a:t>
            </a: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a:t>
            </a:r>
            <a:endParaRPr lang="en-US" sz="2600">
              <a:solidFill>
                <a:srgbClr val="618CAC"/>
              </a:solidFill>
              <a:latin typeface="黑体" panose="02010600030101010101" pitchFamily="49" charset="-122"/>
              <a:ea typeface="黑体" panose="02010600030101010101" pitchFamily="49" charset="-122"/>
              <a:cs typeface="黑体" panose="02010600030101010101" pitchFamily="49" charset="-122"/>
            </a:endParaRPr>
          </a:p>
        </p:txBody>
      </p:sp>
      <p:graphicFrame>
        <p:nvGraphicFramePr>
          <p:cNvPr id="7" name="Content Placeholder 5"/>
          <p:cNvGraphicFramePr>
            <a:graphicFrameLocks noGrp="1"/>
          </p:cNvGraphicFramePr>
          <p:nvPr>
            <p:custDataLst>
              <p:tags r:id="rId1"/>
            </p:custDataLst>
          </p:nvPr>
        </p:nvGraphicFramePr>
        <p:xfrm>
          <a:off x="914400" y="2278380"/>
          <a:ext cx="5102860" cy="5125720"/>
        </p:xfrm>
        <a:graphic>
          <a:graphicData uri="http://schemas.openxmlformats.org/drawingml/2006/table">
            <a:tbl>
              <a:tblPr firstRow="1" bandRow="1">
                <a:tableStyleId>{5C22544A-7EE6-4342-B048-85BDC9FD1C3A}</a:tableStyleId>
              </a:tblPr>
              <a:tblGrid>
                <a:gridCol w="1233805"/>
                <a:gridCol w="807085"/>
                <a:gridCol w="1021080"/>
                <a:gridCol w="1020445"/>
                <a:gridCol w="1020445"/>
              </a:tblGrid>
              <a:tr h="311150">
                <a:tc>
                  <a:txBody>
                    <a:bodyPr/>
                    <a:lstStyle/>
                    <a:p>
                      <a:pPr marL="0" lvl="0" indent="0" algn="l">
                        <a:buNone/>
                      </a:pPr>
                      <a:r>
                        <a:rPr sz="1400"/>
                        <a:t>Date</a:t>
                      </a:r>
                      <a:endParaRPr sz="1400"/>
                    </a:p>
                  </a:txBody>
                  <a:tcPr/>
                </a:tc>
                <a:tc>
                  <a:txBody>
                    <a:bodyPr/>
                    <a:lstStyle/>
                    <a:p>
                      <a:pPr marL="0" lvl="0" indent="0" algn="l">
                        <a:buNone/>
                      </a:pPr>
                      <a:r>
                        <a:rPr sz="1400"/>
                        <a:t>Month</a:t>
                      </a:r>
                      <a:endParaRPr sz="1400"/>
                    </a:p>
                  </a:txBody>
                  <a:tcPr/>
                </a:tc>
                <a:tc>
                  <a:txBody>
                    <a:bodyPr/>
                    <a:lstStyle/>
                    <a:p>
                      <a:pPr marL="0" lvl="0" indent="0" algn="l">
                        <a:buNone/>
                      </a:pPr>
                      <a:r>
                        <a:rPr sz="1400"/>
                        <a:t>Year</a:t>
                      </a:r>
                      <a:endParaRPr sz="1400"/>
                    </a:p>
                  </a:txBody>
                  <a:tcPr/>
                </a:tc>
                <a:tc>
                  <a:txBody>
                    <a:bodyPr/>
                    <a:lstStyle/>
                    <a:p>
                      <a:pPr marL="0" lvl="0" indent="0" algn="l">
                        <a:buNone/>
                      </a:pPr>
                      <a:r>
                        <a:rPr sz="1400"/>
                        <a:t>Cause</a:t>
                      </a:r>
                      <a:endParaRPr sz="1400"/>
                    </a:p>
                  </a:txBody>
                  <a:tcPr/>
                </a:tc>
                <a:tc>
                  <a:txBody>
                    <a:bodyPr/>
                    <a:lstStyle/>
                    <a:p>
                      <a:pPr marL="0" lvl="0" indent="0" algn="l">
                        <a:buNone/>
                      </a:pPr>
                      <a:r>
                        <a:rPr sz="1400"/>
                        <a:t>Deaths</a:t>
                      </a:r>
                      <a:endParaRPr sz="1400"/>
                    </a:p>
                  </a:txBody>
                  <a:tcPr/>
                </a:tc>
              </a:tr>
              <a:tr h="370205">
                <a:tc>
                  <a:txBody>
                    <a:bodyPr/>
                    <a:lstStyle/>
                    <a:p>
                      <a:pPr marL="0" lvl="0" indent="0" algn="l">
                        <a:buNone/>
                      </a:pPr>
                      <a:r>
                        <a:rPr sz="1400"/>
                        <a:t>1854-04-01</a:t>
                      </a:r>
                      <a:endParaRPr sz="1400"/>
                    </a:p>
                  </a:txBody>
                  <a:tcPr/>
                </a:tc>
                <a:tc>
                  <a:txBody>
                    <a:bodyPr/>
                    <a:lstStyle/>
                    <a:p>
                      <a:pPr marL="0" lvl="0" indent="0" algn="l">
                        <a:buNone/>
                      </a:pPr>
                      <a:r>
                        <a:rPr sz="1400" dirty="0"/>
                        <a:t>Apr</a:t>
                      </a:r>
                      <a:endParaRPr sz="1400" dirty="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1</a:t>
                      </a:r>
                      <a:endParaRPr sz="1400"/>
                    </a:p>
                  </a:txBody>
                  <a:tcPr/>
                </a:tc>
              </a:tr>
              <a:tr h="370205">
                <a:tc>
                  <a:txBody>
                    <a:bodyPr/>
                    <a:lstStyle/>
                    <a:p>
                      <a:pPr marL="0" lvl="0" indent="0" algn="l">
                        <a:buNone/>
                      </a:pPr>
                      <a:r>
                        <a:rPr sz="1400"/>
                        <a:t>1854-04-01</a:t>
                      </a:r>
                      <a:endParaRPr sz="1400"/>
                    </a:p>
                  </a:txBody>
                  <a:tcPr/>
                </a:tc>
                <a:tc>
                  <a:txBody>
                    <a:bodyPr/>
                    <a:lstStyle/>
                    <a:p>
                      <a:pPr marL="0" lvl="0" indent="0" algn="l">
                        <a:buNone/>
                      </a:pPr>
                      <a:r>
                        <a:rPr sz="1400"/>
                        <a:t>Apr</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840">
                <a:tc>
                  <a:txBody>
                    <a:bodyPr/>
                    <a:lstStyle/>
                    <a:p>
                      <a:pPr marL="0" lvl="0" indent="0" algn="l">
                        <a:buNone/>
                      </a:pPr>
                      <a:r>
                        <a:rPr sz="1400"/>
                        <a:t>1854-04-01</a:t>
                      </a:r>
                      <a:endParaRPr sz="1400"/>
                    </a:p>
                  </a:txBody>
                  <a:tcPr/>
                </a:tc>
                <a:tc>
                  <a:txBody>
                    <a:bodyPr/>
                    <a:lstStyle/>
                    <a:p>
                      <a:pPr marL="0" lvl="0" indent="0" algn="l">
                        <a:buNone/>
                      </a:pPr>
                      <a:r>
                        <a:rPr sz="1400"/>
                        <a:t>Apr</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a:t>5</a:t>
                      </a:r>
                      <a:endParaRPr sz="1400"/>
                    </a:p>
                  </a:txBody>
                  <a:tcPr/>
                </a:tc>
              </a:tr>
              <a:tr h="370205">
                <a:tc>
                  <a:txBody>
                    <a:bodyPr/>
                    <a:lstStyle/>
                    <a:p>
                      <a:pPr marL="0" lvl="0" indent="0" algn="l">
                        <a:buNone/>
                      </a:pPr>
                      <a:r>
                        <a:rPr sz="1400"/>
                        <a:t>1854-05-01</a:t>
                      </a:r>
                      <a:endParaRPr sz="1400"/>
                    </a:p>
                  </a:txBody>
                  <a:tcPr/>
                </a:tc>
                <a:tc>
                  <a:txBody>
                    <a:bodyPr/>
                    <a:lstStyle/>
                    <a:p>
                      <a:pPr marL="0" lvl="0" indent="0" algn="l">
                        <a:buNone/>
                      </a:pPr>
                      <a:r>
                        <a:rPr sz="1400"/>
                        <a:t>May</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12</a:t>
                      </a:r>
                      <a:endParaRPr sz="1400"/>
                    </a:p>
                  </a:txBody>
                  <a:tcPr/>
                </a:tc>
              </a:tr>
              <a:tr h="370205">
                <a:tc>
                  <a:txBody>
                    <a:bodyPr/>
                    <a:lstStyle/>
                    <a:p>
                      <a:pPr marL="0" lvl="0" indent="0" algn="l">
                        <a:buNone/>
                      </a:pPr>
                      <a:r>
                        <a:rPr sz="1400"/>
                        <a:t>1854-05-01</a:t>
                      </a:r>
                      <a:endParaRPr sz="1400"/>
                    </a:p>
                  </a:txBody>
                  <a:tcPr/>
                </a:tc>
                <a:tc>
                  <a:txBody>
                    <a:bodyPr/>
                    <a:lstStyle/>
                    <a:p>
                      <a:pPr marL="0" lvl="0" indent="0" algn="l">
                        <a:buNone/>
                      </a:pPr>
                      <a:r>
                        <a:rPr sz="1400"/>
                        <a:t>May</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840">
                <a:tc>
                  <a:txBody>
                    <a:bodyPr/>
                    <a:lstStyle/>
                    <a:p>
                      <a:pPr marL="0" lvl="0" indent="0" algn="l">
                        <a:buNone/>
                      </a:pPr>
                      <a:r>
                        <a:rPr sz="1400"/>
                        <a:t>1854-05-01</a:t>
                      </a:r>
                      <a:endParaRPr sz="1400"/>
                    </a:p>
                  </a:txBody>
                  <a:tcPr/>
                </a:tc>
                <a:tc>
                  <a:txBody>
                    <a:bodyPr/>
                    <a:lstStyle/>
                    <a:p>
                      <a:pPr marL="0" lvl="0" indent="0" algn="l">
                        <a:buNone/>
                      </a:pPr>
                      <a:r>
                        <a:rPr sz="1400"/>
                        <a:t>May</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a:t>9</a:t>
                      </a:r>
                      <a:endParaRPr sz="1400"/>
                    </a:p>
                  </a:txBody>
                  <a:tcPr/>
                </a:tc>
              </a:tr>
              <a:tr h="370205">
                <a:tc>
                  <a:txBody>
                    <a:bodyPr/>
                    <a:lstStyle/>
                    <a:p>
                      <a:pPr marL="0" lvl="0" indent="0" algn="l">
                        <a:buNone/>
                      </a:pPr>
                      <a:r>
                        <a:rPr sz="1400"/>
                        <a:t>1854-06-01</a:t>
                      </a:r>
                      <a:endParaRPr sz="1400"/>
                    </a:p>
                  </a:txBody>
                  <a:tcPr/>
                </a:tc>
                <a:tc>
                  <a:txBody>
                    <a:bodyPr/>
                    <a:lstStyle/>
                    <a:p>
                      <a:pPr marL="0" lvl="0" indent="0" algn="l">
                        <a:buNone/>
                      </a:pPr>
                      <a:r>
                        <a:rPr sz="1400"/>
                        <a:t>Jun</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11</a:t>
                      </a:r>
                      <a:endParaRPr sz="1400"/>
                    </a:p>
                  </a:txBody>
                  <a:tcPr/>
                </a:tc>
              </a:tr>
              <a:tr h="370205">
                <a:tc>
                  <a:txBody>
                    <a:bodyPr/>
                    <a:lstStyle/>
                    <a:p>
                      <a:pPr marL="0" lvl="0" indent="0" algn="l">
                        <a:buNone/>
                      </a:pPr>
                      <a:r>
                        <a:rPr sz="1400"/>
                        <a:t>1854-06-01</a:t>
                      </a:r>
                      <a:endParaRPr sz="1400"/>
                    </a:p>
                  </a:txBody>
                  <a:tcPr/>
                </a:tc>
                <a:tc>
                  <a:txBody>
                    <a:bodyPr/>
                    <a:lstStyle/>
                    <a:p>
                      <a:pPr marL="0" lvl="0" indent="0" algn="l">
                        <a:buNone/>
                      </a:pPr>
                      <a:r>
                        <a:rPr sz="1400"/>
                        <a:t>Jun</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840">
                <a:tc>
                  <a:txBody>
                    <a:bodyPr/>
                    <a:lstStyle/>
                    <a:p>
                      <a:pPr marL="0" lvl="0" indent="0" algn="l">
                        <a:buNone/>
                      </a:pPr>
                      <a:r>
                        <a:rPr sz="1400"/>
                        <a:t>1854-06-01</a:t>
                      </a:r>
                      <a:endParaRPr sz="1400"/>
                    </a:p>
                  </a:txBody>
                  <a:tcPr/>
                </a:tc>
                <a:tc>
                  <a:txBody>
                    <a:bodyPr/>
                    <a:lstStyle/>
                    <a:p>
                      <a:pPr marL="0" lvl="0" indent="0" algn="l">
                        <a:buNone/>
                      </a:pPr>
                      <a:r>
                        <a:rPr sz="1400"/>
                        <a:t>Jun</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a:t>6</a:t>
                      </a:r>
                      <a:endParaRPr sz="1400"/>
                    </a:p>
                  </a:txBody>
                  <a:tcPr/>
                </a:tc>
              </a:tr>
              <a:tr h="370205">
                <a:tc>
                  <a:txBody>
                    <a:bodyPr/>
                    <a:lstStyle/>
                    <a:p>
                      <a:pPr marL="0" lvl="0" indent="0" algn="l">
                        <a:buNone/>
                      </a:pPr>
                      <a:r>
                        <a:rPr sz="1400"/>
                        <a:t>1854-07-01</a:t>
                      </a:r>
                      <a:endParaRPr sz="1400"/>
                    </a:p>
                  </a:txBody>
                  <a:tcPr/>
                </a:tc>
                <a:tc>
                  <a:txBody>
                    <a:bodyPr/>
                    <a:lstStyle/>
                    <a:p>
                      <a:pPr marL="0" lvl="0" indent="0" algn="l">
                        <a:buNone/>
                      </a:pPr>
                      <a:r>
                        <a:rPr sz="1400"/>
                        <a:t>Jul</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疾病</a:t>
                      </a:r>
                      <a:endParaRPr sz="1400"/>
                    </a:p>
                  </a:txBody>
                  <a:tcPr/>
                </a:tc>
                <a:tc>
                  <a:txBody>
                    <a:bodyPr/>
                    <a:lstStyle/>
                    <a:p>
                      <a:pPr marL="0" lvl="0" indent="0" algn="l">
                        <a:buNone/>
                      </a:pPr>
                      <a:r>
                        <a:rPr sz="1400"/>
                        <a:t>359</a:t>
                      </a:r>
                      <a:endParaRPr sz="1400"/>
                    </a:p>
                  </a:txBody>
                  <a:tcPr/>
                </a:tc>
              </a:tr>
              <a:tr h="370205">
                <a:tc>
                  <a:txBody>
                    <a:bodyPr/>
                    <a:lstStyle/>
                    <a:p>
                      <a:pPr marL="0" lvl="0" indent="0" algn="l">
                        <a:buNone/>
                      </a:pPr>
                      <a:r>
                        <a:rPr sz="1400"/>
                        <a:t>1854-07-01</a:t>
                      </a:r>
                      <a:endParaRPr sz="1400"/>
                    </a:p>
                  </a:txBody>
                  <a:tcPr/>
                </a:tc>
                <a:tc>
                  <a:txBody>
                    <a:bodyPr/>
                    <a:lstStyle/>
                    <a:p>
                      <a:pPr marL="0" lvl="0" indent="0" algn="l">
                        <a:buNone/>
                      </a:pPr>
                      <a:r>
                        <a:rPr sz="1400"/>
                        <a:t>Jul</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战伤</a:t>
                      </a:r>
                      <a:endParaRPr sz="1400"/>
                    </a:p>
                  </a:txBody>
                  <a:tcPr/>
                </a:tc>
                <a:tc>
                  <a:txBody>
                    <a:bodyPr/>
                    <a:lstStyle/>
                    <a:p>
                      <a:pPr marL="0" lvl="0" indent="0" algn="l">
                        <a:buNone/>
                      </a:pPr>
                      <a:r>
                        <a:rPr sz="1400"/>
                        <a:t>0</a:t>
                      </a:r>
                      <a:endParaRPr sz="1400"/>
                    </a:p>
                  </a:txBody>
                  <a:tcPr/>
                </a:tc>
              </a:tr>
              <a:tr h="370205">
                <a:tc>
                  <a:txBody>
                    <a:bodyPr/>
                    <a:lstStyle/>
                    <a:p>
                      <a:pPr marL="0" lvl="0" indent="0" algn="l">
                        <a:buNone/>
                      </a:pPr>
                      <a:r>
                        <a:rPr lang="en-US" altLang="zh-CN" sz="1400"/>
                        <a:t>......</a:t>
                      </a:r>
                      <a:endParaRPr lang="en-US" altLang="zh-CN" sz="1400"/>
                    </a:p>
                  </a:txBody>
                  <a:tcPr/>
                </a:tc>
                <a:tc>
                  <a:txBody>
                    <a:bodyPr/>
                    <a:lstStyle/>
                    <a:p>
                      <a:pPr marL="0" lvl="0" indent="0" algn="l">
                        <a:buNone/>
                      </a:pPr>
                      <a:r>
                        <a:rPr lang="en-US" altLang="zh-CN" sz="1400">
                          <a:sym typeface="+mn-ea"/>
                        </a:rPr>
                        <a:t>......</a:t>
                      </a:r>
                      <a:endParaRPr lang="en-US" altLang="zh-CN" sz="1400">
                        <a:sym typeface="+mn-ea"/>
                      </a:endParaRPr>
                    </a:p>
                  </a:txBody>
                  <a:tcPr/>
                </a:tc>
                <a:tc>
                  <a:txBody>
                    <a:bodyPr/>
                    <a:lstStyle/>
                    <a:p>
                      <a:pPr marL="0" lvl="0" indent="0" algn="l">
                        <a:buNone/>
                      </a:pPr>
                      <a:r>
                        <a:rPr lang="en-US" altLang="zh-CN" sz="1400">
                          <a:sym typeface="+mn-ea"/>
                        </a:rPr>
                        <a:t>......</a:t>
                      </a:r>
                      <a:endParaRPr lang="en-US" altLang="zh-CN" sz="1400">
                        <a:sym typeface="+mn-ea"/>
                      </a:endParaRPr>
                    </a:p>
                  </a:txBody>
                  <a:tcPr/>
                </a:tc>
                <a:tc>
                  <a:txBody>
                    <a:bodyPr/>
                    <a:lstStyle/>
                    <a:p>
                      <a:pPr marL="0" lvl="0" indent="0" algn="l">
                        <a:buNone/>
                      </a:pPr>
                      <a:r>
                        <a:rPr lang="en-US" altLang="zh-CN" sz="1400">
                          <a:sym typeface="+mn-ea"/>
                        </a:rPr>
                        <a:t>......</a:t>
                      </a:r>
                      <a:endParaRPr lang="en-US" altLang="zh-CN" sz="1400">
                        <a:sym typeface="+mn-ea"/>
                      </a:endParaRPr>
                    </a:p>
                  </a:txBody>
                  <a:tcPr/>
                </a:tc>
                <a:tc>
                  <a:txBody>
                    <a:bodyPr/>
                    <a:lstStyle/>
                    <a:p>
                      <a:pPr marL="0" lvl="0" indent="0" algn="l">
                        <a:buNone/>
                      </a:pPr>
                      <a:r>
                        <a:rPr lang="en-US" altLang="zh-CN" sz="1400">
                          <a:sym typeface="+mn-ea"/>
                        </a:rPr>
                        <a:t>......</a:t>
                      </a:r>
                      <a:endParaRPr lang="en-US" altLang="zh-CN" sz="1400">
                        <a:sym typeface="+mn-ea"/>
                      </a:endParaRPr>
                    </a:p>
                  </a:txBody>
                  <a:tcPr/>
                </a:tc>
              </a:tr>
              <a:tr h="370205">
                <a:tc>
                  <a:txBody>
                    <a:bodyPr/>
                    <a:lstStyle/>
                    <a:p>
                      <a:pPr marL="0" lvl="0" indent="0" algn="l">
                        <a:buNone/>
                      </a:pPr>
                      <a:r>
                        <a:rPr sz="1400"/>
                        <a:t>1854-07-01</a:t>
                      </a:r>
                      <a:endParaRPr sz="1400"/>
                    </a:p>
                  </a:txBody>
                  <a:tcPr/>
                </a:tc>
                <a:tc>
                  <a:txBody>
                    <a:bodyPr/>
                    <a:lstStyle/>
                    <a:p>
                      <a:pPr marL="0" lvl="0" indent="0" algn="l">
                        <a:buNone/>
                      </a:pPr>
                      <a:r>
                        <a:rPr sz="1400"/>
                        <a:t>Jul</a:t>
                      </a:r>
                      <a:endParaRPr sz="1400"/>
                    </a:p>
                  </a:txBody>
                  <a:tcPr/>
                </a:tc>
                <a:tc>
                  <a:txBody>
                    <a:bodyPr/>
                    <a:lstStyle/>
                    <a:p>
                      <a:pPr marL="0" lvl="0" indent="0" algn="l">
                        <a:buNone/>
                      </a:pPr>
                      <a:r>
                        <a:rPr sz="1400"/>
                        <a:t>1854</a:t>
                      </a:r>
                      <a:endParaRPr sz="1400"/>
                    </a:p>
                  </a:txBody>
                  <a:tcPr/>
                </a:tc>
                <a:tc>
                  <a:txBody>
                    <a:bodyPr/>
                    <a:lstStyle/>
                    <a:p>
                      <a:pPr marL="0" lvl="0" indent="0" algn="l">
                        <a:buNone/>
                      </a:pPr>
                      <a:r>
                        <a:rPr sz="1400"/>
                        <a:t>其他</a:t>
                      </a:r>
                      <a:endParaRPr sz="1400"/>
                    </a:p>
                  </a:txBody>
                  <a:tcPr/>
                </a:tc>
                <a:tc>
                  <a:txBody>
                    <a:bodyPr/>
                    <a:lstStyle/>
                    <a:p>
                      <a:pPr marL="0" lvl="0" indent="0" algn="l">
                        <a:buNone/>
                      </a:pPr>
                      <a:r>
                        <a:rPr sz="1400" dirty="0"/>
                        <a:t>23</a:t>
                      </a:r>
                      <a:endParaRPr sz="1400" dirty="0"/>
                    </a:p>
                  </a:txBody>
                  <a:tcPr/>
                </a:tc>
              </a:tr>
            </a:tbl>
          </a:graphicData>
        </a:graphic>
      </p:graphicFrame>
      <p:pic>
        <p:nvPicPr>
          <p:cNvPr id="20" name="Picture 1" descr="01-ggplot2-7_files/figure-pptx/unnamed-chunk-5-1.png"/>
          <p:cNvPicPr>
            <a:picLocks noGrp="1" noChangeAspect="1"/>
          </p:cNvPicPr>
          <p:nvPr/>
        </p:nvPicPr>
        <p:blipFill>
          <a:blip r:embed="rId2"/>
          <a:stretch>
            <a:fillRect/>
          </a:stretch>
        </p:blipFill>
        <p:spPr bwMode="auto">
          <a:xfrm>
            <a:off x="-7086600" y="16230600"/>
            <a:ext cx="4005681" cy="3207298"/>
          </a:xfrm>
          <a:prstGeom prst="rect">
            <a:avLst/>
          </a:prstGeom>
          <a:noFill/>
          <a:ln w="9525">
            <a:solidFill>
              <a:schemeClr val="accent1"/>
            </a:solidFill>
          </a:ln>
        </p:spPr>
      </p:pic>
      <p:pic>
        <p:nvPicPr>
          <p:cNvPr id="21" name="Picture 1" descr="01-ggplot2-7_files/figure-pptx/unnamed-chunk-6-1.png"/>
          <p:cNvPicPr>
            <a:picLocks noGrp="1" noChangeAspect="1"/>
          </p:cNvPicPr>
          <p:nvPr/>
        </p:nvPicPr>
        <p:blipFill>
          <a:blip r:embed="rId3"/>
          <a:stretch>
            <a:fillRect/>
          </a:stretch>
        </p:blipFill>
        <p:spPr bwMode="auto">
          <a:xfrm>
            <a:off x="-8686800" y="1605915"/>
            <a:ext cx="3981450" cy="3218180"/>
          </a:xfrm>
          <a:prstGeom prst="rect">
            <a:avLst/>
          </a:prstGeom>
          <a:noFill/>
          <a:ln w="9525">
            <a:solidFill>
              <a:schemeClr val="accent1"/>
            </a:solidFill>
          </a:ln>
        </p:spPr>
      </p:pic>
      <p:graphicFrame>
        <p:nvGraphicFramePr>
          <p:cNvPr id="6" name="Content Placeholder 5"/>
          <p:cNvGraphicFramePr>
            <a:graphicFrameLocks noGrp="1"/>
          </p:cNvGraphicFramePr>
          <p:nvPr>
            <p:ph idx="1"/>
            <p:custDataLst>
              <p:tags r:id="rId4"/>
            </p:custDataLst>
          </p:nvPr>
        </p:nvGraphicFramePr>
        <p:xfrm>
          <a:off x="7620000" y="2286000"/>
          <a:ext cx="6104255" cy="2167255"/>
        </p:xfrm>
        <a:graphic>
          <a:graphicData uri="http://schemas.openxmlformats.org/drawingml/2006/table">
            <a:tbl>
              <a:tblPr firstRow="1" bandRow="1">
                <a:tableStyleId>{5C22544A-7EE6-4342-B048-85BDC9FD1C3A}</a:tableStyleId>
              </a:tblPr>
              <a:tblGrid>
                <a:gridCol w="1283462"/>
                <a:gridCol w="1283462"/>
                <a:gridCol w="1283462"/>
                <a:gridCol w="1283462"/>
                <a:gridCol w="970280"/>
              </a:tblGrid>
              <a:tr h="309600">
                <a:tc>
                  <a:txBody>
                    <a:bodyPr/>
                    <a:lstStyle/>
                    <a:p>
                      <a:pPr marL="0" lvl="0" indent="0" algn="l">
                        <a:buNone/>
                      </a:pPr>
                      <a:r>
                        <a:rPr sz="1400"/>
                        <a:t>死亡原因</a:t>
                      </a:r>
                      <a:endParaRPr sz="1400"/>
                    </a:p>
                  </a:txBody>
                  <a:tcPr/>
                </a:tc>
                <a:tc>
                  <a:txBody>
                    <a:bodyPr/>
                    <a:lstStyle/>
                    <a:p>
                      <a:pPr marL="0" lvl="0" indent="0" algn="l">
                        <a:buNone/>
                      </a:pPr>
                      <a:r>
                        <a:rPr sz="1400"/>
                        <a:t>总死亡人数</a:t>
                      </a:r>
                      <a:endParaRPr sz="1400"/>
                    </a:p>
                  </a:txBody>
                  <a:tcPr/>
                </a:tc>
                <a:tc>
                  <a:txBody>
                    <a:bodyPr/>
                    <a:lstStyle/>
                    <a:p>
                      <a:pPr marL="0" lvl="0" indent="0" algn="l">
                        <a:buNone/>
                      </a:pPr>
                      <a:r>
                        <a:rPr sz="1400"/>
                        <a:t>平均月死亡数</a:t>
                      </a:r>
                      <a:endParaRPr sz="1400"/>
                    </a:p>
                  </a:txBody>
                  <a:tcPr/>
                </a:tc>
                <a:tc>
                  <a:txBody>
                    <a:bodyPr/>
                    <a:lstStyle/>
                    <a:p>
                      <a:pPr marL="0" lvl="0" indent="0" algn="l">
                        <a:buNone/>
                      </a:pPr>
                      <a:r>
                        <a:rPr sz="1400"/>
                        <a:t>最高月死亡数</a:t>
                      </a:r>
                      <a:endParaRPr sz="1400"/>
                    </a:p>
                  </a:txBody>
                  <a:tcPr/>
                </a:tc>
                <a:tc>
                  <a:txBody>
                    <a:bodyPr/>
                    <a:lstStyle/>
                    <a:p>
                      <a:pPr marL="0" lvl="0" indent="0" algn="l">
                        <a:buNone/>
                      </a:pPr>
                      <a:r>
                        <a:rPr sz="1400"/>
                        <a:t>时期</a:t>
                      </a:r>
                      <a:endParaRPr sz="1400"/>
                    </a:p>
                  </a:txBody>
                  <a:tcPr/>
                </a:tc>
              </a:tr>
              <a:tr h="309600">
                <a:tc>
                  <a:txBody>
                    <a:bodyPr/>
                    <a:lstStyle/>
                    <a:p>
                      <a:pPr marL="0" lvl="0" indent="0" algn="l">
                        <a:buNone/>
                      </a:pPr>
                      <a:r>
                        <a:rPr sz="1400"/>
                        <a:t>可预防疾病</a:t>
                      </a:r>
                      <a:endParaRPr sz="1400"/>
                    </a:p>
                  </a:txBody>
                  <a:tcPr/>
                </a:tc>
                <a:tc>
                  <a:txBody>
                    <a:bodyPr/>
                    <a:lstStyle/>
                    <a:p>
                      <a:pPr marL="0" lvl="0" indent="0" algn="l">
                        <a:buNone/>
                      </a:pPr>
                      <a:r>
                        <a:rPr sz="1400"/>
                        <a:t>11157</a:t>
                      </a:r>
                      <a:endParaRPr sz="1400"/>
                    </a:p>
                  </a:txBody>
                  <a:tcPr/>
                </a:tc>
                <a:tc>
                  <a:txBody>
                    <a:bodyPr/>
                    <a:lstStyle/>
                    <a:p>
                      <a:pPr marL="0" lvl="0" indent="0" algn="l">
                        <a:buNone/>
                      </a:pPr>
                      <a:r>
                        <a:rPr sz="1400"/>
                        <a:t>929.8</a:t>
                      </a:r>
                      <a:endParaRPr sz="1400"/>
                    </a:p>
                  </a:txBody>
                  <a:tcPr/>
                </a:tc>
                <a:tc>
                  <a:txBody>
                    <a:bodyPr/>
                    <a:lstStyle/>
                    <a:p>
                      <a:pPr marL="0" lvl="0" indent="0" algn="l">
                        <a:buNone/>
                      </a:pPr>
                      <a:r>
                        <a:rPr sz="1400"/>
                        <a:t>2761</a:t>
                      </a:r>
                      <a:endParaRPr sz="1400"/>
                    </a:p>
                  </a:txBody>
                  <a:tcPr/>
                </a:tc>
                <a:tc>
                  <a:txBody>
                    <a:bodyPr/>
                    <a:lstStyle/>
                    <a:p>
                      <a:pPr marL="0" lvl="0" indent="0" algn="l">
                        <a:buNone/>
                      </a:pPr>
                      <a:r>
                        <a:rPr sz="1400"/>
                        <a:t>第一期</a:t>
                      </a:r>
                      <a:endParaRPr sz="1400">
                        <a:sym typeface="+mn-ea"/>
                      </a:endParaRPr>
                    </a:p>
                  </a:txBody>
                  <a:tcPr/>
                </a:tc>
              </a:tr>
              <a:tr h="309600">
                <a:tc>
                  <a:txBody>
                    <a:bodyPr/>
                    <a:lstStyle/>
                    <a:p>
                      <a:pPr marL="0" lvl="0" indent="0" algn="l">
                        <a:buNone/>
                      </a:pPr>
                      <a:r>
                        <a:rPr sz="1400"/>
                        <a:t>其他</a:t>
                      </a:r>
                      <a:endParaRPr sz="1400"/>
                    </a:p>
                  </a:txBody>
                  <a:tcPr/>
                </a:tc>
                <a:tc>
                  <a:txBody>
                    <a:bodyPr/>
                    <a:lstStyle/>
                    <a:p>
                      <a:pPr marL="0" lvl="0" indent="0" algn="l">
                        <a:buNone/>
                      </a:pPr>
                      <a:r>
                        <a:rPr sz="1400"/>
                        <a:t>1365</a:t>
                      </a:r>
                      <a:endParaRPr sz="1400"/>
                    </a:p>
                  </a:txBody>
                  <a:tcPr/>
                </a:tc>
                <a:tc>
                  <a:txBody>
                    <a:bodyPr/>
                    <a:lstStyle/>
                    <a:p>
                      <a:pPr marL="0" lvl="0" indent="0" algn="l">
                        <a:buNone/>
                      </a:pPr>
                      <a:r>
                        <a:rPr sz="1400"/>
                        <a:t>113.8</a:t>
                      </a:r>
                      <a:endParaRPr sz="1400"/>
                    </a:p>
                  </a:txBody>
                  <a:tcPr/>
                </a:tc>
                <a:tc>
                  <a:txBody>
                    <a:bodyPr/>
                    <a:lstStyle/>
                    <a:p>
                      <a:pPr marL="0" lvl="0" indent="0" algn="l">
                        <a:buNone/>
                      </a:pPr>
                      <a:r>
                        <a:rPr sz="1400"/>
                        <a:t>361</a:t>
                      </a:r>
                      <a:endParaRPr sz="1400"/>
                    </a:p>
                  </a:txBody>
                  <a:tcPr/>
                </a:tc>
                <a:tc>
                  <a:txBody>
                    <a:bodyPr/>
                    <a:lstStyle/>
                    <a:p>
                      <a:pPr marL="0" lvl="0" indent="0" algn="l">
                        <a:buNone/>
                      </a:pPr>
                      <a:r>
                        <a:rPr sz="1400"/>
                        <a:t>第一期</a:t>
                      </a:r>
                      <a:endParaRPr sz="1400"/>
                    </a:p>
                  </a:txBody>
                  <a:tcPr/>
                </a:tc>
              </a:tr>
              <a:tr h="309600">
                <a:tc>
                  <a:txBody>
                    <a:bodyPr/>
                    <a:lstStyle/>
                    <a:p>
                      <a:pPr marL="0" lvl="0" indent="0" algn="l">
                        <a:buNone/>
                      </a:pPr>
                      <a:r>
                        <a:rPr sz="1400"/>
                        <a:t>战斗受伤</a:t>
                      </a:r>
                      <a:endParaRPr sz="1400"/>
                    </a:p>
                  </a:txBody>
                  <a:tcPr/>
                </a:tc>
                <a:tc>
                  <a:txBody>
                    <a:bodyPr/>
                    <a:lstStyle/>
                    <a:p>
                      <a:pPr marL="0" lvl="0" indent="0" algn="l">
                        <a:buNone/>
                      </a:pPr>
                      <a:r>
                        <a:rPr sz="1400"/>
                        <a:t>772</a:t>
                      </a:r>
                      <a:endParaRPr sz="1400"/>
                    </a:p>
                  </a:txBody>
                  <a:tcPr/>
                </a:tc>
                <a:tc>
                  <a:txBody>
                    <a:bodyPr/>
                    <a:lstStyle/>
                    <a:p>
                      <a:pPr marL="0" lvl="0" indent="0" algn="l">
                        <a:buNone/>
                      </a:pPr>
                      <a:r>
                        <a:rPr sz="1400"/>
                        <a:t>64.3</a:t>
                      </a:r>
                      <a:endParaRPr sz="1400"/>
                    </a:p>
                  </a:txBody>
                  <a:tcPr/>
                </a:tc>
                <a:tc>
                  <a:txBody>
                    <a:bodyPr/>
                    <a:lstStyle/>
                    <a:p>
                      <a:pPr marL="0" lvl="0" indent="0" algn="l">
                        <a:buNone/>
                      </a:pPr>
                      <a:r>
                        <a:rPr sz="1400"/>
                        <a:t>287</a:t>
                      </a:r>
                      <a:endParaRPr sz="1400"/>
                    </a:p>
                  </a:txBody>
                  <a:tcPr/>
                </a:tc>
                <a:tc>
                  <a:txBody>
                    <a:bodyPr/>
                    <a:lstStyle/>
                    <a:p>
                      <a:pPr marL="0" lvl="0" indent="0" algn="l">
                        <a:buNone/>
                      </a:pPr>
                      <a:r>
                        <a:rPr sz="1400"/>
                        <a:t>第一期</a:t>
                      </a:r>
                      <a:endParaRPr sz="1400"/>
                    </a:p>
                  </a:txBody>
                  <a:tcPr/>
                </a:tc>
              </a:tr>
              <a:tr h="309600">
                <a:tc>
                  <a:txBody>
                    <a:bodyPr/>
                    <a:lstStyle/>
                    <a:p>
                      <a:pPr marL="0" lvl="0" indent="0" algn="l">
                        <a:buNone/>
                      </a:pPr>
                      <a:r>
                        <a:rPr sz="1400"/>
                        <a:t>可预防疾病</a:t>
                      </a:r>
                      <a:endParaRPr sz="1400"/>
                    </a:p>
                  </a:txBody>
                  <a:tcPr/>
                </a:tc>
                <a:tc>
                  <a:txBody>
                    <a:bodyPr/>
                    <a:lstStyle/>
                    <a:p>
                      <a:pPr marL="0" lvl="0" indent="0" algn="l">
                        <a:buNone/>
                      </a:pPr>
                      <a:r>
                        <a:rPr sz="1400"/>
                        <a:t>3319</a:t>
                      </a:r>
                      <a:endParaRPr sz="1400"/>
                    </a:p>
                  </a:txBody>
                  <a:tcPr/>
                </a:tc>
                <a:tc>
                  <a:txBody>
                    <a:bodyPr/>
                    <a:lstStyle/>
                    <a:p>
                      <a:pPr marL="0" lvl="0" indent="0" algn="l">
                        <a:buNone/>
                      </a:pPr>
                      <a:r>
                        <a:rPr sz="1400"/>
                        <a:t>276.6</a:t>
                      </a:r>
                      <a:endParaRPr sz="1400"/>
                    </a:p>
                  </a:txBody>
                  <a:tcPr/>
                </a:tc>
                <a:tc>
                  <a:txBody>
                    <a:bodyPr/>
                    <a:lstStyle/>
                    <a:p>
                      <a:pPr marL="0" lvl="0" indent="0" algn="l">
                        <a:buNone/>
                      </a:pPr>
                      <a:r>
                        <a:rPr sz="1400"/>
                        <a:t>802</a:t>
                      </a:r>
                      <a:endParaRPr sz="1400"/>
                    </a:p>
                  </a:txBody>
                  <a:tcPr/>
                </a:tc>
                <a:tc>
                  <a:txBody>
                    <a:bodyPr/>
                    <a:lstStyle/>
                    <a:p>
                      <a:pPr marL="0" lvl="0" indent="0" algn="l">
                        <a:buNone/>
                      </a:pPr>
                      <a:r>
                        <a:rPr sz="1400"/>
                        <a:t>第二期</a:t>
                      </a:r>
                      <a:endParaRPr sz="1400"/>
                    </a:p>
                  </a:txBody>
                  <a:tcPr/>
                </a:tc>
              </a:tr>
              <a:tr h="309600">
                <a:tc>
                  <a:txBody>
                    <a:bodyPr/>
                    <a:lstStyle/>
                    <a:p>
                      <a:pPr marL="0" lvl="0" indent="0" algn="l">
                        <a:buNone/>
                      </a:pPr>
                      <a:r>
                        <a:rPr sz="1400"/>
                        <a:t>战斗受伤</a:t>
                      </a:r>
                      <a:endParaRPr sz="1400"/>
                    </a:p>
                  </a:txBody>
                  <a:tcPr/>
                </a:tc>
                <a:tc>
                  <a:txBody>
                    <a:bodyPr/>
                    <a:lstStyle/>
                    <a:p>
                      <a:pPr marL="0" lvl="0" indent="0" algn="l">
                        <a:buNone/>
                      </a:pPr>
                      <a:r>
                        <a:rPr sz="1400"/>
                        <a:t>986</a:t>
                      </a:r>
                      <a:endParaRPr sz="1400"/>
                    </a:p>
                  </a:txBody>
                  <a:tcPr/>
                </a:tc>
                <a:tc>
                  <a:txBody>
                    <a:bodyPr/>
                    <a:lstStyle/>
                    <a:p>
                      <a:pPr marL="0" lvl="0" indent="0" algn="l">
                        <a:buNone/>
                      </a:pPr>
                      <a:r>
                        <a:rPr sz="1400"/>
                        <a:t>82.2</a:t>
                      </a:r>
                      <a:endParaRPr sz="1400"/>
                    </a:p>
                  </a:txBody>
                  <a:tcPr/>
                </a:tc>
                <a:tc>
                  <a:txBody>
                    <a:bodyPr/>
                    <a:lstStyle/>
                    <a:p>
                      <a:pPr marL="0" lvl="0" indent="0" algn="l">
                        <a:buNone/>
                      </a:pPr>
                      <a:r>
                        <a:rPr sz="1400"/>
                        <a:t>276</a:t>
                      </a:r>
                      <a:endParaRPr sz="1400"/>
                    </a:p>
                  </a:txBody>
                  <a:tcPr/>
                </a:tc>
                <a:tc>
                  <a:txBody>
                    <a:bodyPr/>
                    <a:lstStyle/>
                    <a:p>
                      <a:pPr marL="0" lvl="0" indent="0" algn="l">
                        <a:buNone/>
                      </a:pPr>
                      <a:r>
                        <a:rPr sz="1400"/>
                        <a:t>第二期</a:t>
                      </a:r>
                      <a:endParaRPr sz="1400"/>
                    </a:p>
                  </a:txBody>
                  <a:tcPr/>
                </a:tc>
              </a:tr>
              <a:tr h="309600">
                <a:tc>
                  <a:txBody>
                    <a:bodyPr/>
                    <a:lstStyle/>
                    <a:p>
                      <a:pPr marL="0" lvl="0" indent="0" algn="l">
                        <a:buNone/>
                      </a:pPr>
                      <a:r>
                        <a:rPr sz="1400"/>
                        <a:t>其他</a:t>
                      </a:r>
                      <a:endParaRPr sz="1400"/>
                    </a:p>
                  </a:txBody>
                  <a:tcPr/>
                </a:tc>
                <a:tc>
                  <a:txBody>
                    <a:bodyPr/>
                    <a:lstStyle/>
                    <a:p>
                      <a:pPr marL="0" lvl="0" indent="0" algn="l">
                        <a:buNone/>
                      </a:pPr>
                      <a:r>
                        <a:rPr sz="1400"/>
                        <a:t>383</a:t>
                      </a:r>
                      <a:endParaRPr sz="1400"/>
                    </a:p>
                  </a:txBody>
                  <a:tcPr/>
                </a:tc>
                <a:tc>
                  <a:txBody>
                    <a:bodyPr/>
                    <a:lstStyle/>
                    <a:p>
                      <a:pPr marL="0" lvl="0" indent="0" algn="l">
                        <a:buNone/>
                      </a:pPr>
                      <a:r>
                        <a:rPr sz="1400"/>
                        <a:t>31.9</a:t>
                      </a:r>
                      <a:endParaRPr sz="1400"/>
                    </a:p>
                  </a:txBody>
                  <a:tcPr/>
                </a:tc>
                <a:tc>
                  <a:txBody>
                    <a:bodyPr/>
                    <a:lstStyle/>
                    <a:p>
                      <a:pPr marL="0" lvl="0" indent="0" algn="l">
                        <a:buNone/>
                      </a:pPr>
                      <a:r>
                        <a:rPr sz="1400"/>
                        <a:t>57</a:t>
                      </a:r>
                      <a:endParaRPr sz="1400"/>
                    </a:p>
                  </a:txBody>
                  <a:tcPr/>
                </a:tc>
                <a:tc>
                  <a:txBody>
                    <a:bodyPr/>
                    <a:lstStyle/>
                    <a:p>
                      <a:pPr marL="0" lvl="0" indent="0" algn="l">
                        <a:buNone/>
                      </a:pPr>
                      <a:r>
                        <a:rPr sz="1400"/>
                        <a:t>第二期</a:t>
                      </a:r>
                      <a:endParaRPr sz="1400">
                        <a:sym typeface="+mn-ea"/>
                      </a:endParaRPr>
                    </a:p>
                  </a:txBody>
                  <a:tcPr/>
                </a:tc>
              </a:tr>
            </a:tbl>
          </a:graphicData>
        </a:graphic>
      </p:graphicFrame>
      <p:sp>
        <p:nvSpPr>
          <p:cNvPr id="12" name="文本框 11"/>
          <p:cNvSpPr txBox="1"/>
          <p:nvPr/>
        </p:nvSpPr>
        <p:spPr>
          <a:xfrm>
            <a:off x="7620000" y="4572000"/>
            <a:ext cx="6102350" cy="349250"/>
          </a:xfrm>
          <a:prstGeom prst="rect">
            <a:avLst/>
          </a:prstGeom>
          <a:noFill/>
        </p:spPr>
        <p:txBody>
          <a:bodyPr wrap="square" rtlCol="0">
            <a:spAutoFit/>
          </a:bodyPr>
          <a:lstStyle/>
          <a:p>
            <a:pPr>
              <a:lnSpc>
                <a:spcPct val="120000"/>
              </a:lnSpc>
              <a:spcBef>
                <a:spcPts val="0"/>
              </a:spcBef>
              <a:spcAft>
                <a:spcPts val="0"/>
              </a:spcAft>
            </a:pPr>
            <a:r>
              <a:rPr lang="zh-CN" altLang="en-US" sz="1400" dirty="0"/>
              <a:t>注</a:t>
            </a:r>
            <a:r>
              <a:rPr lang="en-US" altLang="zh-CN" sz="1400" dirty="0"/>
              <a:t>：</a:t>
            </a:r>
            <a:r>
              <a:rPr lang="zh-CN" altLang="en-US" sz="1400" dirty="0"/>
              <a:t>卫生改革前后</a:t>
            </a:r>
            <a:r>
              <a:rPr lang="en-US" altLang="zh-CN" sz="1400" dirty="0"/>
              <a:t>：</a:t>
            </a:r>
            <a:r>
              <a:rPr lang="zh-CN" altLang="en-US" sz="1400" dirty="0"/>
              <a:t>第一期</a:t>
            </a:r>
            <a:r>
              <a:rPr lang="en-US" altLang="zh-CN" sz="1400" dirty="0"/>
              <a:t>：</a:t>
            </a:r>
            <a:r>
              <a:rPr sz="1400">
                <a:sym typeface="+mn-ea"/>
              </a:rPr>
              <a:t>(1854.4-1855.3)</a:t>
            </a:r>
            <a:r>
              <a:rPr lang="en-US" sz="1400">
                <a:sym typeface="+mn-ea"/>
              </a:rPr>
              <a:t>；</a:t>
            </a:r>
            <a:r>
              <a:rPr lang="zh-CN" altLang="en-US" sz="1400" dirty="0"/>
              <a:t>第二期</a:t>
            </a:r>
            <a:r>
              <a:rPr lang="en-US" altLang="zh-CN" sz="1400" dirty="0"/>
              <a:t>：</a:t>
            </a:r>
            <a:r>
              <a:rPr sz="1400">
                <a:sym typeface="+mn-ea"/>
              </a:rPr>
              <a:t>(1855.4-1856.3)</a:t>
            </a:r>
            <a:endParaRPr lang="en-US" altLang="zh-CN" sz="1400" dirty="0">
              <a:sym typeface="+mn-ea"/>
            </a:endParaRPr>
          </a:p>
        </p:txBody>
      </p:sp>
      <p:sp>
        <p:nvSpPr>
          <p:cNvPr id="14" name="TextBox 3"/>
          <p:cNvSpPr txBox="1"/>
          <p:nvPr/>
        </p:nvSpPr>
        <p:spPr>
          <a:xfrm>
            <a:off x="7620000" y="1219200"/>
            <a:ext cx="6082665" cy="953770"/>
          </a:xfrm>
          <a:prstGeom prst="rect">
            <a:avLst/>
          </a:prstGeom>
          <a:noFill/>
          <a:ln>
            <a:solidFill>
              <a:srgbClr val="000000">
                <a:alpha val="0"/>
              </a:srgbClr>
            </a:solidFill>
          </a:ln>
          <a:extLst>
            <a:ext uri="{909E8E84-426E-40DD-AFC4-6F175D3DCCD1}">
              <a14:hiddenFill xmlns:a14="http://schemas.microsoft.com/office/drawing/2010/main">
                <a:solidFill>
                  <a:srgbClr val="F6C678"/>
                </a:solidFill>
              </a14:hiddenFill>
            </a:ext>
          </a:extLst>
        </p:spPr>
        <p:txBody>
          <a:bodyPr/>
          <a:lstStyle/>
          <a:p>
            <a:pPr marL="0" lvl="0" algn="ctr">
              <a:buClrTx/>
              <a:buSzTx/>
              <a:buFontTx/>
              <a:buNone/>
            </a:pP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克里米亚战争英军士兵死亡数据 </a:t>
            </a:r>
            <a:br>
              <a:rPr sz="2600">
                <a:solidFill>
                  <a:srgbClr val="618CAC"/>
                </a:solidFill>
                <a:latin typeface="黑体" panose="02010600030101010101" pitchFamily="49" charset="-122"/>
                <a:ea typeface="黑体" panose="02010600030101010101" pitchFamily="49" charset="-122"/>
                <a:cs typeface="黑体" panose="02010600030101010101" pitchFamily="49" charset="-122"/>
              </a:rPr>
            </a:b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a:t>
            </a:r>
            <a:r>
              <a:rPr lang="zh-CN" sz="2600">
                <a:solidFill>
                  <a:srgbClr val="618CAC"/>
                </a:solidFill>
                <a:latin typeface="黑体" panose="02010600030101010101" pitchFamily="49" charset="-122"/>
                <a:ea typeface="黑体" panose="02010600030101010101" pitchFamily="49" charset="-122"/>
                <a:cs typeface="黑体" panose="02010600030101010101" pitchFamily="49" charset="-122"/>
              </a:rPr>
              <a:t>根据战争时期</a:t>
            </a:r>
            <a:r>
              <a:rPr sz="2600">
                <a:solidFill>
                  <a:srgbClr val="618CAC"/>
                </a:solidFill>
                <a:latin typeface="黑体" panose="02010600030101010101" pitchFamily="49" charset="-122"/>
                <a:ea typeface="黑体" panose="02010600030101010101" pitchFamily="49" charset="-122"/>
                <a:cs typeface="黑体" panose="02010600030101010101" pitchFamily="49" charset="-122"/>
              </a:rPr>
              <a:t>汇总数据)</a:t>
            </a:r>
            <a:endParaRPr sz="2600">
              <a:solidFill>
                <a:srgbClr val="618CAC"/>
              </a:solidFill>
              <a:latin typeface="黑体" panose="02010600030101010101" pitchFamily="49" charset="-122"/>
              <a:ea typeface="黑体" panose="02010600030101010101" pitchFamily="49" charset="-122"/>
              <a:cs typeface="黑体" panose="02010600030101010101" pitchFamily="49" charset="-122"/>
            </a:endParaRPr>
          </a:p>
        </p:txBody>
      </p:sp>
      <p:sp>
        <p:nvSpPr>
          <p:cNvPr id="19" name="文本框 18"/>
          <p:cNvSpPr txBox="1"/>
          <p:nvPr/>
        </p:nvSpPr>
        <p:spPr>
          <a:xfrm>
            <a:off x="7620000" y="6400800"/>
            <a:ext cx="6080760" cy="481965"/>
          </a:xfrm>
          <a:prstGeom prst="rect">
            <a:avLst/>
          </a:prstGeom>
          <a:noFill/>
        </p:spPr>
        <p:txBody>
          <a:bodyPr wrap="square" rtlCol="0">
            <a:noAutofit/>
          </a:bodyPr>
          <a:lstStyle/>
          <a:p>
            <a:r>
              <a:rPr lang="zh-CN" altLang="en-US" sz="2400" dirty="0">
                <a:solidFill>
                  <a:schemeClr val="accent1"/>
                </a:solidFill>
              </a:rPr>
              <a:t>如何展示英军不同死亡原因的人数差异？</a:t>
            </a:r>
            <a:endParaRPr lang="zh-CN" altLang="en-US" sz="2400" dirty="0">
              <a:solidFill>
                <a:schemeClr val="accent1"/>
              </a:solidFill>
            </a:endParaRPr>
          </a:p>
          <a:p>
            <a:endParaRPr lang="en-US" altLang="zh-CN" sz="2400" dirty="0">
              <a:solidFill>
                <a:schemeClr val="accent1"/>
              </a:solidFill>
            </a:endParaRPr>
          </a:p>
        </p:txBody>
      </p:sp>
      <p:sp>
        <p:nvSpPr>
          <p:cNvPr id="22" name="右箭头 21"/>
          <p:cNvSpPr/>
          <p:nvPr/>
        </p:nvSpPr>
        <p:spPr>
          <a:xfrm>
            <a:off x="6400800" y="2971800"/>
            <a:ext cx="914400" cy="5346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文本框 22"/>
          <p:cNvSpPr txBox="1"/>
          <p:nvPr/>
        </p:nvSpPr>
        <p:spPr>
          <a:xfrm>
            <a:off x="7620000" y="7010400"/>
            <a:ext cx="6554470" cy="1068070"/>
          </a:xfrm>
          <a:prstGeom prst="rect">
            <a:avLst/>
          </a:prstGeom>
        </p:spPr>
        <p:txBody>
          <a:bodyPr>
            <a:noAutofit/>
          </a:bodyPr>
          <a:lstStyle/>
          <a:p>
            <a:pPr indent="0" algn="l" fontAlgn="auto">
              <a:lnSpc>
                <a:spcPct val="120000"/>
              </a:lnSpc>
            </a:pPr>
            <a:r>
              <a:rPr lang="zh-CN" altLang="en-US" sz="2400" dirty="0">
                <a:solidFill>
                  <a:schemeClr val="accent4">
                    <a:lumMod val="75000"/>
                  </a:schemeClr>
                </a:solidFill>
                <a:sym typeface="+mn-ea"/>
              </a:rPr>
              <a:t>图形的</a:t>
            </a:r>
            <a:r>
              <a:rPr lang="en-US" altLang="zh-CN" sz="2400" dirty="0">
                <a:solidFill>
                  <a:schemeClr val="accent4">
                    <a:lumMod val="75000"/>
                  </a:schemeClr>
                </a:solidFill>
                <a:sym typeface="+mn-ea"/>
              </a:rPr>
              <a:t>x</a:t>
            </a:r>
            <a:r>
              <a:rPr lang="zh-CN" altLang="en-US" sz="2400" dirty="0">
                <a:solidFill>
                  <a:schemeClr val="accent4">
                    <a:lumMod val="75000"/>
                  </a:schemeClr>
                </a:solidFill>
                <a:sym typeface="+mn-ea"/>
              </a:rPr>
              <a:t>轴变量</a:t>
            </a:r>
            <a:r>
              <a:rPr lang="en-US" altLang="zh-CN" sz="2400" dirty="0">
                <a:solidFill>
                  <a:schemeClr val="accent4">
                    <a:lumMod val="75000"/>
                  </a:schemeClr>
                </a:solidFill>
                <a:sym typeface="+mn-ea"/>
              </a:rPr>
              <a:t>,y</a:t>
            </a:r>
            <a:r>
              <a:rPr lang="zh-CN" altLang="en-US" sz="2400" dirty="0">
                <a:solidFill>
                  <a:schemeClr val="accent4">
                    <a:lumMod val="75000"/>
                  </a:schemeClr>
                </a:solidFill>
                <a:sym typeface="+mn-ea"/>
              </a:rPr>
              <a:t>轴变量分别是什么</a:t>
            </a:r>
            <a:r>
              <a:rPr lang="en-US" altLang="zh-CN" sz="2400" dirty="0">
                <a:solidFill>
                  <a:schemeClr val="accent4">
                    <a:lumMod val="75000"/>
                  </a:schemeClr>
                </a:solidFill>
                <a:sym typeface="+mn-ea"/>
              </a:rPr>
              <a:t>？</a:t>
            </a:r>
            <a:endParaRPr lang="en-US" altLang="zh-CN" sz="2400" b="0" i="0" dirty="0">
              <a:solidFill>
                <a:schemeClr val="accent4">
                  <a:lumMod val="75000"/>
                </a:schemeClr>
              </a:solidFill>
              <a:sym typeface="+mn-ea"/>
            </a:endParaRPr>
          </a:p>
        </p:txBody>
      </p:sp>
      <p:sp>
        <p:nvSpPr>
          <p:cNvPr id="24" name="文本框 23"/>
          <p:cNvSpPr txBox="1"/>
          <p:nvPr/>
        </p:nvSpPr>
        <p:spPr>
          <a:xfrm>
            <a:off x="7620000" y="5105400"/>
            <a:ext cx="7315200" cy="482600"/>
          </a:xfrm>
          <a:prstGeom prst="rect">
            <a:avLst/>
          </a:prstGeom>
          <a:noFill/>
        </p:spPr>
        <p:txBody>
          <a:bodyPr wrap="square" rtlCol="0">
            <a:noAutofit/>
          </a:bodyPr>
          <a:lstStyle/>
          <a:p>
            <a:pPr indent="0" algn="l" fontAlgn="auto">
              <a:lnSpc>
                <a:spcPct val="120000"/>
              </a:lnSpc>
            </a:pPr>
            <a:r>
              <a:rPr lang="zh-CN" altLang="en-US" sz="2400" dirty="0">
                <a:solidFill>
                  <a:schemeClr val="accent1"/>
                </a:solidFill>
                <a:sym typeface="+mn-ea"/>
              </a:rPr>
              <a:t>哪种死因在卫生改革前造成的死亡率最高？</a:t>
            </a:r>
            <a:endParaRPr lang="zh-CN" altLang="en-US" sz="2400" b="0" i="0" dirty="0">
              <a:solidFill>
                <a:schemeClr val="accent1"/>
              </a:solidFill>
            </a:endParaRPr>
          </a:p>
          <a:p>
            <a:pPr indent="0" algn="l" fontAlgn="auto">
              <a:lnSpc>
                <a:spcPct val="120000"/>
              </a:lnSpc>
            </a:pPr>
            <a:endParaRPr lang="zh-CN" altLang="en-US" sz="2400" dirty="0">
              <a:solidFill>
                <a:schemeClr val="accent1"/>
              </a:solidFill>
            </a:endParaRPr>
          </a:p>
        </p:txBody>
      </p:sp>
      <p:grpSp>
        <p:nvGrpSpPr>
          <p:cNvPr id="25" name="组合 24"/>
          <p:cNvGrpSpPr/>
          <p:nvPr/>
        </p:nvGrpSpPr>
        <p:grpSpPr>
          <a:xfrm>
            <a:off x="13258800" y="5722144"/>
            <a:ext cx="1296854" cy="2341721"/>
            <a:chOff x="782" y="433"/>
            <a:chExt cx="5703" cy="10296"/>
          </a:xfrm>
        </p:grpSpPr>
        <p:pic>
          <p:nvPicPr>
            <p:cNvPr id="26" name="图片 25" descr="EX-20240903104108"/>
            <p:cNvPicPr>
              <a:picLocks noChangeAspect="1"/>
            </p:cNvPicPr>
            <p:nvPr/>
          </p:nvPicPr>
          <p:blipFill>
            <a:blip r:embed="rId5"/>
            <a:srcRect t="37935"/>
            <a:stretch>
              <a:fillRect/>
            </a:stretch>
          </p:blipFill>
          <p:spPr>
            <a:xfrm>
              <a:off x="782" y="4422"/>
              <a:ext cx="4996" cy="6307"/>
            </a:xfrm>
            <a:prstGeom prst="rect">
              <a:avLst/>
            </a:prstGeom>
          </p:spPr>
        </p:pic>
        <p:sp>
          <p:nvSpPr>
            <p:cNvPr id="27" name="云形标注 26"/>
            <p:cNvSpPr/>
            <p:nvPr/>
          </p:nvSpPr>
          <p:spPr>
            <a:xfrm rot="1320000">
              <a:off x="2238" y="433"/>
              <a:ext cx="4247" cy="2591"/>
            </a:xfrm>
            <a:prstGeom prst="cloudCallout">
              <a:avLst/>
            </a:prstGeom>
            <a:solidFill>
              <a:schemeClr val="bg1">
                <a:alpha val="40000"/>
              </a:schemeClr>
            </a:solid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descr="EX-20240903104108"/>
            <p:cNvPicPr>
              <a:picLocks noChangeAspect="1"/>
            </p:cNvPicPr>
            <p:nvPr>
              <p:custDataLst>
                <p:tags r:id="rId6"/>
              </p:custDataLst>
            </p:nvPr>
          </p:nvPicPr>
          <p:blipFill>
            <a:blip r:embed="rId5"/>
            <a:srcRect b="62763"/>
            <a:stretch>
              <a:fillRect/>
            </a:stretch>
          </p:blipFill>
          <p:spPr>
            <a:xfrm rot="1620000">
              <a:off x="3377" y="796"/>
              <a:ext cx="2128" cy="1614"/>
            </a:xfrm>
            <a:prstGeom prst="rect">
              <a:avLst/>
            </a:prstGeom>
          </p:spPr>
        </p:pic>
      </p:grpSp>
      <p:sp>
        <p:nvSpPr>
          <p:cNvPr id="29" name="文本框 28"/>
          <p:cNvSpPr txBox="1"/>
          <p:nvPr/>
        </p:nvSpPr>
        <p:spPr>
          <a:xfrm>
            <a:off x="7620000" y="5715000"/>
            <a:ext cx="7315200" cy="534035"/>
          </a:xfrm>
          <a:prstGeom prst="rect">
            <a:avLst/>
          </a:prstGeom>
          <a:noFill/>
        </p:spPr>
        <p:txBody>
          <a:bodyPr wrap="square" rtlCol="0" anchor="t">
            <a:spAutoFit/>
          </a:bodyPr>
          <a:lstStyle/>
          <a:p>
            <a:pPr indent="0" algn="l" fontAlgn="auto">
              <a:lnSpc>
                <a:spcPct val="120000"/>
              </a:lnSpc>
            </a:pPr>
            <a:r>
              <a:rPr lang="zh-CN" altLang="en-US" sz="2400" dirty="0">
                <a:solidFill>
                  <a:schemeClr val="accent1"/>
                </a:solidFill>
                <a:sym typeface="+mn-ea"/>
              </a:rPr>
              <a:t>卫生改革对哪种死因的改善最明显？</a:t>
            </a:r>
            <a:endParaRPr lang="zh-CN" altLang="en-US" sz="2400" dirty="0">
              <a:solidFill>
                <a:schemeClr val="accent1"/>
              </a:solidFill>
              <a:sym typeface="+mn-ea"/>
            </a:endParaRPr>
          </a:p>
        </p:txBody>
      </p:sp>
      <p:sp>
        <p:nvSpPr>
          <p:cNvPr id="30" name="文本框 29"/>
          <p:cNvSpPr txBox="1"/>
          <p:nvPr/>
        </p:nvSpPr>
        <p:spPr>
          <a:xfrm>
            <a:off x="6553200" y="5181600"/>
            <a:ext cx="530860" cy="2011680"/>
          </a:xfrm>
          <a:prstGeom prst="rect">
            <a:avLst/>
          </a:prstGeom>
          <a:solidFill>
            <a:srgbClr val="F6C678"/>
          </a:solidFill>
        </p:spPr>
        <p:txBody>
          <a:bodyPr wrap="square" rtlCol="0">
            <a:noAutofit/>
          </a:bodyPr>
          <a:lstStyle/>
          <a:p>
            <a:pPr algn="ctr"/>
            <a:r>
              <a:rPr lang="zh-CN" altLang="en-US" sz="2800" dirty="0">
                <a:solidFill>
                  <a:schemeClr val="bg1"/>
                </a:solidFill>
              </a:rPr>
              <a:t>数</a:t>
            </a:r>
            <a:br>
              <a:rPr lang="zh-CN" altLang="en-US" sz="2800" dirty="0">
                <a:solidFill>
                  <a:schemeClr val="bg1"/>
                </a:solidFill>
              </a:rPr>
            </a:br>
            <a:r>
              <a:rPr lang="zh-CN" altLang="en-US" sz="2800" dirty="0">
                <a:solidFill>
                  <a:schemeClr val="bg1"/>
                </a:solidFill>
              </a:rPr>
              <a:t>据</a:t>
            </a:r>
            <a:endParaRPr lang="zh-CN" altLang="en-US" sz="2800" dirty="0">
              <a:solidFill>
                <a:schemeClr val="bg1"/>
              </a:solidFill>
            </a:endParaRPr>
          </a:p>
          <a:p>
            <a:pPr algn="ctr"/>
            <a:r>
              <a:rPr lang="zh-CN" altLang="en-US" sz="2800" dirty="0">
                <a:solidFill>
                  <a:schemeClr val="bg1"/>
                </a:solidFill>
              </a:rPr>
              <a:t>洞</a:t>
            </a:r>
            <a:br>
              <a:rPr lang="zh-CN" altLang="en-US" sz="2800" dirty="0">
                <a:solidFill>
                  <a:schemeClr val="bg1"/>
                </a:solidFill>
              </a:rPr>
            </a:br>
            <a:r>
              <a:rPr lang="zh-CN" altLang="en-US" sz="2800" dirty="0">
                <a:solidFill>
                  <a:schemeClr val="bg1"/>
                </a:solidFill>
              </a:rPr>
              <a:t>察</a:t>
            </a:r>
            <a:endParaRPr lang="zh-CN" altLang="en-US" sz="2800" dirty="0">
              <a:solidFill>
                <a:schemeClr val="bg1"/>
              </a:solidFill>
            </a:endParaRPr>
          </a:p>
          <a:p>
            <a:pPr algn="ctr"/>
            <a:endParaRPr lang="zh-CN" altLang="en-US" sz="28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par>
                                <p:cTn id="22" presetID="2" presetClass="entr" presetSubtype="4"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ppt_x"/>
                                          </p:val>
                                        </p:tav>
                                        <p:tav tm="100000">
                                          <p:val>
                                            <p:strVal val="#ppt_x"/>
                                          </p:val>
                                        </p:tav>
                                      </p:tavLst>
                                    </p:anim>
                                    <p:anim calcmode="lin" valueType="num">
                                      <p:cBhvr additive="base">
                                        <p:cTn id="2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ppt_x"/>
                                          </p:val>
                                        </p:tav>
                                        <p:tav tm="100000">
                                          <p:val>
                                            <p:strVal val="#ppt_x"/>
                                          </p:val>
                                        </p:tav>
                                      </p:tavLst>
                                    </p:anim>
                                    <p:anim calcmode="lin" valueType="num">
                                      <p:cBhvr additive="base">
                                        <p:cTn id="4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4" grpId="0" bldLvl="0" animBg="1"/>
      <p:bldP spid="14" grpId="1" animBg="1"/>
      <p:bldP spid="19" grpId="0"/>
      <p:bldP spid="19" grpId="1"/>
      <p:bldP spid="22" grpId="0" animBg="1"/>
      <p:bldP spid="22" grpId="1" animBg="1"/>
      <p:bldP spid="23" grpId="0"/>
      <p:bldP spid="23" grpId="1"/>
      <p:bldP spid="24" grpId="0"/>
      <p:bldP spid="24" grpId="1"/>
      <p:bldP spid="29" grpId="0"/>
      <p:bldP spid="29" grpId="1"/>
      <p:bldP spid="30" grpId="0" bldLvl="0" animBg="1"/>
      <p:bldP spid="30"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02 </a:t>
            </a:r>
            <a:r>
              <a:rPr lang="zh-CN" altLang="en-US"/>
              <a:t>明确美学映射</a:t>
            </a:r>
            <a:r>
              <a:rPr lang="en-US" altLang="zh-CN"/>
              <a:t>(Aes)</a:t>
            </a:r>
            <a:endParaRPr lang="en-US" altLang="zh-CN"/>
          </a:p>
        </p:txBody>
      </p:sp>
      <p:sp>
        <p:nvSpPr>
          <p:cNvPr id="31" name="文本框 30"/>
          <p:cNvSpPr txBox="1"/>
          <p:nvPr/>
        </p:nvSpPr>
        <p:spPr>
          <a:xfrm>
            <a:off x="618241" y="4097976"/>
            <a:ext cx="7450666" cy="709930"/>
          </a:xfrm>
          <a:prstGeom prst="rect">
            <a:avLst/>
          </a:prstGeom>
          <a:solidFill>
            <a:schemeClr val="accent3"/>
          </a:solidFill>
        </p:spPr>
        <p:txBody>
          <a:bodyPr wrap="square">
            <a:spAutoFit/>
          </a:bodyPr>
          <a:lstStyle/>
          <a:p>
            <a:pPr marL="0" marR="0" lvl="0" indent="0" algn="l" defTabSz="914400" rtl="0" eaLnBrk="0" fontAlgn="auto" latinLnBrk="0" hangingPunct="1">
              <a:lnSpc>
                <a:spcPct val="106000"/>
              </a:lnSpc>
              <a:spcBef>
                <a:spcPts val="0"/>
              </a:spcBef>
              <a:spcAft>
                <a:spcPts val="0"/>
              </a:spcAft>
              <a:buClrTx/>
              <a:buSzTx/>
              <a:buFontTx/>
              <a:buNone/>
              <a:defRPr/>
            </a:pPr>
            <a:endParaRPr kumimoji="0" lang="en-US" altLang="zh-CN" sz="300" b="0" i="0" u="none" strike="noStrike" kern="1200" cap="none" spc="0" normalizeH="0" baseline="0" noProof="0" dirty="0">
              <a:ln>
                <a:noFill/>
              </a:ln>
              <a:solidFill>
                <a:srgbClr val="000000"/>
              </a:solidFill>
              <a:effectLst/>
              <a:uLnTx/>
              <a:uFillTx/>
              <a:latin typeface="Arial" panose="020B0604020202090204"/>
              <a:ea typeface="Arial" panose="020B0604020202090204"/>
              <a:cs typeface="Arial" panose="020B0604020202090204"/>
            </a:endParaRPr>
          </a:p>
          <a:p>
            <a:pPr marL="107315" marR="0" lvl="0" indent="0" algn="l" defTabSz="914400" rtl="0" eaLnBrk="0" fontAlgn="auto" latinLnBrk="0" hangingPunct="1">
              <a:lnSpc>
                <a:spcPts val="2215"/>
              </a:lnSpc>
              <a:spcBef>
                <a:spcPts val="0"/>
              </a:spcBef>
              <a:spcAft>
                <a:spcPts val="0"/>
              </a:spcAft>
              <a:buClrTx/>
              <a:buSzTx/>
              <a:buFontTx/>
              <a:buNone/>
              <a:defRPr/>
            </a:pPr>
            <a:r>
              <a:rPr kumimoji="0" lang="en-US" altLang="zh-CN" sz="1600" b="0" i="0" u="none" strike="noStrike" kern="0" cap="none" spc="0" normalizeH="0" baseline="0" noProof="0" dirty="0" err="1">
                <a:ln>
                  <a:noFill/>
                </a:ln>
                <a:solidFill>
                  <a:srgbClr val="FFB454">
                    <a:alpha val="100000"/>
                  </a:srgbClr>
                </a:solidFill>
                <a:effectLst/>
                <a:uLnTx/>
                <a:uFillTx/>
                <a:latin typeface="Menlo" panose="020B0609030804020204"/>
                <a:ea typeface="Menlo" panose="020B0609030804020204"/>
                <a:cs typeface="Menlo" panose="020B0609030804020204"/>
              </a:rPr>
              <a:t>ggplot</a:t>
            </a:r>
            <a:r>
              <a:rPr kumimoji="0" lang="en-US" altLang="zh-CN" sz="1600" b="0" i="0" u="none" strike="noStrike" kern="0" cap="none" spc="190" normalizeH="0" baseline="0" noProof="0" dirty="0">
                <a:ln>
                  <a:noFill/>
                </a:ln>
                <a:solidFill>
                  <a:srgbClr val="B3B1AD">
                    <a:alpha val="100000"/>
                  </a:srgbClr>
                </a:solidFill>
                <a:effectLst/>
                <a:uLnTx/>
                <a:uFillTx/>
                <a:latin typeface="Menlo" panose="020B0609030804020204"/>
                <a:ea typeface="Menlo" panose="020B0609030804020204"/>
                <a:cs typeface="Menlo" panose="020B0609030804020204"/>
              </a:rPr>
              <a:t>(</a:t>
            </a:r>
            <a:r>
              <a:rPr kumimoji="0" lang="en-US" altLang="zh-CN" sz="1600" b="0" i="0" u="none" strike="noStrike" kern="0" cap="none" spc="0" normalizeH="0" baseline="0" noProof="0" dirty="0" err="1">
                <a:ln>
                  <a:noFill/>
                </a:ln>
                <a:solidFill>
                  <a:srgbClr val="B3B1AD">
                    <a:alpha val="100000"/>
                  </a:srgbClr>
                </a:solidFill>
                <a:effectLst/>
                <a:uLnTx/>
                <a:uFillTx/>
                <a:latin typeface="Menlo" panose="020B0609030804020204"/>
                <a:ea typeface="Menlo" panose="020B0609030804020204"/>
                <a:cs typeface="Menlo" panose="020B0609030804020204"/>
              </a:rPr>
              <a:t>nightingale</a:t>
            </a:r>
            <a:r>
              <a:rPr kumimoji="0" lang="en-US" altLang="zh-CN" sz="1600" b="0" i="0" u="none" strike="noStrike" kern="0" cap="none" spc="190" normalizeH="0" baseline="0" noProof="0" dirty="0" err="1">
                <a:ln>
                  <a:noFill/>
                </a:ln>
                <a:solidFill>
                  <a:srgbClr val="B3B1AD">
                    <a:alpha val="100000"/>
                  </a:srgbClr>
                </a:solidFill>
                <a:effectLst/>
                <a:uLnTx/>
                <a:uFillTx/>
                <a:latin typeface="Menlo" panose="020B0609030804020204"/>
                <a:ea typeface="Menlo" panose="020B0609030804020204"/>
                <a:cs typeface="Menlo" panose="020B0609030804020204"/>
              </a:rPr>
              <a:t>_</a:t>
            </a:r>
            <a:r>
              <a:rPr kumimoji="0" lang="en-US" altLang="zh-CN" sz="1600" b="0" i="0" u="none" strike="noStrike" kern="0" cap="none" spc="0" normalizeH="0" baseline="0" noProof="0" dirty="0" err="1">
                <a:ln>
                  <a:noFill/>
                </a:ln>
                <a:solidFill>
                  <a:srgbClr val="B3B1AD">
                    <a:alpha val="100000"/>
                  </a:srgbClr>
                </a:solidFill>
                <a:effectLst/>
                <a:uLnTx/>
                <a:uFillTx/>
                <a:latin typeface="Menlo" panose="020B0609030804020204"/>
                <a:ea typeface="Menlo" panose="020B0609030804020204"/>
                <a:cs typeface="Menlo" panose="020B0609030804020204"/>
              </a:rPr>
              <a:t>stat</a:t>
            </a:r>
            <a:r>
              <a:rPr kumimoji="0" lang="en-US" altLang="zh-CN" sz="1600" b="0" i="0" u="none" strike="noStrike" kern="0" cap="none" spc="190" normalizeH="0" baseline="0" noProof="0" dirty="0">
                <a:ln>
                  <a:noFill/>
                </a:ln>
                <a:solidFill>
                  <a:srgbClr val="B3B1AD">
                    <a:alpha val="100000"/>
                  </a:srgbClr>
                </a:solidFill>
                <a:effectLst/>
                <a:uLnTx/>
                <a:uFillTx/>
                <a:latin typeface="Menlo" panose="020B0609030804020204"/>
                <a:ea typeface="Menlo" panose="020B0609030804020204"/>
                <a:cs typeface="Menlo" panose="020B0609030804020204"/>
              </a:rPr>
              <a:t>,</a:t>
            </a:r>
            <a:endParaRPr kumimoji="0" lang="en-US" altLang="zh-CN" sz="1600" b="0" i="0" u="none" strike="noStrike" kern="1200" cap="none" spc="0" normalizeH="0" baseline="0" noProof="0" dirty="0">
              <a:ln>
                <a:noFill/>
              </a:ln>
              <a:solidFill>
                <a:srgbClr val="000000"/>
              </a:solidFill>
              <a:effectLst/>
              <a:uLnTx/>
              <a:uFillTx/>
              <a:latin typeface="Menlo" panose="020B0609030804020204"/>
              <a:ea typeface="Menlo" panose="020B0609030804020204"/>
              <a:cs typeface="Menlo" panose="020B0609030804020204"/>
            </a:endParaRPr>
          </a:p>
          <a:p>
            <a:pPr marL="360680" marR="0" lvl="0" indent="0" algn="l" defTabSz="914400" rtl="0" eaLnBrk="0" fontAlgn="auto" latinLnBrk="0" hangingPunct="1">
              <a:lnSpc>
                <a:spcPts val="2230"/>
              </a:lnSpc>
              <a:spcBef>
                <a:spcPts val="0"/>
              </a:spcBef>
              <a:spcAft>
                <a:spcPts val="0"/>
              </a:spcAft>
              <a:buClrTx/>
              <a:buSzTx/>
              <a:buFontTx/>
              <a:buNone/>
              <a:defRPr/>
            </a:pPr>
            <a:r>
              <a:rPr kumimoji="0" lang="en-US" altLang="zh-CN" sz="1600" b="0" i="0" u="none" strike="noStrike" kern="0" cap="none" spc="0" normalizeH="0" baseline="0" noProof="0" dirty="0" err="1">
                <a:ln>
                  <a:noFill/>
                </a:ln>
                <a:solidFill>
                  <a:srgbClr val="FFB454">
                    <a:alpha val="100000"/>
                  </a:srgbClr>
                </a:solidFill>
                <a:effectLst/>
                <a:uLnTx/>
                <a:uFillTx/>
                <a:latin typeface="Menlo" panose="020B0609030804020204"/>
                <a:ea typeface="Menlo" panose="020B0609030804020204"/>
                <a:cs typeface="Menlo" panose="020B0609030804020204"/>
              </a:rPr>
              <a:t>aes</a:t>
            </a:r>
            <a:r>
              <a:rPr kumimoji="0" lang="en-US" altLang="zh-CN" sz="1600" b="0" i="0" u="none" strike="noStrike" kern="0" cap="none" spc="0" normalizeH="0" baseline="0" noProof="0" dirty="0">
                <a:ln>
                  <a:noFill/>
                </a:ln>
                <a:solidFill>
                  <a:srgbClr val="B3B1AD">
                    <a:alpha val="100000"/>
                  </a:srgbClr>
                </a:solidFill>
                <a:effectLst/>
                <a:uLnTx/>
                <a:uFillTx/>
                <a:latin typeface="Menlo" panose="020B0609030804020204"/>
                <a:ea typeface="Menlo" panose="020B0609030804020204"/>
                <a:cs typeface="Menlo" panose="020B0609030804020204"/>
              </a:rPr>
              <a:t>(</a:t>
            </a:r>
            <a:r>
              <a:rPr kumimoji="0" lang="en-US" altLang="zh-CN" sz="1600" b="0" i="0" u="none" strike="noStrike" kern="0" cap="none" spc="0" normalizeH="0" baseline="0" noProof="0" dirty="0">
                <a:ln>
                  <a:noFill/>
                </a:ln>
                <a:solidFill>
                  <a:srgbClr val="59C2FF">
                    <a:alpha val="100000"/>
                  </a:srgbClr>
                </a:solidFill>
                <a:effectLst/>
                <a:uLnTx/>
                <a:uFillTx/>
                <a:latin typeface="Menlo" panose="020B0609030804020204"/>
                <a:ea typeface="Menlo" panose="020B0609030804020204"/>
                <a:cs typeface="Menlo" panose="020B0609030804020204"/>
              </a:rPr>
              <a:t>x = </a:t>
            </a:r>
            <a:r>
              <a:rPr lang="zh-CN" altLang="en-US" sz="1600" kern="0" noProof="0" dirty="0">
                <a:ln>
                  <a:noFill/>
                </a:ln>
                <a:solidFill>
                  <a:srgbClr val="B3B1AD">
                    <a:alpha val="100000"/>
                  </a:srgbClr>
                </a:solidFill>
                <a:effectLst/>
                <a:uLnTx/>
                <a:uFillTx/>
                <a:latin typeface="PingFang SC" panose="020B0400000000000000" charset="-122"/>
                <a:ea typeface="PingFang SC" panose="020B0400000000000000" charset="-122"/>
                <a:cs typeface="PingFang SC" panose="020B0400000000000000" charset="-122"/>
                <a:sym typeface="+mn-ea"/>
              </a:rPr>
              <a:t>死亡原因</a:t>
            </a:r>
            <a:r>
              <a:rPr kumimoji="0" lang="en-US" altLang="zh-CN" sz="1600" b="0" i="0" u="none" strike="noStrike" kern="0" cap="none" spc="0" normalizeH="0" baseline="0" noProof="0" dirty="0">
                <a:ln>
                  <a:noFill/>
                </a:ln>
                <a:solidFill>
                  <a:srgbClr val="B3B1AD">
                    <a:alpha val="100000"/>
                  </a:srgbClr>
                </a:solidFill>
                <a:effectLst/>
                <a:uLnTx/>
                <a:uFillTx/>
                <a:latin typeface="Menlo" panose="020B0609030804020204"/>
                <a:ea typeface="Menlo" panose="020B0609030804020204"/>
                <a:cs typeface="Menlo" panose="020B0609030804020204"/>
              </a:rPr>
              <a:t>,</a:t>
            </a:r>
            <a:r>
              <a:rPr kumimoji="0" lang="en-US" altLang="zh-CN" sz="1600" b="0" i="0" u="none" strike="noStrike" kern="0" cap="none" spc="110" normalizeH="0" baseline="0" noProof="0" dirty="0">
                <a:ln>
                  <a:noFill/>
                </a:ln>
                <a:solidFill>
                  <a:srgbClr val="B3B1AD">
                    <a:alpha val="100000"/>
                  </a:srgbClr>
                </a:solidFill>
                <a:effectLst/>
                <a:uLnTx/>
                <a:uFillTx/>
                <a:latin typeface="Menlo" panose="020B0609030804020204"/>
                <a:ea typeface="Menlo" panose="020B0609030804020204"/>
                <a:cs typeface="Menlo" panose="020B0609030804020204"/>
              </a:rPr>
              <a:t> </a:t>
            </a:r>
            <a:r>
              <a:rPr kumimoji="0" lang="en-US" altLang="zh-CN" sz="1600" b="0" i="0" u="none" strike="noStrike" kern="0" cap="none" spc="0" normalizeH="0" baseline="0" noProof="0" dirty="0">
                <a:ln>
                  <a:noFill/>
                </a:ln>
                <a:solidFill>
                  <a:srgbClr val="59C2FF">
                    <a:alpha val="100000"/>
                  </a:srgbClr>
                </a:solidFill>
                <a:effectLst/>
                <a:uLnTx/>
                <a:uFillTx/>
                <a:latin typeface="Menlo" panose="020B0609030804020204"/>
                <a:ea typeface="Menlo" panose="020B0609030804020204"/>
                <a:cs typeface="Menlo" panose="020B0609030804020204"/>
              </a:rPr>
              <a:t>y</a:t>
            </a:r>
            <a:r>
              <a:rPr kumimoji="0" lang="en-US" altLang="zh-CN" sz="1600" b="0" i="0" u="none" strike="noStrike" kern="0" cap="none" spc="100" normalizeH="0" baseline="0" noProof="0" dirty="0">
                <a:ln>
                  <a:noFill/>
                </a:ln>
                <a:solidFill>
                  <a:srgbClr val="59C2FF">
                    <a:alpha val="100000"/>
                  </a:srgbClr>
                </a:solidFill>
                <a:effectLst/>
                <a:uLnTx/>
                <a:uFillTx/>
                <a:latin typeface="Menlo" panose="020B0609030804020204"/>
                <a:ea typeface="Menlo" panose="020B0609030804020204"/>
                <a:cs typeface="Menlo" panose="020B0609030804020204"/>
              </a:rPr>
              <a:t> </a:t>
            </a:r>
            <a:r>
              <a:rPr kumimoji="0" lang="en-US" altLang="zh-CN" sz="1600" b="0" i="0" u="none" strike="noStrike" kern="0" cap="none" spc="0" normalizeH="0" baseline="0" noProof="0" dirty="0">
                <a:ln>
                  <a:noFill/>
                </a:ln>
                <a:solidFill>
                  <a:srgbClr val="59C2FF">
                    <a:alpha val="100000"/>
                  </a:srgbClr>
                </a:solidFill>
                <a:effectLst/>
                <a:uLnTx/>
                <a:uFillTx/>
                <a:latin typeface="Menlo" panose="020B0609030804020204"/>
                <a:ea typeface="Menlo" panose="020B0609030804020204"/>
                <a:cs typeface="Menlo" panose="020B0609030804020204"/>
              </a:rPr>
              <a:t>=</a:t>
            </a:r>
            <a:r>
              <a:rPr kumimoji="0" lang="en-US" altLang="zh-CN" sz="1600" b="0" i="0" u="none" strike="noStrike" kern="0" cap="none" spc="100" normalizeH="0" baseline="0" noProof="0" dirty="0">
                <a:ln>
                  <a:noFill/>
                </a:ln>
                <a:solidFill>
                  <a:srgbClr val="59C2FF">
                    <a:alpha val="100000"/>
                  </a:srgbClr>
                </a:solidFill>
                <a:effectLst/>
                <a:uLnTx/>
                <a:uFillTx/>
                <a:latin typeface="Menlo" panose="020B0609030804020204"/>
                <a:ea typeface="Menlo" panose="020B0609030804020204"/>
                <a:cs typeface="Menlo" panose="020B0609030804020204"/>
              </a:rPr>
              <a:t> </a:t>
            </a:r>
            <a:r>
              <a:rPr kumimoji="0" lang="zh-CN" altLang="en-US" sz="1600" b="0" i="0" u="none" strike="noStrike" kern="0" cap="none" spc="0" normalizeH="0" baseline="0" noProof="0" dirty="0">
                <a:ln>
                  <a:noFill/>
                </a:ln>
                <a:solidFill>
                  <a:srgbClr val="B3B1AD">
                    <a:alpha val="100000"/>
                  </a:srgbClr>
                </a:solidFill>
                <a:effectLst/>
                <a:uLnTx/>
                <a:uFillTx/>
                <a:latin typeface="PingFang SC" panose="020B0400000000000000" charset="-122"/>
                <a:ea typeface="PingFang SC" panose="020B0400000000000000" charset="-122"/>
                <a:cs typeface="PingFang SC" panose="020B0400000000000000" charset="-122"/>
              </a:rPr>
              <a:t>总死亡</a:t>
            </a:r>
            <a:r>
              <a:rPr kumimoji="0" lang="zh-CN" altLang="en-US" sz="1600" b="0" i="0" u="none" strike="noStrike" kern="0" cap="none" spc="0" normalizeH="0" baseline="0" noProof="0" dirty="0">
                <a:ln>
                  <a:noFill/>
                </a:ln>
                <a:solidFill>
                  <a:srgbClr val="B3B1AD">
                    <a:alpha val="100000"/>
                  </a:srgbClr>
                </a:solidFill>
                <a:effectLst/>
                <a:uLnTx/>
                <a:uFillTx/>
                <a:latin typeface="PingFang SC" panose="020B0400000000000000" charset="-122"/>
                <a:ea typeface="PingFang SC" panose="020B0400000000000000" charset="-122"/>
                <a:cs typeface="PingFang SC" panose="020B0400000000000000" charset="-122"/>
              </a:rPr>
              <a:t>人数</a:t>
            </a:r>
            <a:r>
              <a:rPr kumimoji="0" lang="zh-CN" altLang="en-US" sz="1600" b="0" i="0" u="none" strike="noStrike" kern="0" cap="none" spc="-270" normalizeH="0" baseline="0" noProof="0" dirty="0">
                <a:ln>
                  <a:noFill/>
                </a:ln>
                <a:solidFill>
                  <a:srgbClr val="B3B1AD">
                    <a:alpha val="100000"/>
                  </a:srgbClr>
                </a:solidFill>
                <a:effectLst/>
                <a:uLnTx/>
                <a:uFillTx/>
                <a:latin typeface="PingFang SC" panose="020B0400000000000000" charset="-122"/>
                <a:ea typeface="PingFang SC" panose="020B0400000000000000" charset="-122"/>
                <a:cs typeface="PingFang SC" panose="020B0400000000000000" charset="-122"/>
              </a:rPr>
              <a:t> </a:t>
            </a:r>
            <a:r>
              <a:rPr kumimoji="0" lang="en-US" altLang="zh-CN" sz="1600" b="0" i="0" u="none" strike="noStrike" kern="0" cap="none" spc="0" normalizeH="0" baseline="0" noProof="0" dirty="0">
                <a:ln>
                  <a:noFill/>
                </a:ln>
                <a:solidFill>
                  <a:srgbClr val="B3B1AD">
                    <a:alpha val="100000"/>
                  </a:srgbClr>
                </a:solidFill>
                <a:effectLst/>
                <a:uLnTx/>
                <a:uFillTx/>
                <a:latin typeface="Menlo" panose="020B0609030804020204"/>
                <a:ea typeface="Menlo" panose="020B0609030804020204"/>
                <a:cs typeface="Menlo" panose="020B0609030804020204"/>
              </a:rPr>
              <a:t>))</a:t>
            </a:r>
            <a:r>
              <a:rPr kumimoji="0" lang="zh-CN" altLang="en-US" sz="1600" b="0" i="0" u="none" strike="noStrike" kern="0" cap="none" spc="120" normalizeH="0" baseline="0" noProof="0" dirty="0">
                <a:ln>
                  <a:noFill/>
                </a:ln>
                <a:solidFill>
                  <a:srgbClr val="B3B1AD">
                    <a:alpha val="100000"/>
                  </a:srgbClr>
                </a:solidFill>
                <a:effectLst/>
                <a:uLnTx/>
                <a:uFillTx/>
                <a:latin typeface="Menlo" panose="020B0609030804020204"/>
                <a:ea typeface="Menlo" panose="020B0609030804020204"/>
                <a:cs typeface="Menlo" panose="020B0609030804020204"/>
              </a:rPr>
              <a:t> </a:t>
            </a:r>
            <a:endParaRPr kumimoji="0" lang="zh-CN" altLang="en-US" sz="1600" b="0" i="0" u="none" strike="noStrike" kern="1200" cap="none" spc="0" normalizeH="0" baseline="0" noProof="0" dirty="0">
              <a:ln>
                <a:noFill/>
              </a:ln>
              <a:solidFill>
                <a:srgbClr val="000000"/>
              </a:solidFill>
              <a:effectLst/>
              <a:uLnTx/>
              <a:uFillTx/>
              <a:latin typeface="Menlo" panose="020B0609030804020204"/>
              <a:ea typeface="Menlo" panose="020B0609030804020204"/>
              <a:cs typeface="Menlo" panose="020B0609030804020204"/>
            </a:endParaRPr>
          </a:p>
        </p:txBody>
      </p:sp>
      <p:pic>
        <p:nvPicPr>
          <p:cNvPr id="32" name="Picture 1" descr="01-ggplot2-7_files/figure-pptx/unnamed-chunk-9-1.png"/>
          <p:cNvPicPr>
            <a:picLocks noGrp="1" noChangeAspect="1"/>
          </p:cNvPicPr>
          <p:nvPr/>
        </p:nvPicPr>
        <p:blipFill>
          <a:blip r:embed="rId1"/>
          <a:stretch>
            <a:fillRect/>
          </a:stretch>
        </p:blipFill>
        <p:spPr bwMode="auto">
          <a:xfrm>
            <a:off x="7339712" y="2203016"/>
            <a:ext cx="6116773" cy="4885724"/>
          </a:xfrm>
          <a:prstGeom prst="rect">
            <a:avLst/>
          </a:prstGeom>
          <a:noFill/>
          <a:ln w="9525">
            <a:noFill/>
          </a:ln>
        </p:spPr>
      </p:pic>
      <p:sp>
        <p:nvSpPr>
          <p:cNvPr id="4" name="Text 1"/>
          <p:cNvSpPr/>
          <p:nvPr/>
        </p:nvSpPr>
        <p:spPr>
          <a:xfrm>
            <a:off x="728424" y="3743444"/>
            <a:ext cx="2601635" cy="325160"/>
          </a:xfrm>
          <a:prstGeom prst="rect">
            <a:avLst/>
          </a:prstGeom>
          <a:noFill/>
        </p:spPr>
        <p:txBody>
          <a:bodyPr wrap="none" lIns="0" tIns="0" rIns="0" bIns="0" rtlCol="0" anchor="t"/>
          <a:lstStyle/>
          <a:p>
            <a:pPr marL="0" indent="0" algn="l">
              <a:lnSpc>
                <a:spcPts val="2550"/>
              </a:lnSpc>
              <a:buNone/>
            </a:pPr>
            <a:r>
              <a:rPr lang="en-US" sz="2000" dirty="0">
                <a:solidFill>
                  <a:srgbClr val="3A3A3A"/>
                </a:solidFill>
                <a:latin typeface="Noto Serif Medium" pitchFamily="34" charset="0"/>
                <a:ea typeface="Noto Serif Medium" pitchFamily="34" charset="-122"/>
                <a:cs typeface="Noto Serif Medium" pitchFamily="34" charset="-120"/>
              </a:rPr>
              <a:t>代码</a:t>
            </a:r>
            <a:endParaRPr lang="en-US" sz="2000" dirty="0"/>
          </a:p>
        </p:txBody>
      </p:sp>
      <p:sp>
        <p:nvSpPr>
          <p:cNvPr id="11" name="Text 8"/>
          <p:cNvSpPr/>
          <p:nvPr/>
        </p:nvSpPr>
        <p:spPr>
          <a:xfrm>
            <a:off x="7576661" y="1722120"/>
            <a:ext cx="6332934" cy="332899"/>
          </a:xfrm>
          <a:prstGeom prst="rect">
            <a:avLst/>
          </a:prstGeom>
          <a:noFill/>
        </p:spPr>
        <p:txBody>
          <a:bodyPr wrap="none" lIns="0" tIns="0" rIns="0" bIns="0" rtlCol="0" anchor="t"/>
          <a:lstStyle/>
          <a:p>
            <a:pPr marL="0" indent="0" algn="l">
              <a:lnSpc>
                <a:spcPts val="2600"/>
              </a:lnSpc>
              <a:buNone/>
            </a:pPr>
            <a:endParaRPr lang="en-US" sz="1600" dirty="0"/>
          </a:p>
        </p:txBody>
      </p:sp>
      <p:sp>
        <p:nvSpPr>
          <p:cNvPr id="13" name="Text 9"/>
          <p:cNvSpPr/>
          <p:nvPr/>
        </p:nvSpPr>
        <p:spPr>
          <a:xfrm>
            <a:off x="9524802" y="7238802"/>
            <a:ext cx="2601635" cy="325160"/>
          </a:xfrm>
          <a:prstGeom prst="rect">
            <a:avLst/>
          </a:prstGeom>
          <a:noFill/>
        </p:spPr>
        <p:txBody>
          <a:bodyPr wrap="none" lIns="0" tIns="0" rIns="0" bIns="0" rtlCol="0" anchor="t"/>
          <a:lstStyle/>
          <a:p>
            <a:pPr marL="0" indent="0" algn="ctr">
              <a:lnSpc>
                <a:spcPts val="2550"/>
              </a:lnSpc>
              <a:buNone/>
            </a:pPr>
            <a:r>
              <a:rPr lang="en-US" sz="2000" dirty="0">
                <a:solidFill>
                  <a:srgbClr val="3A3A3A"/>
                </a:solidFill>
                <a:latin typeface="Noto Serif Medium" pitchFamily="34" charset="0"/>
                <a:ea typeface="Noto Serif Medium" pitchFamily="34" charset="-122"/>
                <a:cs typeface="Noto Serif Medium" pitchFamily="34" charset="-120"/>
              </a:rPr>
              <a:t>结果展示</a:t>
            </a:r>
            <a:endParaRPr lang="en-US" sz="2000" dirty="0"/>
          </a:p>
        </p:txBody>
      </p:sp>
      <p:sp>
        <p:nvSpPr>
          <p:cNvPr id="14" name="Text 10"/>
          <p:cNvSpPr/>
          <p:nvPr/>
        </p:nvSpPr>
        <p:spPr>
          <a:xfrm>
            <a:off x="7576661" y="7569518"/>
            <a:ext cx="6332934" cy="332899"/>
          </a:xfrm>
          <a:prstGeom prst="rect">
            <a:avLst/>
          </a:prstGeom>
          <a:noFill/>
        </p:spPr>
        <p:txBody>
          <a:bodyPr wrap="none" lIns="0" tIns="0" rIns="0" bIns="0" rtlCol="0" anchor="t"/>
          <a:lstStyle/>
          <a:p>
            <a:pPr marL="0" indent="0" algn="l">
              <a:lnSpc>
                <a:spcPts val="2600"/>
              </a:lnSpc>
              <a:buNone/>
            </a:pPr>
            <a:endParaRPr lang="en-US" sz="1600" dirty="0"/>
          </a:p>
        </p:txBody>
      </p:sp>
      <p:sp>
        <p:nvSpPr>
          <p:cNvPr id="16" name="圆角矩形 15"/>
          <p:cNvSpPr/>
          <p:nvPr/>
        </p:nvSpPr>
        <p:spPr>
          <a:xfrm>
            <a:off x="1580515" y="4145915"/>
            <a:ext cx="2145030" cy="354965"/>
          </a:xfrm>
          <a:prstGeom prst="roundRect">
            <a:avLst/>
          </a:prstGeom>
          <a:noFill/>
          <a:ln w="57150">
            <a:solidFill>
              <a:srgbClr val="F8BA7A"/>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0" name="曲线连接符 19"/>
          <p:cNvCxnSpPr/>
          <p:nvPr/>
        </p:nvCxnSpPr>
        <p:spPr>
          <a:xfrm flipV="1">
            <a:off x="4191000" y="3743325"/>
            <a:ext cx="3148965" cy="807085"/>
          </a:xfrm>
          <a:prstGeom prst="curvedConnector3">
            <a:avLst>
              <a:gd name="adj1" fmla="val 50010"/>
            </a:avLst>
          </a:prstGeom>
          <a:ln w="57150">
            <a:solidFill>
              <a:srgbClr val="95D1BD"/>
            </a:solidFill>
            <a:tailEnd type="arrow"/>
          </a:ln>
        </p:spPr>
        <p:style>
          <a:lnRef idx="2">
            <a:schemeClr val="accent1"/>
          </a:lnRef>
          <a:fillRef idx="0">
            <a:srgbClr val="FFFFFF"/>
          </a:fillRef>
          <a:effectRef idx="0">
            <a:srgbClr val="FFFFFF"/>
          </a:effectRef>
          <a:fontRef idx="minor">
            <a:schemeClr val="tx1"/>
          </a:fontRef>
        </p:style>
      </p:cxnSp>
      <p:cxnSp>
        <p:nvCxnSpPr>
          <p:cNvPr id="21" name="曲线连接符 20"/>
          <p:cNvCxnSpPr/>
          <p:nvPr/>
        </p:nvCxnSpPr>
        <p:spPr>
          <a:xfrm>
            <a:off x="2209800" y="4808220"/>
            <a:ext cx="7848600" cy="2317115"/>
          </a:xfrm>
          <a:prstGeom prst="curvedConnector3">
            <a:avLst>
              <a:gd name="adj1" fmla="val 50008"/>
            </a:avLst>
          </a:prstGeom>
          <a:ln w="57150">
            <a:solidFill>
              <a:srgbClr val="95D1BD"/>
            </a:solidFill>
            <a:tailEnd type="arrow"/>
          </a:ln>
        </p:spPr>
        <p:style>
          <a:lnRef idx="2">
            <a:schemeClr val="accent1"/>
          </a:lnRef>
          <a:fillRef idx="0">
            <a:srgbClr val="FFFFFF"/>
          </a:fillRef>
          <a:effectRef idx="0">
            <a:srgbClr val="FFFFFF"/>
          </a:effectRef>
          <a:fontRef idx="minor">
            <a:schemeClr val="tx1"/>
          </a:fontRef>
        </p:style>
      </p:cxnSp>
      <p:grpSp>
        <p:nvGrpSpPr>
          <p:cNvPr id="5" name="组合 4"/>
          <p:cNvGrpSpPr/>
          <p:nvPr/>
        </p:nvGrpSpPr>
        <p:grpSpPr>
          <a:xfrm>
            <a:off x="499745" y="7519670"/>
            <a:ext cx="6332220" cy="332740"/>
            <a:chOff x="360" y="12076"/>
            <a:chExt cx="9972" cy="524"/>
          </a:xfrm>
        </p:grpSpPr>
        <p:sp>
          <p:nvSpPr>
            <p:cNvPr id="10" name="Text 7"/>
            <p:cNvSpPr/>
            <p:nvPr/>
          </p:nvSpPr>
          <p:spPr>
            <a:xfrm>
              <a:off x="360" y="12076"/>
              <a:ext cx="9973" cy="524"/>
            </a:xfrm>
            <a:prstGeom prst="rect">
              <a:avLst/>
            </a:prstGeom>
            <a:noFill/>
          </p:spPr>
          <p:txBody>
            <a:bodyPr wrap="none" lIns="0" tIns="0" rIns="0" bIns="0" rtlCol="0" anchor="t"/>
            <a:lstStyle/>
            <a:p>
              <a:pPr marL="0" indent="0" algn="l">
                <a:lnSpc>
                  <a:spcPts val="2600"/>
                </a:lnSpc>
                <a:buNone/>
              </a:pPr>
              <a:r>
                <a:rPr lang="en-US" sz="1600" dirty="0">
                  <a:solidFill>
                    <a:srgbClr val="4C4C4C"/>
                  </a:solidFill>
                  <a:latin typeface="Noto Serif" pitchFamily="34" charset="0"/>
                  <a:ea typeface="Noto Serif" pitchFamily="34" charset="-122"/>
                  <a:cs typeface="Noto Serif" pitchFamily="34" charset="-120"/>
                </a:rPr>
                <a:t>进度：●○○○○ 1/5</a:t>
              </a:r>
              <a:endParaRPr lang="en-US" sz="1600" dirty="0"/>
            </a:p>
          </p:txBody>
        </p:sp>
        <p:sp>
          <p:nvSpPr>
            <p:cNvPr id="19" name="Shape 6"/>
            <p:cNvSpPr/>
            <p:nvPr/>
          </p:nvSpPr>
          <p:spPr>
            <a:xfrm>
              <a:off x="1253" y="12234"/>
              <a:ext cx="8064" cy="270"/>
            </a:xfrm>
            <a:prstGeom prst="rect">
              <a:avLst/>
            </a:prstGeom>
            <a:solidFill>
              <a:srgbClr val="CBD5E0"/>
            </a:solidFill>
          </p:spPr>
          <p:txBody>
            <a:bodyPr/>
            <a:lstStyle/>
            <a:p>
              <a:endParaRPr lang="zh-CN" altLang="en-US"/>
            </a:p>
          </p:txBody>
        </p:sp>
        <p:sp>
          <p:nvSpPr>
            <p:cNvPr id="22" name="Shape 7"/>
            <p:cNvSpPr/>
            <p:nvPr/>
          </p:nvSpPr>
          <p:spPr>
            <a:xfrm>
              <a:off x="1253" y="12234"/>
              <a:ext cx="1613" cy="270"/>
            </a:xfrm>
            <a:prstGeom prst="rect">
              <a:avLst/>
            </a:prstGeom>
            <a:solidFill>
              <a:srgbClr val="4299E1"/>
            </a:solidFill>
          </p:spPr>
          <p:txBody>
            <a:bodyPr/>
            <a:lstStyle/>
            <a:p>
              <a:endParaRPr lang="zh-CN" altLang="en-US"/>
            </a:p>
          </p:txBody>
        </p:sp>
      </p:grpSp>
      <p:sp>
        <p:nvSpPr>
          <p:cNvPr id="26" name="菱形 25"/>
          <p:cNvSpPr/>
          <p:nvPr/>
        </p:nvSpPr>
        <p:spPr>
          <a:xfrm>
            <a:off x="3047485" y="2863993"/>
            <a:ext cx="3336290" cy="805815"/>
          </a:xfrm>
          <a:prstGeom prst="diamond">
            <a:avLst/>
          </a:prstGeom>
          <a:solidFill>
            <a:srgbClr val="5695A0"/>
          </a:solidFill>
          <a:ln>
            <a:solidFill>
              <a:srgbClr val="5695A0"/>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27" name="文本框 26"/>
          <p:cNvSpPr txBox="1"/>
          <p:nvPr/>
        </p:nvSpPr>
        <p:spPr>
          <a:xfrm>
            <a:off x="548006" y="3006374"/>
            <a:ext cx="2350414" cy="540385"/>
          </a:xfrm>
          <a:prstGeom prst="rect">
            <a:avLst/>
          </a:prstGeom>
          <a:noFill/>
        </p:spPr>
        <p:txBody>
          <a:bodyPr wrap="square" rtlCol="0">
            <a:noAutofit/>
          </a:bodyPr>
          <a:lstStyle/>
          <a:p>
            <a:pPr algn="r">
              <a:lnSpc>
                <a:spcPct val="140000"/>
              </a:lnSpc>
            </a:pPr>
            <a:r>
              <a:rPr lang="zh-CN" altLang="en-US" sz="2400" kern="100" dirty="0">
                <a:solidFill>
                  <a:srgbClr val="5695A0"/>
                </a:solidFill>
                <a:effectLst/>
                <a:latin typeface="微软雅黑" panose="020B0503020204020204" pitchFamily="34" charset="-122"/>
                <a:cs typeface="江城圆体 400W" panose="020B0500000000000000" pitchFamily="34" charset="-122"/>
              </a:rPr>
              <a:t>数据</a:t>
            </a:r>
            <a:r>
              <a:rPr lang="en-US" altLang="zh-CN" sz="2400" kern="100" dirty="0">
                <a:solidFill>
                  <a:srgbClr val="5695A0"/>
                </a:solidFill>
                <a:effectLst/>
                <a:latin typeface="微软雅黑" panose="020B0503020204020204" pitchFamily="34" charset="-122"/>
                <a:cs typeface="江城圆体 400W" panose="020B0500000000000000" pitchFamily="34" charset="-122"/>
              </a:rPr>
              <a:t>(Data)</a:t>
            </a:r>
            <a:endParaRPr lang="zh-CN" altLang="en-US" sz="2400" kern="100" dirty="0">
              <a:solidFill>
                <a:srgbClr val="5695A0"/>
              </a:solidFill>
              <a:effectLst/>
              <a:latin typeface="微软雅黑" panose="020B0503020204020204" pitchFamily="34" charset="-122"/>
              <a:cs typeface="江城圆体 400W" panose="020B0500000000000000" pitchFamily="34" charset="-122"/>
            </a:endParaRPr>
          </a:p>
        </p:txBody>
      </p:sp>
      <p:sp>
        <p:nvSpPr>
          <p:cNvPr id="28" name="菱形 27"/>
          <p:cNvSpPr/>
          <p:nvPr/>
        </p:nvSpPr>
        <p:spPr>
          <a:xfrm>
            <a:off x="3048120" y="2362343"/>
            <a:ext cx="3336290" cy="805815"/>
          </a:xfrm>
          <a:prstGeom prst="diamond">
            <a:avLst/>
          </a:prstGeom>
          <a:solidFill>
            <a:srgbClr val="3AA8A9"/>
          </a:solidFill>
          <a:ln>
            <a:solidFill>
              <a:srgbClr val="3AA8A9"/>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29" name="文本框 28"/>
          <p:cNvSpPr txBox="1"/>
          <p:nvPr/>
        </p:nvSpPr>
        <p:spPr>
          <a:xfrm>
            <a:off x="568604" y="2420269"/>
            <a:ext cx="2329180" cy="540385"/>
          </a:xfrm>
          <a:prstGeom prst="rect">
            <a:avLst/>
          </a:prstGeom>
          <a:noFill/>
        </p:spPr>
        <p:txBody>
          <a:bodyPr wrap="square" rtlCol="0">
            <a:noAutofit/>
          </a:bodyPr>
          <a:lstStyle/>
          <a:p>
            <a:pPr algn="r">
              <a:lnSpc>
                <a:spcPct val="140000"/>
              </a:lnSpc>
            </a:pPr>
            <a:r>
              <a:rPr lang="zh-CN" altLang="en-US" sz="2400" kern="100" dirty="0">
                <a:solidFill>
                  <a:srgbClr val="3AA8A9"/>
                </a:solidFill>
                <a:effectLst/>
                <a:latin typeface="微软雅黑" panose="020B0503020204020204" pitchFamily="34" charset="-122"/>
                <a:cs typeface="江城圆体 400W" panose="020B0500000000000000" pitchFamily="34" charset="-122"/>
              </a:rPr>
              <a:t>美学映射</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r>
              <a:rPr lang="en-US" altLang="zh-CN" sz="2400" kern="100" dirty="0" err="1">
                <a:solidFill>
                  <a:srgbClr val="3AA8A9"/>
                </a:solidFill>
                <a:effectLst/>
                <a:latin typeface="微软雅黑" panose="020B0503020204020204" pitchFamily="34" charset="-122"/>
                <a:cs typeface="江城圆体 400W" panose="020B0500000000000000" pitchFamily="34" charset="-122"/>
              </a:rPr>
              <a:t>Aes</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endParaRPr lang="zh-CN" altLang="en-US" sz="2400" kern="100" dirty="0">
              <a:solidFill>
                <a:srgbClr val="3AA8A9"/>
              </a:solidFill>
              <a:effectLst/>
              <a:latin typeface="微软雅黑" panose="020B0503020204020204" pitchFamily="34" charset="-122"/>
              <a:cs typeface="江城圆体 400W" panose="020B0500000000000000" pitchFamily="34" charset="-122"/>
            </a:endParaRPr>
          </a:p>
        </p:txBody>
      </p:sp>
      <p:sp>
        <p:nvSpPr>
          <p:cNvPr id="2" name="文本框 1"/>
          <p:cNvSpPr txBox="1"/>
          <p:nvPr/>
        </p:nvSpPr>
        <p:spPr>
          <a:xfrm>
            <a:off x="762000" y="1447800"/>
            <a:ext cx="12101195" cy="521970"/>
          </a:xfrm>
          <a:prstGeom prst="rect">
            <a:avLst/>
          </a:prstGeom>
          <a:noFill/>
        </p:spPr>
        <p:txBody>
          <a:bodyPr wrap="square" rtlCol="0">
            <a:spAutoFit/>
          </a:bodyPr>
          <a:p>
            <a:r>
              <a:rPr lang="zh-CN" altLang="en-US" sz="2800" dirty="0">
                <a:solidFill>
                  <a:srgbClr val="618CAC"/>
                </a:solidFill>
              </a:rPr>
              <a:t>数据如何映射到视觉属性？</a:t>
            </a:r>
            <a:endParaRPr lang="zh-CN" altLang="en-US" sz="2800" dirty="0">
              <a:solidFill>
                <a:srgbClr val="618CA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 presetClass="entr" presetSubtype="1"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 calcmode="lin" valueType="num">
                                      <p:cBhvr additive="base">
                                        <p:cTn id="10" dur="500" fill="hold"/>
                                        <p:tgtEl>
                                          <p:spTgt spid="26"/>
                                        </p:tgtEl>
                                        <p:attrNameLst>
                                          <p:attrName>ppt_x</p:attrName>
                                        </p:attrNameLst>
                                      </p:cBhvr>
                                      <p:tavLst>
                                        <p:tav tm="0">
                                          <p:val>
                                            <p:strVal val="#ppt_x"/>
                                          </p:val>
                                        </p:tav>
                                        <p:tav tm="100000">
                                          <p:val>
                                            <p:strVal val="#ppt_x"/>
                                          </p:val>
                                        </p:tav>
                                      </p:tavLst>
                                    </p:anim>
                                    <p:anim calcmode="lin" valueType="num">
                                      <p:cBhvr additive="base">
                                        <p:cTn id="11" dur="500" fill="hold"/>
                                        <p:tgtEl>
                                          <p:spTgt spid="26"/>
                                        </p:tgtEl>
                                        <p:attrNameLst>
                                          <p:attrName>ppt_y</p:attrName>
                                        </p:attrNameLst>
                                      </p:cBhvr>
                                      <p:tavLst>
                                        <p:tav tm="0">
                                          <p:val>
                                            <p:strVal val="0-#ppt_h/2"/>
                                          </p:val>
                                        </p:tav>
                                        <p:tav tm="100000">
                                          <p:val>
                                            <p:strVal val="#ppt_y"/>
                                          </p:val>
                                        </p:tav>
                                      </p:tavLst>
                                    </p:anim>
                                  </p:childTnLst>
                                </p:cTn>
                              </p:par>
                              <p:par>
                                <p:cTn id="12" presetID="2" presetClass="entr" presetSubtype="1"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 calcmode="lin" valueType="num">
                                      <p:cBhvr additive="base">
                                        <p:cTn id="14" dur="500" fill="hold"/>
                                        <p:tgtEl>
                                          <p:spTgt spid="27"/>
                                        </p:tgtEl>
                                        <p:attrNameLst>
                                          <p:attrName>ppt_x</p:attrName>
                                        </p:attrNameLst>
                                      </p:cBhvr>
                                      <p:tavLst>
                                        <p:tav tm="0">
                                          <p:val>
                                            <p:strVal val="#ppt_x"/>
                                          </p:val>
                                        </p:tav>
                                        <p:tav tm="100000">
                                          <p:val>
                                            <p:strVal val="#ppt_x"/>
                                          </p:val>
                                        </p:tav>
                                      </p:tavLst>
                                    </p:anim>
                                    <p:anim calcmode="lin" valueType="num">
                                      <p:cBhvr additive="base">
                                        <p:cTn id="15" dur="500" fill="hold"/>
                                        <p:tgtEl>
                                          <p:spTgt spid="27"/>
                                        </p:tgtEl>
                                        <p:attrNameLst>
                                          <p:attrName>ppt_y</p:attrName>
                                        </p:attrNameLst>
                                      </p:cBhvr>
                                      <p:tavLst>
                                        <p:tav tm="0">
                                          <p:val>
                                            <p:strVal val="0-#ppt_h/2"/>
                                          </p:val>
                                        </p:tav>
                                        <p:tav tm="100000">
                                          <p:val>
                                            <p:strVal val="#ppt_y"/>
                                          </p:val>
                                        </p:tav>
                                      </p:tavLst>
                                    </p:anim>
                                  </p:childTnLst>
                                </p:cTn>
                              </p:par>
                              <p:par>
                                <p:cTn id="16" presetID="2" presetClass="entr" presetSubtype="9"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500" fill="hold"/>
                                        <p:tgtEl>
                                          <p:spTgt spid="28"/>
                                        </p:tgtEl>
                                        <p:attrNameLst>
                                          <p:attrName>ppt_x</p:attrName>
                                        </p:attrNameLst>
                                      </p:cBhvr>
                                      <p:tavLst>
                                        <p:tav tm="0">
                                          <p:val>
                                            <p:strVal val="0-#ppt_w/2"/>
                                          </p:val>
                                        </p:tav>
                                        <p:tav tm="100000">
                                          <p:val>
                                            <p:strVal val="#ppt_x"/>
                                          </p:val>
                                        </p:tav>
                                      </p:tavLst>
                                    </p:anim>
                                    <p:anim calcmode="lin" valueType="num">
                                      <p:cBhvr additive="base">
                                        <p:cTn id="19" dur="500" fill="hold"/>
                                        <p:tgtEl>
                                          <p:spTgt spid="28"/>
                                        </p:tgtEl>
                                        <p:attrNameLst>
                                          <p:attrName>ppt_y</p:attrName>
                                        </p:attrNameLst>
                                      </p:cBhvr>
                                      <p:tavLst>
                                        <p:tav tm="0">
                                          <p:val>
                                            <p:strVal val="0-#ppt_h/2"/>
                                          </p:val>
                                        </p:tav>
                                        <p:tav tm="100000">
                                          <p:val>
                                            <p:strVal val="#ppt_y"/>
                                          </p:val>
                                        </p:tav>
                                      </p:tavLst>
                                    </p:anim>
                                  </p:childTnLst>
                                </p:cTn>
                              </p:par>
                              <p:par>
                                <p:cTn id="20" presetID="2" presetClass="entr" presetSubtype="9"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500" fill="hold"/>
                                        <p:tgtEl>
                                          <p:spTgt spid="29"/>
                                        </p:tgtEl>
                                        <p:attrNameLst>
                                          <p:attrName>ppt_x</p:attrName>
                                        </p:attrNameLst>
                                      </p:cBhvr>
                                      <p:tavLst>
                                        <p:tav tm="0">
                                          <p:val>
                                            <p:strVal val="0-#ppt_w/2"/>
                                          </p:val>
                                        </p:tav>
                                        <p:tav tm="100000">
                                          <p:val>
                                            <p:strVal val="#ppt_x"/>
                                          </p:val>
                                        </p:tav>
                                      </p:tavLst>
                                    </p:anim>
                                    <p:anim calcmode="lin" valueType="num">
                                      <p:cBhvr additive="base">
                                        <p:cTn id="23" dur="500" fill="hold"/>
                                        <p:tgtEl>
                                          <p:spTgt spid="29"/>
                                        </p:tgtEl>
                                        <p:attrNameLst>
                                          <p:attrName>ppt_y</p:attrName>
                                        </p:attrNameLst>
                                      </p:cBhvr>
                                      <p:tavLst>
                                        <p:tav tm="0">
                                          <p:val>
                                            <p:strVal val="0-#ppt_h/2"/>
                                          </p:val>
                                        </p:tav>
                                        <p:tav tm="100000">
                                          <p:val>
                                            <p:strVal val="#ppt_y"/>
                                          </p:val>
                                        </p:tav>
                                      </p:tavLst>
                                    </p:anim>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par>
                                <p:cTn id="28" presetID="22" presetClass="entr" presetSubtype="8"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6" grpId="1" animBg="1"/>
      <p:bldP spid="26" grpId="0" bldLvl="0" animBg="1"/>
      <p:bldP spid="27" grpId="0"/>
      <p:bldP spid="28" grpId="0" bldLvl="0" animBg="1"/>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1" descr="01-ggplot2-7_files/figure-pptx/unnamed-chunk-9-1.png"/>
          <p:cNvPicPr>
            <a:picLocks noGrp="1" noChangeAspect="1"/>
          </p:cNvPicPr>
          <p:nvPr/>
        </p:nvPicPr>
        <p:blipFill>
          <a:blip r:embed="rId1"/>
          <a:stretch>
            <a:fillRect/>
          </a:stretch>
        </p:blipFill>
        <p:spPr bwMode="auto">
          <a:xfrm>
            <a:off x="8534400" y="1600835"/>
            <a:ext cx="4979670" cy="3977640"/>
          </a:xfrm>
          <a:prstGeom prst="rect">
            <a:avLst/>
          </a:prstGeom>
          <a:noFill/>
          <a:ln w="9525">
            <a:noFill/>
          </a:ln>
        </p:spPr>
      </p:pic>
      <p:sp>
        <p:nvSpPr>
          <p:cNvPr id="2" name="标题 1"/>
          <p:cNvSpPr>
            <a:spLocks noGrp="1"/>
          </p:cNvSpPr>
          <p:nvPr>
            <p:ph type="title"/>
          </p:nvPr>
        </p:nvSpPr>
        <p:spPr/>
        <p:txBody>
          <a:bodyPr/>
          <a:lstStyle/>
          <a:p>
            <a:r>
              <a:rPr lang="en-US" altLang="zh-CN"/>
              <a:t>02 </a:t>
            </a:r>
            <a:r>
              <a:rPr lang="zh-CN" altLang="en-US"/>
              <a:t>明确美学映射</a:t>
            </a:r>
            <a:endParaRPr lang="zh-CN" altLang="en-US"/>
          </a:p>
        </p:txBody>
      </p:sp>
      <p:sp>
        <p:nvSpPr>
          <p:cNvPr id="3" name="Text Placeholder 2"/>
          <p:cNvSpPr>
            <a:spLocks noGrp="1"/>
          </p:cNvSpPr>
          <p:nvPr>
            <p:ph type="body" idx="1"/>
          </p:nvPr>
        </p:nvSpPr>
        <p:spPr>
          <a:xfrm>
            <a:off x="2286000" y="990600"/>
            <a:ext cx="3122295" cy="454660"/>
          </a:xfrm>
        </p:spPr>
        <p:txBody>
          <a:bodyPr>
            <a:noAutofit/>
          </a:bodyPr>
          <a:lstStyle/>
          <a:p>
            <a:pPr marL="0" lvl="0" indent="0">
              <a:buNone/>
            </a:pPr>
            <a:r>
              <a:rPr lang="zh-CN" altLang="en-US">
                <a:solidFill>
                  <a:srgbClr val="618CAC"/>
                </a:solidFill>
                <a:latin typeface="+mn-lt"/>
              </a:rPr>
              <a:t>基础美学映射属性</a:t>
            </a:r>
            <a:endParaRPr lang="zh-CN" altLang="en-US">
              <a:solidFill>
                <a:srgbClr val="618CAC"/>
              </a:solidFill>
              <a:latin typeface="+mn-lt"/>
            </a:endParaRPr>
          </a:p>
        </p:txBody>
      </p:sp>
      <p:graphicFrame>
        <p:nvGraphicFramePr>
          <p:cNvPr id="6" name="Content Placeholder 5"/>
          <p:cNvGraphicFramePr>
            <a:graphicFrameLocks noGrp="1"/>
          </p:cNvGraphicFramePr>
          <p:nvPr>
            <p:custDataLst>
              <p:tags r:id="rId2"/>
            </p:custDataLst>
          </p:nvPr>
        </p:nvGraphicFramePr>
        <p:xfrm>
          <a:off x="609599" y="1651635"/>
          <a:ext cx="6477001" cy="6046470"/>
        </p:xfrm>
        <a:graphic>
          <a:graphicData uri="http://schemas.openxmlformats.org/drawingml/2006/table">
            <a:tbl>
              <a:tblPr firstRow="1" bandRow="1">
                <a:tableStyleId>{5C22544A-7EE6-4342-B048-85BDC9FD1C3A}</a:tableStyleId>
              </a:tblPr>
              <a:tblGrid>
                <a:gridCol w="914401"/>
                <a:gridCol w="914400"/>
                <a:gridCol w="1219200"/>
                <a:gridCol w="1295400"/>
                <a:gridCol w="2133600"/>
              </a:tblGrid>
              <a:tr h="671830">
                <a:tc>
                  <a:txBody>
                    <a:bodyPr/>
                    <a:lstStyle/>
                    <a:p>
                      <a:pPr marL="0" lvl="0" indent="0">
                        <a:buNone/>
                      </a:pPr>
                      <a:r>
                        <a:rPr sz="1800"/>
                        <a:t>美学</a:t>
                      </a:r>
                      <a:endParaRPr sz="1800"/>
                    </a:p>
                    <a:p>
                      <a:pPr marL="0" lvl="0" indent="0">
                        <a:buNone/>
                      </a:pPr>
                      <a:r>
                        <a:rPr sz="1800"/>
                        <a:t>属性</a:t>
                      </a:r>
                      <a:endParaRPr sz="1800"/>
                    </a:p>
                  </a:txBody>
                  <a:tcPr/>
                </a:tc>
                <a:tc>
                  <a:txBody>
                    <a:bodyPr/>
                    <a:lstStyle/>
                    <a:p>
                      <a:pPr marL="0" lvl="0" indent="0">
                        <a:buNone/>
                      </a:pPr>
                      <a:r>
                        <a:rPr sz="1800"/>
                        <a:t>英文</a:t>
                      </a:r>
                      <a:endParaRPr sz="1800"/>
                    </a:p>
                    <a:p>
                      <a:pPr marL="0" lvl="0" indent="0">
                        <a:buNone/>
                      </a:pPr>
                      <a:r>
                        <a:rPr sz="1800"/>
                        <a:t>名称</a:t>
                      </a:r>
                      <a:endParaRPr sz="1800"/>
                    </a:p>
                  </a:txBody>
                  <a:tcPr/>
                </a:tc>
                <a:tc>
                  <a:txBody>
                    <a:bodyPr/>
                    <a:lstStyle/>
                    <a:p>
                      <a:pPr marL="0" lvl="0" indent="0">
                        <a:buNone/>
                      </a:pPr>
                      <a:r>
                        <a:rPr sz="1800"/>
                        <a:t>作用</a:t>
                      </a:r>
                      <a:endParaRPr sz="1800"/>
                    </a:p>
                    <a:p>
                      <a:pPr marL="0" lvl="0" indent="0">
                        <a:buNone/>
                      </a:pPr>
                      <a:r>
                        <a:rPr sz="1800"/>
                        <a:t>说明</a:t>
                      </a:r>
                      <a:endParaRPr sz="1800"/>
                    </a:p>
                  </a:txBody>
                  <a:tcPr/>
                </a:tc>
                <a:tc>
                  <a:txBody>
                    <a:bodyPr/>
                    <a:lstStyle/>
                    <a:p>
                      <a:pPr marL="0" lvl="0" indent="0">
                        <a:buNone/>
                      </a:pPr>
                      <a:r>
                        <a:rPr sz="1800"/>
                        <a:t>适用</a:t>
                      </a:r>
                      <a:endParaRPr sz="1800"/>
                    </a:p>
                    <a:p>
                      <a:pPr marL="0" lvl="0" indent="0">
                        <a:buNone/>
                      </a:pPr>
                      <a:r>
                        <a:rPr sz="1800"/>
                        <a:t>几何对象</a:t>
                      </a:r>
                      <a:endParaRPr sz="1800"/>
                    </a:p>
                  </a:txBody>
                  <a:tcPr/>
                </a:tc>
                <a:tc>
                  <a:txBody>
                    <a:bodyPr/>
                    <a:lstStyle/>
                    <a:p>
                      <a:pPr marL="0" lvl="0" indent="0">
                        <a:buNone/>
                      </a:pPr>
                      <a:r>
                        <a:rPr sz="1800"/>
                        <a:t>示例代码</a:t>
                      </a:r>
                      <a:endParaRPr sz="1800"/>
                    </a:p>
                  </a:txBody>
                  <a:tcPr/>
                </a:tc>
              </a:tr>
              <a:tr h="671830">
                <a:tc>
                  <a:txBody>
                    <a:bodyPr/>
                    <a:lstStyle/>
                    <a:p>
                      <a:pPr marL="0" lvl="0" indent="0">
                        <a:buNone/>
                      </a:pPr>
                      <a:r>
                        <a:rPr sz="1800"/>
                        <a:t>x坐标</a:t>
                      </a:r>
                      <a:endParaRPr sz="1800"/>
                    </a:p>
                  </a:txBody>
                  <a:tcPr/>
                </a:tc>
                <a:tc>
                  <a:txBody>
                    <a:bodyPr/>
                    <a:lstStyle/>
                    <a:p>
                      <a:pPr marL="0" lvl="0" indent="0">
                        <a:buNone/>
                      </a:pPr>
                      <a:r>
                        <a:rPr sz="1800"/>
                        <a:t>x</a:t>
                      </a:r>
                      <a:endParaRPr sz="1800"/>
                    </a:p>
                  </a:txBody>
                  <a:tcPr/>
                </a:tc>
                <a:tc>
                  <a:txBody>
                    <a:bodyPr/>
                    <a:lstStyle/>
                    <a:p>
                      <a:pPr marL="0" lvl="0" indent="0">
                        <a:buNone/>
                      </a:pPr>
                      <a:r>
                        <a:rPr sz="1800"/>
                        <a:t>指定x轴变量</a:t>
                      </a:r>
                      <a:endParaRPr sz="1800"/>
                    </a:p>
                  </a:txBody>
                  <a:tcPr/>
                </a:tc>
                <a:tc>
                  <a:txBody>
                    <a:bodyPr/>
                    <a:lstStyle/>
                    <a:p>
                      <a:pPr marL="0" lvl="0" indent="0">
                        <a:buNone/>
                      </a:pPr>
                      <a:r>
                        <a:rPr sz="1800"/>
                        <a:t>所有几何对象</a:t>
                      </a:r>
                      <a:endParaRPr sz="1800"/>
                    </a:p>
                  </a:txBody>
                  <a:tcPr/>
                </a:tc>
                <a:tc>
                  <a:txBody>
                    <a:bodyPr/>
                    <a:lstStyle/>
                    <a:p>
                      <a:pPr marL="0" lvl="0" indent="0">
                        <a:buNone/>
                      </a:pPr>
                      <a:r>
                        <a:rPr sz="1800">
                          <a:latin typeface="Courier"/>
                        </a:rPr>
                        <a:t>aes(x = height)</a:t>
                      </a:r>
                      <a:endParaRPr sz="1800">
                        <a:latin typeface="Courier"/>
                      </a:endParaRPr>
                    </a:p>
                  </a:txBody>
                  <a:tcPr/>
                </a:tc>
              </a:tr>
              <a:tr h="671830">
                <a:tc>
                  <a:txBody>
                    <a:bodyPr/>
                    <a:lstStyle/>
                    <a:p>
                      <a:pPr marL="0" lvl="0" indent="0">
                        <a:buNone/>
                      </a:pPr>
                      <a:r>
                        <a:rPr sz="1800"/>
                        <a:t>y坐标</a:t>
                      </a:r>
                      <a:endParaRPr sz="1800"/>
                    </a:p>
                  </a:txBody>
                  <a:tcPr/>
                </a:tc>
                <a:tc>
                  <a:txBody>
                    <a:bodyPr/>
                    <a:lstStyle/>
                    <a:p>
                      <a:pPr marL="0" lvl="0" indent="0">
                        <a:buNone/>
                      </a:pPr>
                      <a:r>
                        <a:rPr sz="1800"/>
                        <a:t>y</a:t>
                      </a:r>
                      <a:endParaRPr sz="1800"/>
                    </a:p>
                  </a:txBody>
                  <a:tcPr/>
                </a:tc>
                <a:tc>
                  <a:txBody>
                    <a:bodyPr/>
                    <a:lstStyle/>
                    <a:p>
                      <a:pPr marL="0" lvl="0" indent="0">
                        <a:buNone/>
                      </a:pPr>
                      <a:r>
                        <a:rPr sz="1800"/>
                        <a:t>指定y轴变量</a:t>
                      </a:r>
                      <a:endParaRPr sz="1800"/>
                    </a:p>
                  </a:txBody>
                  <a:tcPr/>
                </a:tc>
                <a:tc>
                  <a:txBody>
                    <a:bodyPr/>
                    <a:lstStyle/>
                    <a:p>
                      <a:pPr marL="0" lvl="0" indent="0">
                        <a:buNone/>
                      </a:pPr>
                      <a:r>
                        <a:rPr sz="1800"/>
                        <a:t>大部分几何对象</a:t>
                      </a:r>
                      <a:endParaRPr sz="1800"/>
                    </a:p>
                  </a:txBody>
                  <a:tcPr/>
                </a:tc>
                <a:tc>
                  <a:txBody>
                    <a:bodyPr/>
                    <a:lstStyle/>
                    <a:p>
                      <a:pPr marL="0" lvl="0" indent="0">
                        <a:buNone/>
                      </a:pPr>
                      <a:r>
                        <a:rPr sz="1800">
                          <a:latin typeface="Courier"/>
                        </a:rPr>
                        <a:t>aes(y = weight)</a:t>
                      </a:r>
                      <a:endParaRPr sz="1800">
                        <a:latin typeface="Courier"/>
                      </a:endParaRPr>
                    </a:p>
                  </a:txBody>
                  <a:tcPr/>
                </a:tc>
              </a:tr>
              <a:tr h="671830">
                <a:tc>
                  <a:txBody>
                    <a:bodyPr/>
                    <a:lstStyle/>
                    <a:p>
                      <a:pPr marL="0" lvl="0" indent="0">
                        <a:buNone/>
                      </a:pPr>
                      <a:r>
                        <a:rPr sz="1800"/>
                        <a:t>颜色</a:t>
                      </a:r>
                      <a:endParaRPr sz="1800"/>
                    </a:p>
                  </a:txBody>
                  <a:tcPr/>
                </a:tc>
                <a:tc>
                  <a:txBody>
                    <a:bodyPr/>
                    <a:lstStyle/>
                    <a:p>
                      <a:pPr marL="0" lvl="0" indent="0">
                        <a:buNone/>
                      </a:pPr>
                      <a:r>
                        <a:rPr sz="1800"/>
                        <a:t>color</a:t>
                      </a:r>
                      <a:endParaRPr sz="1800"/>
                    </a:p>
                  </a:txBody>
                  <a:tcPr/>
                </a:tc>
                <a:tc>
                  <a:txBody>
                    <a:bodyPr/>
                    <a:lstStyle/>
                    <a:p>
                      <a:pPr marL="0" lvl="0" indent="0">
                        <a:buNone/>
                      </a:pPr>
                      <a:r>
                        <a:rPr sz="1800"/>
                        <a:t>设置边框或点的颜色</a:t>
                      </a:r>
                      <a:endParaRPr sz="1800"/>
                    </a:p>
                  </a:txBody>
                  <a:tcPr/>
                </a:tc>
                <a:tc>
                  <a:txBody>
                    <a:bodyPr/>
                    <a:lstStyle/>
                    <a:p>
                      <a:pPr marL="0" lvl="0" indent="0">
                        <a:buNone/>
                      </a:pPr>
                      <a:r>
                        <a:rPr sz="1800"/>
                        <a:t>point, line, text等</a:t>
                      </a:r>
                      <a:endParaRPr sz="1800"/>
                    </a:p>
                  </a:txBody>
                  <a:tcPr/>
                </a:tc>
                <a:tc>
                  <a:txBody>
                    <a:bodyPr/>
                    <a:lstStyle/>
                    <a:p>
                      <a:pPr marL="0" lvl="0" indent="0">
                        <a:buNone/>
                      </a:pPr>
                      <a:r>
                        <a:rPr sz="1800">
                          <a:latin typeface="Courier"/>
                        </a:rPr>
                        <a:t>aes(color =</a:t>
                      </a:r>
                      <a:r>
                        <a:rPr lang="en-US" sz="1800">
                          <a:latin typeface="Courier"/>
                        </a:rPr>
                        <a:t> </a:t>
                      </a:r>
                      <a:r>
                        <a:rPr sz="1800">
                          <a:latin typeface="Courier"/>
                        </a:rPr>
                        <a:t>species)</a:t>
                      </a:r>
                      <a:endParaRPr sz="1800">
                        <a:latin typeface="Courier"/>
                      </a:endParaRPr>
                    </a:p>
                  </a:txBody>
                  <a:tcPr/>
                </a:tc>
              </a:tr>
              <a:tr h="671830">
                <a:tc>
                  <a:txBody>
                    <a:bodyPr/>
                    <a:lstStyle/>
                    <a:p>
                      <a:pPr marL="0" lvl="0" indent="0">
                        <a:buNone/>
                      </a:pPr>
                      <a:r>
                        <a:rPr sz="1800"/>
                        <a:t>填充色</a:t>
                      </a:r>
                      <a:endParaRPr sz="1800"/>
                    </a:p>
                  </a:txBody>
                  <a:tcPr/>
                </a:tc>
                <a:tc>
                  <a:txBody>
                    <a:bodyPr/>
                    <a:lstStyle/>
                    <a:p>
                      <a:pPr marL="0" lvl="0" indent="0">
                        <a:buNone/>
                      </a:pPr>
                      <a:r>
                        <a:rPr sz="1800"/>
                        <a:t>fill</a:t>
                      </a:r>
                      <a:endParaRPr sz="1800"/>
                    </a:p>
                  </a:txBody>
                  <a:tcPr/>
                </a:tc>
                <a:tc>
                  <a:txBody>
                    <a:bodyPr/>
                    <a:lstStyle/>
                    <a:p>
                      <a:pPr marL="0" lvl="0" indent="0">
                        <a:buNone/>
                      </a:pPr>
                      <a:r>
                        <a:rPr sz="1800"/>
                        <a:t>设置填充区域颜色</a:t>
                      </a:r>
                      <a:endParaRPr sz="1800"/>
                    </a:p>
                  </a:txBody>
                  <a:tcPr/>
                </a:tc>
                <a:tc>
                  <a:txBody>
                    <a:bodyPr/>
                    <a:lstStyle/>
                    <a:p>
                      <a:pPr marL="0" lvl="0" indent="0">
                        <a:buNone/>
                      </a:pPr>
                      <a:r>
                        <a:rPr sz="1800"/>
                        <a:t>bar, area, polygon等</a:t>
                      </a:r>
                      <a:endParaRPr sz="1800"/>
                    </a:p>
                  </a:txBody>
                  <a:tcPr/>
                </a:tc>
                <a:tc>
                  <a:txBody>
                    <a:bodyPr/>
                    <a:lstStyle/>
                    <a:p>
                      <a:pPr marL="0" lvl="0" indent="0">
                        <a:buNone/>
                      </a:pPr>
                      <a:r>
                        <a:rPr sz="1800">
                          <a:latin typeface="Courier"/>
                        </a:rPr>
                        <a:t>aes(fill =</a:t>
                      </a:r>
                      <a:r>
                        <a:rPr lang="en-US" sz="1800">
                          <a:latin typeface="Courier"/>
                        </a:rPr>
                        <a:t> </a:t>
                      </a:r>
                      <a:r>
                        <a:rPr sz="1800">
                          <a:latin typeface="Courier"/>
                        </a:rPr>
                        <a:t>category)</a:t>
                      </a:r>
                      <a:endParaRPr sz="1800">
                        <a:latin typeface="Courier"/>
                      </a:endParaRPr>
                    </a:p>
                  </a:txBody>
                  <a:tcPr/>
                </a:tc>
              </a:tr>
              <a:tr h="671830">
                <a:tc>
                  <a:txBody>
                    <a:bodyPr/>
                    <a:lstStyle/>
                    <a:p>
                      <a:pPr marL="0" lvl="0" indent="0">
                        <a:buNone/>
                      </a:pPr>
                      <a:r>
                        <a:rPr sz="1800"/>
                        <a:t>大小</a:t>
                      </a:r>
                      <a:endParaRPr sz="1800"/>
                    </a:p>
                  </a:txBody>
                  <a:tcPr/>
                </a:tc>
                <a:tc>
                  <a:txBody>
                    <a:bodyPr/>
                    <a:lstStyle/>
                    <a:p>
                      <a:pPr marL="0" lvl="0" indent="0">
                        <a:buNone/>
                      </a:pPr>
                      <a:r>
                        <a:rPr sz="1800"/>
                        <a:t>size</a:t>
                      </a:r>
                      <a:endParaRPr sz="1800"/>
                    </a:p>
                  </a:txBody>
                  <a:tcPr/>
                </a:tc>
                <a:tc>
                  <a:txBody>
                    <a:bodyPr/>
                    <a:lstStyle/>
                    <a:p>
                      <a:pPr marL="0" lvl="0" indent="0">
                        <a:buNone/>
                      </a:pPr>
                      <a:r>
                        <a:rPr sz="1800"/>
                        <a:t>控制点、线条粗细</a:t>
                      </a:r>
                      <a:endParaRPr sz="1800"/>
                    </a:p>
                  </a:txBody>
                  <a:tcPr/>
                </a:tc>
                <a:tc>
                  <a:txBody>
                    <a:bodyPr/>
                    <a:lstStyle/>
                    <a:p>
                      <a:pPr marL="0" lvl="0" indent="0">
                        <a:buNone/>
                      </a:pPr>
                      <a:r>
                        <a:rPr sz="1800"/>
                        <a:t>point, line, text等</a:t>
                      </a:r>
                      <a:endParaRPr sz="1800"/>
                    </a:p>
                  </a:txBody>
                  <a:tcPr/>
                </a:tc>
                <a:tc>
                  <a:txBody>
                    <a:bodyPr/>
                    <a:lstStyle/>
                    <a:p>
                      <a:pPr marL="0" lvl="0" indent="0">
                        <a:buNone/>
                      </a:pPr>
                      <a:r>
                        <a:rPr sz="1800">
                          <a:latin typeface="Courier"/>
                        </a:rPr>
                        <a:t>aes(size = population)</a:t>
                      </a:r>
                      <a:endParaRPr sz="1800">
                        <a:latin typeface="Courier"/>
                      </a:endParaRPr>
                    </a:p>
                  </a:txBody>
                  <a:tcPr/>
                </a:tc>
              </a:tr>
              <a:tr h="671830">
                <a:tc>
                  <a:txBody>
                    <a:bodyPr/>
                    <a:lstStyle/>
                    <a:p>
                      <a:pPr marL="0" lvl="0" indent="0">
                        <a:buNone/>
                      </a:pPr>
                      <a:r>
                        <a:rPr sz="1800"/>
                        <a:t>形状</a:t>
                      </a:r>
                      <a:endParaRPr sz="1800"/>
                    </a:p>
                  </a:txBody>
                  <a:tcPr/>
                </a:tc>
                <a:tc>
                  <a:txBody>
                    <a:bodyPr/>
                    <a:lstStyle/>
                    <a:p>
                      <a:pPr marL="0" lvl="0" indent="0">
                        <a:buNone/>
                      </a:pPr>
                      <a:r>
                        <a:rPr sz="1800"/>
                        <a:t>shape</a:t>
                      </a:r>
                      <a:endParaRPr sz="1800"/>
                    </a:p>
                  </a:txBody>
                  <a:tcPr/>
                </a:tc>
                <a:tc>
                  <a:txBody>
                    <a:bodyPr/>
                    <a:lstStyle/>
                    <a:p>
                      <a:pPr marL="0" lvl="0" indent="0">
                        <a:buNone/>
                      </a:pPr>
                      <a:r>
                        <a:rPr sz="1800"/>
                        <a:t>设置点的形状</a:t>
                      </a:r>
                      <a:endParaRPr sz="1800"/>
                    </a:p>
                  </a:txBody>
                  <a:tcPr/>
                </a:tc>
                <a:tc>
                  <a:txBody>
                    <a:bodyPr/>
                    <a:lstStyle/>
                    <a:p>
                      <a:pPr marL="0" lvl="0" indent="0">
                        <a:buNone/>
                      </a:pPr>
                      <a:r>
                        <a:rPr sz="1800"/>
                        <a:t>point</a:t>
                      </a:r>
                      <a:endParaRPr sz="1800"/>
                    </a:p>
                  </a:txBody>
                  <a:tcPr/>
                </a:tc>
                <a:tc>
                  <a:txBody>
                    <a:bodyPr/>
                    <a:lstStyle/>
                    <a:p>
                      <a:pPr marL="0" lvl="0" indent="0">
                        <a:buNone/>
                      </a:pPr>
                      <a:r>
                        <a:rPr sz="1800">
                          <a:latin typeface="Courier"/>
                        </a:rPr>
                        <a:t>aes(shape = type)</a:t>
                      </a:r>
                      <a:endParaRPr sz="1800">
                        <a:latin typeface="Courier"/>
                      </a:endParaRPr>
                    </a:p>
                  </a:txBody>
                  <a:tcPr/>
                </a:tc>
              </a:tr>
              <a:tr h="671830">
                <a:tc>
                  <a:txBody>
                    <a:bodyPr/>
                    <a:lstStyle/>
                    <a:p>
                      <a:pPr marL="0" lvl="0" indent="0">
                        <a:buNone/>
                      </a:pPr>
                      <a:r>
                        <a:rPr sz="1800"/>
                        <a:t>线型</a:t>
                      </a:r>
                      <a:endParaRPr sz="1800"/>
                    </a:p>
                  </a:txBody>
                  <a:tcPr/>
                </a:tc>
                <a:tc>
                  <a:txBody>
                    <a:bodyPr/>
                    <a:lstStyle/>
                    <a:p>
                      <a:pPr marL="0" lvl="0" indent="0">
                        <a:buNone/>
                      </a:pPr>
                      <a:r>
                        <a:rPr sz="1800"/>
                        <a:t>linetype</a:t>
                      </a:r>
                      <a:endParaRPr sz="1800"/>
                    </a:p>
                  </a:txBody>
                  <a:tcPr/>
                </a:tc>
                <a:tc>
                  <a:txBody>
                    <a:bodyPr/>
                    <a:lstStyle/>
                    <a:p>
                      <a:pPr marL="0" lvl="0" indent="0">
                        <a:buNone/>
                      </a:pPr>
                      <a:r>
                        <a:rPr sz="1800"/>
                        <a:t>设置线条类型</a:t>
                      </a:r>
                      <a:endParaRPr sz="1800"/>
                    </a:p>
                  </a:txBody>
                  <a:tcPr/>
                </a:tc>
                <a:tc>
                  <a:txBody>
                    <a:bodyPr/>
                    <a:lstStyle/>
                    <a:p>
                      <a:pPr marL="0" lvl="0" indent="0">
                        <a:buNone/>
                      </a:pPr>
                      <a:r>
                        <a:rPr sz="1800"/>
                        <a:t>line, smooth等</a:t>
                      </a:r>
                      <a:endParaRPr sz="1800"/>
                    </a:p>
                  </a:txBody>
                  <a:tcPr/>
                </a:tc>
                <a:tc>
                  <a:txBody>
                    <a:bodyPr/>
                    <a:lstStyle/>
                    <a:p>
                      <a:pPr marL="0" lvl="0" indent="0">
                        <a:buNone/>
                      </a:pPr>
                      <a:r>
                        <a:rPr sz="1800">
                          <a:latin typeface="Courier"/>
                        </a:rPr>
                        <a:t>aes(linetype = group)</a:t>
                      </a:r>
                      <a:endParaRPr sz="1800">
                        <a:latin typeface="Courier"/>
                      </a:endParaRPr>
                    </a:p>
                  </a:txBody>
                  <a:tcPr/>
                </a:tc>
              </a:tr>
              <a:tr h="671830">
                <a:tc>
                  <a:txBody>
                    <a:bodyPr/>
                    <a:lstStyle/>
                    <a:p>
                      <a:pPr marL="0" lvl="0" indent="0">
                        <a:buNone/>
                      </a:pPr>
                      <a:r>
                        <a:rPr sz="1800"/>
                        <a:t>透明度</a:t>
                      </a:r>
                      <a:endParaRPr sz="1800"/>
                    </a:p>
                  </a:txBody>
                  <a:tcPr/>
                </a:tc>
                <a:tc>
                  <a:txBody>
                    <a:bodyPr/>
                    <a:lstStyle/>
                    <a:p>
                      <a:pPr marL="0" lvl="0" indent="0">
                        <a:buNone/>
                      </a:pPr>
                      <a:r>
                        <a:rPr sz="1800"/>
                        <a:t>alpha</a:t>
                      </a:r>
                      <a:endParaRPr sz="1800"/>
                    </a:p>
                  </a:txBody>
                  <a:tcPr/>
                </a:tc>
                <a:tc>
                  <a:txBody>
                    <a:bodyPr/>
                    <a:lstStyle/>
                    <a:p>
                      <a:pPr marL="0" lvl="0" indent="0">
                        <a:buNone/>
                      </a:pPr>
                      <a:r>
                        <a:rPr sz="1800"/>
                        <a:t>控制透明程度(0-1)</a:t>
                      </a:r>
                      <a:endParaRPr sz="1800"/>
                    </a:p>
                  </a:txBody>
                  <a:tcPr/>
                </a:tc>
                <a:tc>
                  <a:txBody>
                    <a:bodyPr/>
                    <a:lstStyle/>
                    <a:p>
                      <a:pPr marL="0" lvl="0" indent="0">
                        <a:buNone/>
                      </a:pPr>
                      <a:r>
                        <a:rPr sz="1800"/>
                        <a:t>所有几何对象</a:t>
                      </a:r>
                      <a:endParaRPr sz="1800"/>
                    </a:p>
                  </a:txBody>
                  <a:tcPr/>
                </a:tc>
                <a:tc>
                  <a:txBody>
                    <a:bodyPr/>
                    <a:lstStyle/>
                    <a:p>
                      <a:pPr marL="0" lvl="0" indent="0">
                        <a:buNone/>
                      </a:pPr>
                      <a:r>
                        <a:rPr sz="1800">
                          <a:latin typeface="Courier"/>
                        </a:rPr>
                        <a:t>aes(alpha = confidence)</a:t>
                      </a:r>
                      <a:endParaRPr sz="1800">
                        <a:latin typeface="Courier"/>
                      </a:endParaRPr>
                    </a:p>
                  </a:txBody>
                  <a:tcPr/>
                </a:tc>
              </a:tr>
            </a:tbl>
          </a:graphicData>
        </a:graphic>
      </p:graphicFrame>
      <p:grpSp>
        <p:nvGrpSpPr>
          <p:cNvPr id="25" name="组合 24"/>
          <p:cNvGrpSpPr/>
          <p:nvPr/>
        </p:nvGrpSpPr>
        <p:grpSpPr>
          <a:xfrm>
            <a:off x="7101840" y="5245100"/>
            <a:ext cx="1925955" cy="2894330"/>
            <a:chOff x="782" y="1324"/>
            <a:chExt cx="6264" cy="9405"/>
          </a:xfrm>
        </p:grpSpPr>
        <p:pic>
          <p:nvPicPr>
            <p:cNvPr id="26" name="图片 25" descr="EX-20240903104108"/>
            <p:cNvPicPr>
              <a:picLocks noChangeAspect="1"/>
            </p:cNvPicPr>
            <p:nvPr/>
          </p:nvPicPr>
          <p:blipFill>
            <a:blip r:embed="rId3"/>
            <a:srcRect t="37935"/>
            <a:stretch>
              <a:fillRect/>
            </a:stretch>
          </p:blipFill>
          <p:spPr>
            <a:xfrm>
              <a:off x="782" y="4422"/>
              <a:ext cx="4996" cy="6307"/>
            </a:xfrm>
            <a:prstGeom prst="rect">
              <a:avLst/>
            </a:prstGeom>
          </p:spPr>
        </p:pic>
        <p:sp>
          <p:nvSpPr>
            <p:cNvPr id="27" name="云形标注 26"/>
            <p:cNvSpPr/>
            <p:nvPr/>
          </p:nvSpPr>
          <p:spPr>
            <a:xfrm rot="1320000">
              <a:off x="2799" y="1324"/>
              <a:ext cx="4247" cy="2591"/>
            </a:xfrm>
            <a:prstGeom prst="cloudCallout">
              <a:avLst/>
            </a:prstGeom>
            <a:solidFill>
              <a:schemeClr val="bg1">
                <a:alpha val="40000"/>
              </a:schemeClr>
            </a:solid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8" name="图片 27" descr="EX-20240903104108"/>
            <p:cNvPicPr>
              <a:picLocks noChangeAspect="1"/>
            </p:cNvPicPr>
            <p:nvPr>
              <p:custDataLst>
                <p:tags r:id="rId4"/>
              </p:custDataLst>
            </p:nvPr>
          </p:nvPicPr>
          <p:blipFill>
            <a:blip r:embed="rId3"/>
            <a:srcRect b="62763"/>
            <a:stretch>
              <a:fillRect/>
            </a:stretch>
          </p:blipFill>
          <p:spPr>
            <a:xfrm rot="1620000">
              <a:off x="3745" y="1721"/>
              <a:ext cx="2128" cy="1614"/>
            </a:xfrm>
            <a:prstGeom prst="rect">
              <a:avLst/>
            </a:prstGeom>
          </p:spPr>
        </p:pic>
      </p:grpSp>
      <p:sp>
        <p:nvSpPr>
          <p:cNvPr id="24" name="文本框 23"/>
          <p:cNvSpPr txBox="1"/>
          <p:nvPr/>
        </p:nvSpPr>
        <p:spPr>
          <a:xfrm>
            <a:off x="9067800" y="6401435"/>
            <a:ext cx="4605655" cy="1430655"/>
          </a:xfrm>
          <a:prstGeom prst="rect">
            <a:avLst/>
          </a:prstGeom>
          <a:noFill/>
        </p:spPr>
        <p:txBody>
          <a:bodyPr wrap="square" rtlCol="0">
            <a:noAutofit/>
          </a:bodyPr>
          <a:p>
            <a:pPr indent="0" algn="l" fontAlgn="auto">
              <a:lnSpc>
                <a:spcPct val="120000"/>
              </a:lnSpc>
            </a:pPr>
            <a:r>
              <a:rPr lang="zh-CN" altLang="en-US" sz="3200" dirty="0">
                <a:solidFill>
                  <a:schemeClr val="accent1"/>
                </a:solidFill>
                <a:sym typeface="+mn-ea"/>
              </a:rPr>
              <a:t>数据在坐标系中可以用</a:t>
            </a:r>
            <a:br>
              <a:rPr lang="zh-CN" altLang="en-US" sz="3200" dirty="0">
                <a:solidFill>
                  <a:schemeClr val="accent1"/>
                </a:solidFill>
                <a:sym typeface="+mn-ea"/>
              </a:rPr>
            </a:br>
            <a:r>
              <a:rPr lang="zh-CN" altLang="en-US" sz="3200" dirty="0">
                <a:solidFill>
                  <a:schemeClr val="accent1"/>
                </a:solidFill>
                <a:sym typeface="+mn-ea"/>
              </a:rPr>
              <a:t>什么图形元素表示呢？</a:t>
            </a:r>
            <a:endParaRPr lang="zh-CN" altLang="en-US" sz="3200" b="0" i="0" dirty="0">
              <a:solidFill>
                <a:schemeClr val="accent1"/>
              </a:solidFill>
            </a:endParaRPr>
          </a:p>
          <a:p>
            <a:pPr indent="0" algn="l" fontAlgn="auto">
              <a:lnSpc>
                <a:spcPct val="120000"/>
              </a:lnSpc>
            </a:pPr>
            <a:endParaRPr lang="zh-CN" altLang="en-US" sz="3200" b="0" i="0"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03 </a:t>
            </a:r>
            <a:r>
              <a:rPr lang="zh-CN" altLang="en-US"/>
              <a:t>添加几何</a:t>
            </a:r>
            <a:r>
              <a:rPr lang="zh-CN" altLang="en-US"/>
              <a:t>对象</a:t>
            </a:r>
            <a:endParaRPr lang="zh-CN" altLang="en-US"/>
          </a:p>
        </p:txBody>
      </p:sp>
      <p:graphicFrame>
        <p:nvGraphicFramePr>
          <p:cNvPr id="32" name="table 78"/>
          <p:cNvGraphicFramePr>
            <a:graphicFrameLocks noGrp="1"/>
          </p:cNvGraphicFramePr>
          <p:nvPr/>
        </p:nvGraphicFramePr>
        <p:xfrm>
          <a:off x="451523" y="4866080"/>
          <a:ext cx="7553325" cy="663575"/>
        </p:xfrm>
        <a:graphic>
          <a:graphicData uri="http://schemas.openxmlformats.org/drawingml/2006/table">
            <a:tbl>
              <a:tblPr/>
              <a:tblGrid>
                <a:gridCol w="7553325"/>
              </a:tblGrid>
              <a:tr h="663575">
                <a:tc>
                  <a:txBody>
                    <a:bodyPr/>
                    <a:lstStyle/>
                    <a:p>
                      <a:pPr algn="l" rtl="0" eaLnBrk="0">
                        <a:lnSpc>
                          <a:spcPct val="102000"/>
                        </a:lnSpc>
                      </a:pPr>
                      <a:endParaRPr sz="300" dirty="0">
                        <a:latin typeface="Arial" panose="020B0604020202090204"/>
                        <a:ea typeface="Arial" panose="020B0604020202090204"/>
                        <a:cs typeface="Arial" panose="020B0604020202090204"/>
                      </a:endParaRPr>
                    </a:p>
                    <a:p>
                      <a:pPr marL="359410" indent="-252095" algn="l" rtl="0" eaLnBrk="0">
                        <a:lnSpc>
                          <a:spcPct val="114000"/>
                        </a:lnSpc>
                      </a:pPr>
                      <a:r>
                        <a:rPr sz="1600" kern="0" spc="0" dirty="0">
                          <a:solidFill>
                            <a:srgbClr val="FFB454">
                              <a:alpha val="100000"/>
                            </a:srgbClr>
                          </a:solidFill>
                          <a:latin typeface="Menlo" panose="020B0609030804020204"/>
                          <a:ea typeface="Menlo" panose="020B0609030804020204"/>
                          <a:cs typeface="Menlo" panose="020B0609030804020204"/>
                        </a:rPr>
                        <a:t>ggplot</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B3B1AD">
                              <a:alpha val="100000"/>
                            </a:srgbClr>
                          </a:solidFill>
                          <a:latin typeface="Menlo" panose="020B0609030804020204"/>
                          <a:ea typeface="Menlo" panose="020B0609030804020204"/>
                          <a:cs typeface="Menlo" panose="020B0609030804020204"/>
                        </a:rPr>
                        <a:t>nightingale</a:t>
                      </a:r>
                      <a:r>
                        <a:rPr sz="1600" kern="0" spc="40" dirty="0">
                          <a:solidFill>
                            <a:srgbClr val="B3B1AD">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aes</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59C2FF">
                              <a:alpha val="100000"/>
                            </a:srgbClr>
                          </a:solidFill>
                          <a:latin typeface="Menlo" panose="020B0609030804020204"/>
                          <a:ea typeface="Menlo" panose="020B0609030804020204"/>
                          <a:cs typeface="Menlo" panose="020B0609030804020204"/>
                        </a:rPr>
                        <a:t>x = </a:t>
                      </a:r>
                      <a:r>
                        <a:rPr sz="1600" kern="0" spc="4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28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30" dirty="0">
                          <a:solidFill>
                            <a:srgbClr val="B3B1AD">
                              <a:alpha val="100000"/>
                            </a:srgbClr>
                          </a:solidFill>
                          <a:latin typeface="Menlo" panose="020B0609030804020204"/>
                          <a:ea typeface="Menlo" panose="020B0609030804020204"/>
                          <a:cs typeface="Menlo" panose="020B0609030804020204"/>
                        </a:rPr>
                        <a:t>, </a:t>
                      </a:r>
                      <a:r>
                        <a:rPr sz="1600" kern="0" spc="30" dirty="0">
                          <a:solidFill>
                            <a:srgbClr val="59C2FF">
                              <a:alpha val="100000"/>
                            </a:srgbClr>
                          </a:solidFill>
                          <a:latin typeface="Menlo" panose="020B0609030804020204"/>
                          <a:ea typeface="Menlo" panose="020B0609030804020204"/>
                          <a:cs typeface="Menlo" panose="020B0609030804020204"/>
                        </a:rPr>
                        <a:t>y</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59C2FF">
                              <a:alpha val="100000"/>
                            </a:srgbClr>
                          </a:solidFill>
                          <a:latin typeface="Menlo" panose="020B0609030804020204"/>
                          <a:ea typeface="Menlo" panose="020B0609030804020204"/>
                          <a:cs typeface="Menlo" panose="020B0609030804020204"/>
                        </a:rPr>
                        <a:t>=</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B3B1AD">
                              <a:alpha val="100000"/>
                            </a:srgbClr>
                          </a:solidFill>
                          <a:latin typeface="PingFang SC" panose="020B0400000000000000" charset="-122"/>
                          <a:ea typeface="PingFang SC" panose="020B0400000000000000" charset="-122"/>
                          <a:cs typeface="PingFang SC" panose="020B0400000000000000" charset="-122"/>
                        </a:rPr>
                        <a:t>总死亡⼈数</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120" dirty="0">
                          <a:solidFill>
                            <a:srgbClr val="B3B1AD">
                              <a:alpha val="100000"/>
                            </a:srgbClr>
                          </a:solidFill>
                          <a:latin typeface="Menlo" panose="020B0609030804020204"/>
                          <a:ea typeface="Menlo" panose="020B0609030804020204"/>
                          <a:cs typeface="Menlo" panose="020B0609030804020204"/>
                        </a:rPr>
                        <a:t> </a:t>
                      </a:r>
                      <a:r>
                        <a:rPr sz="1600" kern="0" spc="30" dirty="0">
                          <a:solidFill>
                            <a:srgbClr val="95E6CB">
                              <a:alpha val="100000"/>
                            </a:srgbClr>
                          </a:solidFill>
                          <a:latin typeface="Menlo" panose="020B0609030804020204"/>
                          <a:ea typeface="Menlo" panose="020B0609030804020204"/>
                          <a:cs typeface="Menlo" panose="020B0609030804020204"/>
                        </a:rPr>
                        <a:t>+</a:t>
                      </a:r>
                      <a:r>
                        <a:rPr sz="1600" kern="0" spc="0" dirty="0">
                          <a:solidFill>
                            <a:srgbClr val="95E6CB">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geom_col</a:t>
                      </a:r>
                      <a:r>
                        <a:rPr sz="1600" kern="0" spc="0" dirty="0">
                          <a:solidFill>
                            <a:srgbClr val="B3B1AD">
                              <a:alpha val="100000"/>
                            </a:srgbClr>
                          </a:solidFill>
                          <a:latin typeface="Menlo" panose="020B0609030804020204"/>
                          <a:ea typeface="Menlo" panose="020B0609030804020204"/>
                          <a:cs typeface="Menlo" panose="020B0609030804020204"/>
                        </a:rPr>
                        <a:t>() </a:t>
                      </a:r>
                      <a:r>
                        <a:rPr sz="1600" i="1" kern="0" spc="-10" dirty="0">
                          <a:solidFill>
                            <a:srgbClr val="626A73">
                              <a:alpha val="100000"/>
                            </a:srgbClr>
                          </a:solidFill>
                          <a:latin typeface="Menlo" panose="020B0609030804020204"/>
                          <a:ea typeface="Menlo" panose="020B0609030804020204"/>
                          <a:cs typeface="Menlo" panose="020B0609030804020204"/>
                        </a:rPr>
                        <a:t>#</a:t>
                      </a:r>
                      <a:r>
                        <a:rPr sz="1600" i="1" kern="0" spc="250" dirty="0">
                          <a:solidFill>
                            <a:srgbClr val="626A73">
                              <a:alpha val="100000"/>
                            </a:srgbClr>
                          </a:solidFill>
                          <a:latin typeface="Menlo" panose="020B0609030804020204"/>
                          <a:ea typeface="Menlo" panose="020B0609030804020204"/>
                          <a:cs typeface="Menlo" panose="020B0609030804020204"/>
                        </a:rPr>
                        <a:t> </a:t>
                      </a:r>
                      <a:r>
                        <a:rPr sz="1700" i="1" kern="0" spc="-10" dirty="0">
                          <a:solidFill>
                            <a:srgbClr val="626A73">
                              <a:alpha val="100000"/>
                            </a:srgbClr>
                          </a:solidFill>
                          <a:latin typeface="PingFang SC" panose="020B0400000000000000" charset="-122"/>
                          <a:ea typeface="PingFang SC" panose="020B0400000000000000" charset="-122"/>
                          <a:cs typeface="PingFang SC" panose="020B0400000000000000" charset="-122"/>
                        </a:rPr>
                        <a:t>绘制柱状图</a:t>
                      </a:r>
                      <a:endParaRPr sz="1700" dirty="0">
                        <a:latin typeface="PingFang SC" panose="020B0400000000000000" charset="-122"/>
                        <a:ea typeface="PingFang SC" panose="020B0400000000000000" charset="-122"/>
                        <a:cs typeface="PingFang SC" panose="020B0400000000000000" charset="-122"/>
                      </a:endParaRPr>
                    </a:p>
                  </a:txBody>
                  <a:tcPr marL="0" marR="0" marT="0" marB="0">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0A0E14"/>
                    </a:solidFill>
                  </a:tcPr>
                </a:tc>
              </a:tr>
            </a:tbl>
          </a:graphicData>
        </a:graphic>
      </p:graphicFrame>
      <p:graphicFrame>
        <p:nvGraphicFramePr>
          <p:cNvPr id="33" name="table 76"/>
          <p:cNvGraphicFramePr>
            <a:graphicFrameLocks noGrp="1"/>
          </p:cNvGraphicFramePr>
          <p:nvPr/>
        </p:nvGraphicFramePr>
        <p:xfrm>
          <a:off x="426123" y="5567149"/>
          <a:ext cx="7553325" cy="1206500"/>
        </p:xfrm>
        <a:graphic>
          <a:graphicData uri="http://schemas.openxmlformats.org/drawingml/2006/table">
            <a:tbl>
              <a:tblPr/>
              <a:tblGrid>
                <a:gridCol w="7553325"/>
              </a:tblGrid>
              <a:tr h="1206500">
                <a:tc>
                  <a:txBody>
                    <a:bodyPr/>
                    <a:lstStyle/>
                    <a:p>
                      <a:pPr algn="l" rtl="0" eaLnBrk="0">
                        <a:lnSpc>
                          <a:spcPct val="101000"/>
                        </a:lnSpc>
                      </a:pPr>
                      <a:endParaRPr sz="600" dirty="0">
                        <a:latin typeface="Arial" panose="020B0604020202090204"/>
                        <a:ea typeface="Arial" panose="020B0604020202090204"/>
                        <a:cs typeface="Arial" panose="020B0604020202090204"/>
                      </a:endParaRPr>
                    </a:p>
                    <a:p>
                      <a:pPr marL="98425" algn="l" rtl="0" eaLnBrk="0">
                        <a:lnSpc>
                          <a:spcPct val="86000"/>
                        </a:lnSpc>
                        <a:spcBef>
                          <a:spcPts val="0"/>
                        </a:spcBef>
                      </a:pPr>
                      <a:r>
                        <a:rPr sz="1600" i="1" kern="0" spc="-50" dirty="0">
                          <a:solidFill>
                            <a:srgbClr val="626A73">
                              <a:alpha val="100000"/>
                            </a:srgbClr>
                          </a:solidFill>
                          <a:latin typeface="Menlo" panose="020B0609030804020204"/>
                          <a:ea typeface="Menlo" panose="020B0609030804020204"/>
                          <a:cs typeface="Menlo" panose="020B0609030804020204"/>
                        </a:rPr>
                        <a:t>#</a:t>
                      </a:r>
                      <a:r>
                        <a:rPr sz="1600" i="1" kern="0" spc="270" dirty="0">
                          <a:solidFill>
                            <a:srgbClr val="626A73">
                              <a:alpha val="100000"/>
                            </a:srgbClr>
                          </a:solidFill>
                          <a:latin typeface="Menlo" panose="020B0609030804020204"/>
                          <a:ea typeface="Menlo" panose="020B0609030804020204"/>
                          <a:cs typeface="Menlo" panose="020B0609030804020204"/>
                        </a:rPr>
                        <a:t> </a:t>
                      </a:r>
                      <a:r>
                        <a:rPr sz="1700" i="1" kern="0" spc="-50" dirty="0">
                          <a:solidFill>
                            <a:srgbClr val="626A73">
                              <a:alpha val="100000"/>
                            </a:srgbClr>
                          </a:solidFill>
                          <a:latin typeface="PingFang SC" panose="020B0400000000000000" charset="-122"/>
                          <a:ea typeface="PingFang SC" panose="020B0400000000000000" charset="-122"/>
                          <a:cs typeface="PingFang SC" panose="020B0400000000000000" charset="-122"/>
                        </a:rPr>
                        <a:t>依据变量死亡原因填充柱状图颜⾊</a:t>
                      </a:r>
                      <a:endParaRPr sz="1700" dirty="0">
                        <a:latin typeface="PingFang SC" panose="020B0400000000000000" charset="-122"/>
                        <a:ea typeface="PingFang SC" panose="020B0400000000000000" charset="-122"/>
                        <a:cs typeface="PingFang SC" panose="020B0400000000000000" charset="-122"/>
                      </a:endParaRPr>
                    </a:p>
                    <a:p>
                      <a:pPr marL="110490" algn="l" rtl="0" eaLnBrk="0">
                        <a:lnSpc>
                          <a:spcPts val="2255"/>
                        </a:lnSpc>
                      </a:pPr>
                      <a:r>
                        <a:rPr sz="1600" kern="0" spc="0" dirty="0">
                          <a:solidFill>
                            <a:srgbClr val="FFB454">
                              <a:alpha val="100000"/>
                            </a:srgbClr>
                          </a:solidFill>
                          <a:latin typeface="Menlo" panose="020B0609030804020204"/>
                          <a:ea typeface="Menlo" panose="020B0609030804020204"/>
                          <a:cs typeface="Menlo" panose="020B0609030804020204"/>
                        </a:rPr>
                        <a:t>ggplot</a:t>
                      </a:r>
                      <a:r>
                        <a:rPr sz="1600" kern="0" spc="21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B3B1AD">
                              <a:alpha val="100000"/>
                            </a:srgbClr>
                          </a:solidFill>
                          <a:latin typeface="Menlo" panose="020B0609030804020204"/>
                          <a:ea typeface="Menlo" panose="020B0609030804020204"/>
                          <a:cs typeface="Menlo" panose="020B0609030804020204"/>
                        </a:rPr>
                        <a:t>nightingale</a:t>
                      </a:r>
                      <a:r>
                        <a:rPr sz="1600" kern="0" spc="210" dirty="0">
                          <a:solidFill>
                            <a:srgbClr val="B3B1AD">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63220" indent="635" algn="l" rtl="0" eaLnBrk="0">
                        <a:lnSpc>
                          <a:spcPct val="116000"/>
                        </a:lnSpc>
                        <a:spcBef>
                          <a:spcPts val="15"/>
                        </a:spcBef>
                      </a:pPr>
                      <a:r>
                        <a:rPr sz="1600" kern="0" spc="0" dirty="0">
                          <a:solidFill>
                            <a:srgbClr val="FFB454">
                              <a:alpha val="100000"/>
                            </a:srgbClr>
                          </a:solidFill>
                          <a:latin typeface="Menlo" panose="020B0609030804020204"/>
                          <a:ea typeface="Menlo" panose="020B0609030804020204"/>
                          <a:cs typeface="Menlo" panose="020B0609030804020204"/>
                        </a:rPr>
                        <a:t>aes</a:t>
                      </a:r>
                      <a:r>
                        <a:rPr sz="1600" kern="0" spc="20" dirty="0">
                          <a:solidFill>
                            <a:srgbClr val="B3B1AD">
                              <a:alpha val="100000"/>
                            </a:srgbClr>
                          </a:solidFill>
                          <a:latin typeface="Menlo" panose="020B0609030804020204"/>
                          <a:ea typeface="Menlo" panose="020B0609030804020204"/>
                          <a:cs typeface="Menlo" panose="020B0609030804020204"/>
                        </a:rPr>
                        <a:t>(</a:t>
                      </a:r>
                      <a:r>
                        <a:rPr sz="1600" kern="0" spc="20" dirty="0">
                          <a:solidFill>
                            <a:srgbClr val="59C2FF">
                              <a:alpha val="100000"/>
                            </a:srgbClr>
                          </a:solidFill>
                          <a:latin typeface="Menlo" panose="020B0609030804020204"/>
                          <a:ea typeface="Menlo" panose="020B0609030804020204"/>
                          <a:cs typeface="Menlo" panose="020B0609030804020204"/>
                        </a:rPr>
                        <a:t>x = </a:t>
                      </a:r>
                      <a:r>
                        <a:rPr sz="1600" kern="0" spc="2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27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20" dirty="0">
                          <a:solidFill>
                            <a:srgbClr val="B3B1AD">
                              <a:alpha val="100000"/>
                            </a:srgbClr>
                          </a:solidFill>
                          <a:latin typeface="Menlo" panose="020B0609030804020204"/>
                          <a:ea typeface="Menlo" panose="020B0609030804020204"/>
                          <a:cs typeface="Menlo" panose="020B0609030804020204"/>
                        </a:rPr>
                        <a:t>, </a:t>
                      </a:r>
                      <a:r>
                        <a:rPr sz="1600" kern="0" spc="20" dirty="0">
                          <a:solidFill>
                            <a:srgbClr val="59C2FF">
                              <a:alpha val="100000"/>
                            </a:srgbClr>
                          </a:solidFill>
                          <a:latin typeface="Menlo" panose="020B0609030804020204"/>
                          <a:ea typeface="Menlo" panose="020B0609030804020204"/>
                          <a:cs typeface="Menlo" panose="020B0609030804020204"/>
                        </a:rPr>
                        <a:t>y</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20" dirty="0">
                          <a:solidFill>
                            <a:srgbClr val="59C2FF">
                              <a:alpha val="100000"/>
                            </a:srgbClr>
                          </a:solidFill>
                          <a:latin typeface="Menlo" panose="020B0609030804020204"/>
                          <a:ea typeface="Menlo" panose="020B0609030804020204"/>
                          <a:cs typeface="Menlo" panose="020B0609030804020204"/>
                        </a:rPr>
                        <a:t>=</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20" dirty="0">
                          <a:solidFill>
                            <a:srgbClr val="B3B1AD">
                              <a:alpha val="100000"/>
                            </a:srgbClr>
                          </a:solidFill>
                          <a:latin typeface="PingFang SC" panose="020B0400000000000000" charset="-122"/>
                          <a:ea typeface="PingFang SC" panose="020B0400000000000000" charset="-122"/>
                          <a:cs typeface="PingFang SC" panose="020B0400000000000000" charset="-122"/>
                        </a:rPr>
                        <a:t>总死亡⼈数，</a:t>
                      </a:r>
                      <a:r>
                        <a:rPr sz="1600" kern="0" spc="-35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0" dirty="0">
                          <a:solidFill>
                            <a:srgbClr val="59C2FF">
                              <a:alpha val="100000"/>
                            </a:srgbClr>
                          </a:solidFill>
                          <a:latin typeface="Menlo" panose="020B0609030804020204"/>
                          <a:ea typeface="Menlo" panose="020B0609030804020204"/>
                          <a:cs typeface="Menlo" panose="020B0609030804020204"/>
                        </a:rPr>
                        <a:t>fill</a:t>
                      </a:r>
                      <a:r>
                        <a:rPr sz="1600" kern="0" spc="10" dirty="0">
                          <a:solidFill>
                            <a:srgbClr val="59C2FF">
                              <a:alpha val="100000"/>
                            </a:srgbClr>
                          </a:solidFill>
                          <a:latin typeface="Menlo" panose="020B0609030804020204"/>
                          <a:ea typeface="Menlo" panose="020B0609030804020204"/>
                          <a:cs typeface="Menlo" panose="020B0609030804020204"/>
                        </a:rPr>
                        <a:t>=</a:t>
                      </a:r>
                      <a:r>
                        <a:rPr sz="1600" kern="0" spc="1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10" dirty="0">
                          <a:solidFill>
                            <a:srgbClr val="B3B1AD">
                              <a:alpha val="100000"/>
                            </a:srgbClr>
                          </a:solidFill>
                          <a:latin typeface="Menlo" panose="020B0609030804020204"/>
                          <a:ea typeface="Menlo" panose="020B0609030804020204"/>
                          <a:cs typeface="Menlo" panose="020B0609030804020204"/>
                        </a:rPr>
                        <a:t>))</a:t>
                      </a:r>
                      <a:r>
                        <a:rPr sz="1600" kern="0" spc="120" dirty="0">
                          <a:solidFill>
                            <a:srgbClr val="B3B1AD">
                              <a:alpha val="100000"/>
                            </a:srgbClr>
                          </a:solidFill>
                          <a:latin typeface="Menlo" panose="020B0609030804020204"/>
                          <a:ea typeface="Menlo" panose="020B0609030804020204"/>
                          <a:cs typeface="Menlo" panose="020B0609030804020204"/>
                        </a:rPr>
                        <a:t> </a:t>
                      </a:r>
                      <a:r>
                        <a:rPr sz="1600" kern="0" spc="10" dirty="0">
                          <a:solidFill>
                            <a:srgbClr val="95E6CB">
                              <a:alpha val="100000"/>
                            </a:srgbClr>
                          </a:solidFill>
                          <a:latin typeface="Menlo" panose="020B0609030804020204"/>
                          <a:ea typeface="Menlo" panose="020B0609030804020204"/>
                          <a:cs typeface="Menlo" panose="020B0609030804020204"/>
                        </a:rPr>
                        <a:t>+</a:t>
                      </a:r>
                      <a:r>
                        <a:rPr sz="1600" kern="0" spc="0" dirty="0">
                          <a:solidFill>
                            <a:srgbClr val="95E6CB">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geom</a:t>
                      </a:r>
                      <a:r>
                        <a:rPr sz="1600" kern="0" spc="10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col</a:t>
                      </a:r>
                      <a:r>
                        <a:rPr sz="1600" kern="0" spc="100" dirty="0">
                          <a:solidFill>
                            <a:srgbClr val="B3B1AD">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txBody>
                  <a:tcPr marL="0" marR="0" marT="0" marB="0">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0A0E14"/>
                    </a:solidFill>
                  </a:tcPr>
                </a:tc>
              </a:tr>
            </a:tbl>
          </a:graphicData>
        </a:graphic>
      </p:graphicFrame>
      <p:pic>
        <p:nvPicPr>
          <p:cNvPr id="24" name="Picture 1" descr="01-ggplot2-7_files/figure-pptx/unnamed-chunk-10-1.png"/>
          <p:cNvPicPr>
            <a:picLocks noGrp="1" noChangeAspect="1"/>
          </p:cNvPicPr>
          <p:nvPr/>
        </p:nvPicPr>
        <p:blipFill>
          <a:blip r:embed="rId1"/>
          <a:stretch>
            <a:fillRect/>
          </a:stretch>
        </p:blipFill>
        <p:spPr bwMode="auto">
          <a:xfrm>
            <a:off x="7402311" y="2005286"/>
            <a:ext cx="6276828" cy="5013567"/>
          </a:xfrm>
          <a:prstGeom prst="rect">
            <a:avLst/>
          </a:prstGeom>
          <a:noFill/>
          <a:ln w="9525">
            <a:noFill/>
          </a:ln>
        </p:spPr>
      </p:pic>
      <p:pic>
        <p:nvPicPr>
          <p:cNvPr id="37" name="Picture 1" descr="01-ggplot2-7_files/figure-pptx/unnamed-chunk-11-1.png"/>
          <p:cNvPicPr>
            <a:picLocks noGrp="1" noChangeAspect="1"/>
          </p:cNvPicPr>
          <p:nvPr/>
        </p:nvPicPr>
        <p:blipFill>
          <a:blip r:embed="rId2"/>
          <a:stretch>
            <a:fillRect/>
          </a:stretch>
        </p:blipFill>
        <p:spPr bwMode="auto">
          <a:xfrm>
            <a:off x="7456854" y="2057551"/>
            <a:ext cx="6276827" cy="5013566"/>
          </a:xfrm>
          <a:prstGeom prst="rect">
            <a:avLst/>
          </a:prstGeom>
          <a:noFill/>
          <a:ln w="9525">
            <a:noFill/>
          </a:ln>
        </p:spPr>
      </p:pic>
      <p:sp>
        <p:nvSpPr>
          <p:cNvPr id="26" name="菱形 25"/>
          <p:cNvSpPr/>
          <p:nvPr/>
        </p:nvSpPr>
        <p:spPr>
          <a:xfrm>
            <a:off x="3282194" y="3547868"/>
            <a:ext cx="3336290" cy="805815"/>
          </a:xfrm>
          <a:prstGeom prst="diamond">
            <a:avLst/>
          </a:prstGeom>
          <a:solidFill>
            <a:srgbClr val="5695A0"/>
          </a:solidFill>
          <a:ln>
            <a:solidFill>
              <a:srgbClr val="5695A0"/>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4" name="Text 1"/>
          <p:cNvSpPr/>
          <p:nvPr/>
        </p:nvSpPr>
        <p:spPr>
          <a:xfrm>
            <a:off x="457438" y="4495800"/>
            <a:ext cx="2457331" cy="307181"/>
          </a:xfrm>
          <a:prstGeom prst="rect">
            <a:avLst/>
          </a:prstGeom>
          <a:noFill/>
        </p:spPr>
        <p:txBody>
          <a:bodyPr wrap="none" lIns="0" tIns="0" rIns="0" bIns="0" rtlCol="0" anchor="t"/>
          <a:lstStyle/>
          <a:p>
            <a:pPr marL="0" indent="0" algn="l">
              <a:lnSpc>
                <a:spcPts val="2400"/>
              </a:lnSpc>
              <a:buNone/>
            </a:pPr>
            <a:r>
              <a:rPr lang="en-US" sz="1900" dirty="0">
                <a:solidFill>
                  <a:srgbClr val="3A3A3A"/>
                </a:solidFill>
                <a:latin typeface="Noto Serif Medium" pitchFamily="34" charset="0"/>
                <a:ea typeface="Noto Serif Medium" pitchFamily="34" charset="-122"/>
                <a:cs typeface="Noto Serif Medium" pitchFamily="34" charset="-120"/>
              </a:rPr>
              <a:t>代码</a:t>
            </a:r>
            <a:endParaRPr lang="en-US" sz="1900" dirty="0"/>
          </a:p>
        </p:txBody>
      </p:sp>
      <p:sp>
        <p:nvSpPr>
          <p:cNvPr id="12" name="Text 9"/>
          <p:cNvSpPr/>
          <p:nvPr/>
        </p:nvSpPr>
        <p:spPr>
          <a:xfrm>
            <a:off x="7562612" y="1626632"/>
            <a:ext cx="6387465" cy="314444"/>
          </a:xfrm>
          <a:prstGeom prst="rect">
            <a:avLst/>
          </a:prstGeom>
          <a:noFill/>
        </p:spPr>
        <p:txBody>
          <a:bodyPr wrap="none" lIns="0" tIns="0" rIns="0" bIns="0" rtlCol="0" anchor="t"/>
          <a:lstStyle/>
          <a:p>
            <a:pPr marL="0" indent="0" algn="l">
              <a:lnSpc>
                <a:spcPts val="2450"/>
              </a:lnSpc>
              <a:buNone/>
            </a:pPr>
            <a:endParaRPr lang="en-US" sz="1500" dirty="0"/>
          </a:p>
        </p:txBody>
      </p:sp>
      <p:sp>
        <p:nvSpPr>
          <p:cNvPr id="14" name="Text 10"/>
          <p:cNvSpPr/>
          <p:nvPr/>
        </p:nvSpPr>
        <p:spPr>
          <a:xfrm>
            <a:off x="9527619" y="7073027"/>
            <a:ext cx="2457331" cy="307181"/>
          </a:xfrm>
          <a:prstGeom prst="rect">
            <a:avLst/>
          </a:prstGeom>
          <a:noFill/>
        </p:spPr>
        <p:txBody>
          <a:bodyPr wrap="none" lIns="0" tIns="0" rIns="0" bIns="0" rtlCol="0" anchor="t"/>
          <a:lstStyle/>
          <a:p>
            <a:pPr marL="0" indent="0" algn="ctr">
              <a:lnSpc>
                <a:spcPts val="2400"/>
              </a:lnSpc>
              <a:buNone/>
            </a:pPr>
            <a:r>
              <a:rPr lang="en-US" sz="1900" dirty="0">
                <a:solidFill>
                  <a:srgbClr val="3A3A3A"/>
                </a:solidFill>
                <a:latin typeface="Noto Serif Medium" pitchFamily="34" charset="0"/>
                <a:ea typeface="Noto Serif Medium" pitchFamily="34" charset="-122"/>
                <a:cs typeface="Noto Serif Medium" pitchFamily="34" charset="-120"/>
              </a:rPr>
              <a:t>结果展示</a:t>
            </a:r>
            <a:endParaRPr lang="en-US" sz="1900" dirty="0"/>
          </a:p>
        </p:txBody>
      </p:sp>
      <p:sp>
        <p:nvSpPr>
          <p:cNvPr id="18" name="圆角矩形 17"/>
          <p:cNvSpPr/>
          <p:nvPr/>
        </p:nvSpPr>
        <p:spPr>
          <a:xfrm>
            <a:off x="762000" y="5181600"/>
            <a:ext cx="1381125" cy="331470"/>
          </a:xfrm>
          <a:prstGeom prst="roundRect">
            <a:avLst/>
          </a:prstGeom>
          <a:noFill/>
          <a:ln w="57150">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highlight>
                <a:srgbClr val="FFFF00"/>
              </a:highlight>
            </a:endParaRPr>
          </a:p>
        </p:txBody>
      </p:sp>
      <p:grpSp>
        <p:nvGrpSpPr>
          <p:cNvPr id="6" name="组合 5"/>
          <p:cNvGrpSpPr/>
          <p:nvPr/>
        </p:nvGrpSpPr>
        <p:grpSpPr>
          <a:xfrm>
            <a:off x="533400" y="7700645"/>
            <a:ext cx="6386830" cy="313690"/>
            <a:chOff x="360" y="12127"/>
            <a:chExt cx="10058" cy="494"/>
          </a:xfrm>
        </p:grpSpPr>
        <p:sp>
          <p:nvSpPr>
            <p:cNvPr id="11" name="Text 8"/>
            <p:cNvSpPr/>
            <p:nvPr/>
          </p:nvSpPr>
          <p:spPr>
            <a:xfrm>
              <a:off x="360" y="12127"/>
              <a:ext cx="10059" cy="495"/>
            </a:xfrm>
            <a:prstGeom prst="rect">
              <a:avLst/>
            </a:prstGeom>
            <a:noFill/>
          </p:spPr>
          <p:txBody>
            <a:bodyPr wrap="none" lIns="0" tIns="0" rIns="0" bIns="0" rtlCol="0" anchor="t"/>
            <a:lstStyle/>
            <a:p>
              <a:pPr marL="0" indent="0" algn="l">
                <a:lnSpc>
                  <a:spcPts val="2450"/>
                </a:lnSpc>
                <a:buNone/>
              </a:pPr>
              <a:r>
                <a:rPr lang="en-US" sz="1400" dirty="0">
                  <a:solidFill>
                    <a:srgbClr val="4C4C4C"/>
                  </a:solidFill>
                  <a:latin typeface="黑体" panose="02010600030101010101" pitchFamily="49" charset="-122"/>
                  <a:ea typeface="黑体" panose="02010600030101010101" pitchFamily="49" charset="-122"/>
                  <a:cs typeface="Noto Serif" pitchFamily="34" charset="-120"/>
                </a:rPr>
                <a:t>进度</a:t>
              </a:r>
              <a:r>
                <a:rPr lang="en-US" sz="1400" dirty="0">
                  <a:solidFill>
                    <a:srgbClr val="4C4C4C"/>
                  </a:solidFill>
                  <a:latin typeface="Noto Serif" pitchFamily="34" charset="0"/>
                  <a:ea typeface="Noto Serif" pitchFamily="34" charset="-122"/>
                  <a:cs typeface="Noto Serif" pitchFamily="34" charset="-120"/>
                </a:rPr>
                <a:t>：●●○○○ 2/5</a:t>
              </a:r>
              <a:endParaRPr lang="en-US" sz="1400" dirty="0"/>
            </a:p>
          </p:txBody>
        </p:sp>
        <p:sp>
          <p:nvSpPr>
            <p:cNvPr id="19" name="Shape 6"/>
            <p:cNvSpPr/>
            <p:nvPr/>
          </p:nvSpPr>
          <p:spPr>
            <a:xfrm>
              <a:off x="1173" y="12265"/>
              <a:ext cx="8064" cy="270"/>
            </a:xfrm>
            <a:prstGeom prst="rect">
              <a:avLst/>
            </a:prstGeom>
            <a:solidFill>
              <a:srgbClr val="CBD5E0"/>
            </a:solidFill>
          </p:spPr>
          <p:txBody>
            <a:bodyPr/>
            <a:lstStyle/>
            <a:p>
              <a:endParaRPr lang="zh-CN" altLang="en-US"/>
            </a:p>
          </p:txBody>
        </p:sp>
        <p:sp>
          <p:nvSpPr>
            <p:cNvPr id="20" name="Shape 7"/>
            <p:cNvSpPr/>
            <p:nvPr/>
          </p:nvSpPr>
          <p:spPr>
            <a:xfrm>
              <a:off x="1173" y="12265"/>
              <a:ext cx="3226" cy="270"/>
            </a:xfrm>
            <a:prstGeom prst="rect">
              <a:avLst/>
            </a:prstGeom>
            <a:solidFill>
              <a:srgbClr val="4299E1"/>
            </a:solidFill>
          </p:spPr>
          <p:txBody>
            <a:bodyPr/>
            <a:lstStyle/>
            <a:p>
              <a:endParaRPr lang="zh-CN" altLang="en-US"/>
            </a:p>
          </p:txBody>
        </p:sp>
      </p:grpSp>
      <p:cxnSp>
        <p:nvCxnSpPr>
          <p:cNvPr id="16" name="连接符: 曲线 15"/>
          <p:cNvCxnSpPr>
            <a:stCxn id="18" idx="3"/>
          </p:cNvCxnSpPr>
          <p:nvPr/>
        </p:nvCxnSpPr>
        <p:spPr>
          <a:xfrm>
            <a:off x="2143125" y="5347335"/>
            <a:ext cx="6086475" cy="549910"/>
          </a:xfrm>
          <a:prstGeom prst="curvedConnector3">
            <a:avLst>
              <a:gd name="adj1" fmla="val 50005"/>
            </a:avLst>
          </a:prstGeom>
          <a:ln>
            <a:solidFill>
              <a:srgbClr val="7030A0"/>
            </a:solidFill>
            <a:tailEnd type="triangle"/>
          </a:ln>
        </p:spPr>
        <p:style>
          <a:lnRef idx="3">
            <a:schemeClr val="accent3"/>
          </a:lnRef>
          <a:fillRef idx="0">
            <a:schemeClr val="accent3"/>
          </a:fillRef>
          <a:effectRef idx="2">
            <a:schemeClr val="accent3"/>
          </a:effectRef>
          <a:fontRef idx="minor">
            <a:schemeClr val="tx1"/>
          </a:fontRef>
        </p:style>
      </p:cxnSp>
      <p:sp>
        <p:nvSpPr>
          <p:cNvPr id="27" name="文本框 26"/>
          <p:cNvSpPr txBox="1"/>
          <p:nvPr/>
        </p:nvSpPr>
        <p:spPr>
          <a:xfrm>
            <a:off x="1297543" y="3690249"/>
            <a:ext cx="1835585" cy="540385"/>
          </a:xfrm>
          <a:prstGeom prst="rect">
            <a:avLst/>
          </a:prstGeom>
          <a:noFill/>
        </p:spPr>
        <p:txBody>
          <a:bodyPr wrap="square" rtlCol="0">
            <a:noAutofit/>
          </a:bodyPr>
          <a:lstStyle/>
          <a:p>
            <a:pPr algn="r">
              <a:lnSpc>
                <a:spcPct val="140000"/>
              </a:lnSpc>
            </a:pPr>
            <a:r>
              <a:rPr lang="zh-CN" altLang="en-US" sz="2400" kern="100" dirty="0">
                <a:solidFill>
                  <a:srgbClr val="5695A0"/>
                </a:solidFill>
                <a:effectLst/>
                <a:latin typeface="微软雅黑" panose="020B0503020204020204" pitchFamily="34" charset="-122"/>
                <a:cs typeface="江城圆体 400W" panose="020B0500000000000000" pitchFamily="34" charset="-122"/>
              </a:rPr>
              <a:t>数据</a:t>
            </a:r>
            <a:r>
              <a:rPr lang="en-US" altLang="zh-CN" sz="2400" kern="100" dirty="0">
                <a:solidFill>
                  <a:srgbClr val="5695A0"/>
                </a:solidFill>
                <a:effectLst/>
                <a:latin typeface="微软雅黑" panose="020B0503020204020204" pitchFamily="34" charset="-122"/>
                <a:cs typeface="江城圆体 400W" panose="020B0500000000000000" pitchFamily="34" charset="-122"/>
              </a:rPr>
              <a:t>(Data)</a:t>
            </a:r>
            <a:endParaRPr lang="zh-CN" altLang="en-US" sz="2400" kern="100" dirty="0">
              <a:solidFill>
                <a:srgbClr val="5695A0"/>
              </a:solidFill>
              <a:effectLst/>
              <a:latin typeface="微软雅黑" panose="020B0503020204020204" pitchFamily="34" charset="-122"/>
              <a:cs typeface="江城圆体 400W" panose="020B0500000000000000" pitchFamily="34" charset="-122"/>
            </a:endParaRPr>
          </a:p>
        </p:txBody>
      </p:sp>
      <p:sp>
        <p:nvSpPr>
          <p:cNvPr id="29" name="文本框 28"/>
          <p:cNvSpPr txBox="1"/>
          <p:nvPr/>
        </p:nvSpPr>
        <p:spPr>
          <a:xfrm>
            <a:off x="803313" y="3104144"/>
            <a:ext cx="2329180" cy="540385"/>
          </a:xfrm>
          <a:prstGeom prst="rect">
            <a:avLst/>
          </a:prstGeom>
          <a:noFill/>
        </p:spPr>
        <p:txBody>
          <a:bodyPr wrap="square" rtlCol="0">
            <a:noAutofit/>
          </a:bodyPr>
          <a:lstStyle/>
          <a:p>
            <a:pPr algn="r">
              <a:lnSpc>
                <a:spcPct val="140000"/>
              </a:lnSpc>
            </a:pPr>
            <a:r>
              <a:rPr lang="zh-CN" altLang="en-US" sz="2400" kern="100" dirty="0">
                <a:solidFill>
                  <a:srgbClr val="3AA8A9"/>
                </a:solidFill>
                <a:effectLst/>
                <a:latin typeface="微软雅黑" panose="020B0503020204020204" pitchFamily="34" charset="-122"/>
                <a:cs typeface="江城圆体 400W" panose="020B0500000000000000" pitchFamily="34" charset="-122"/>
              </a:rPr>
              <a:t>美学映射</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r>
              <a:rPr lang="en-US" altLang="zh-CN" sz="2400" kern="100" dirty="0" err="1">
                <a:solidFill>
                  <a:srgbClr val="3AA8A9"/>
                </a:solidFill>
                <a:effectLst/>
                <a:latin typeface="微软雅黑" panose="020B0503020204020204" pitchFamily="34" charset="-122"/>
                <a:cs typeface="江城圆体 400W" panose="020B0500000000000000" pitchFamily="34" charset="-122"/>
              </a:rPr>
              <a:t>Aes</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endParaRPr lang="zh-CN" altLang="en-US" sz="2400" kern="100" dirty="0">
              <a:solidFill>
                <a:srgbClr val="3AA8A9"/>
              </a:solidFill>
              <a:effectLst/>
              <a:latin typeface="微软雅黑" panose="020B0503020204020204" pitchFamily="34" charset="-122"/>
              <a:cs typeface="江城圆体 400W" panose="020B0500000000000000" pitchFamily="34" charset="-122"/>
            </a:endParaRPr>
          </a:p>
        </p:txBody>
      </p:sp>
      <p:sp>
        <p:nvSpPr>
          <p:cNvPr id="31" name="文本框 30"/>
          <p:cNvSpPr txBox="1"/>
          <p:nvPr/>
        </p:nvSpPr>
        <p:spPr>
          <a:xfrm>
            <a:off x="76201" y="2590638"/>
            <a:ext cx="3070898" cy="540385"/>
          </a:xfrm>
          <a:prstGeom prst="rect">
            <a:avLst/>
          </a:prstGeom>
          <a:noFill/>
        </p:spPr>
        <p:txBody>
          <a:bodyPr wrap="square" rtlCol="0">
            <a:noAutofit/>
          </a:bodyPr>
          <a:lstStyle/>
          <a:p>
            <a:pPr algn="r">
              <a:lnSpc>
                <a:spcPct val="140000"/>
              </a:lnSpc>
            </a:pPr>
            <a:r>
              <a:rPr lang="zh-CN" altLang="en-US" sz="2400" kern="100" dirty="0">
                <a:solidFill>
                  <a:srgbClr val="A8DAC8"/>
                </a:solidFill>
                <a:effectLst/>
                <a:latin typeface="微软雅黑" panose="020B0503020204020204" pitchFamily="34" charset="-122"/>
                <a:cs typeface="江城圆体 400W" panose="020B0500000000000000" pitchFamily="34" charset="-122"/>
              </a:rPr>
              <a:t>几何对象</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r>
              <a:rPr lang="en-US" altLang="zh-CN" sz="2400" kern="100" dirty="0" err="1">
                <a:solidFill>
                  <a:srgbClr val="A8DAC8"/>
                </a:solidFill>
                <a:effectLst/>
                <a:latin typeface="微软雅黑" panose="020B0503020204020204" pitchFamily="34" charset="-122"/>
                <a:cs typeface="江城圆体 400W" panose="020B0500000000000000" pitchFamily="34" charset="-122"/>
              </a:rPr>
              <a:t>Geom</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endParaRPr lang="zh-CN" altLang="en-US" sz="2400" kern="100" dirty="0">
              <a:solidFill>
                <a:srgbClr val="A8DAC8"/>
              </a:solidFill>
              <a:effectLst/>
              <a:latin typeface="微软雅黑" panose="020B0503020204020204" pitchFamily="34" charset="-122"/>
              <a:cs typeface="江城圆体 400W" panose="020B0500000000000000" pitchFamily="34" charset="-122"/>
            </a:endParaRPr>
          </a:p>
        </p:txBody>
      </p:sp>
      <p:sp>
        <p:nvSpPr>
          <p:cNvPr id="28" name="菱形 27"/>
          <p:cNvSpPr/>
          <p:nvPr/>
        </p:nvSpPr>
        <p:spPr>
          <a:xfrm>
            <a:off x="3282829" y="3046218"/>
            <a:ext cx="3336290" cy="805815"/>
          </a:xfrm>
          <a:prstGeom prst="diamond">
            <a:avLst/>
          </a:prstGeom>
          <a:solidFill>
            <a:srgbClr val="3AA8A9"/>
          </a:solidFill>
          <a:ln>
            <a:solidFill>
              <a:srgbClr val="3AA8A9"/>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dirty="0">
              <a:solidFill>
                <a:sysClr val="window" lastClr="FFFFFF"/>
              </a:solidFill>
              <a:latin typeface="Arial" panose="020B0604020202090204" pitchFamily="34" charset="0"/>
              <a:ea typeface="微软雅黑" panose="020B0503020204020204" pitchFamily="34" charset="-122"/>
            </a:endParaRPr>
          </a:p>
        </p:txBody>
      </p:sp>
      <p:sp>
        <p:nvSpPr>
          <p:cNvPr id="30" name="菱形 29"/>
          <p:cNvSpPr/>
          <p:nvPr/>
        </p:nvSpPr>
        <p:spPr>
          <a:xfrm>
            <a:off x="3282829" y="2626057"/>
            <a:ext cx="3336290" cy="805815"/>
          </a:xfrm>
          <a:prstGeom prst="diamond">
            <a:avLst/>
          </a:prstGeom>
          <a:solidFill>
            <a:srgbClr val="A8DAC8"/>
          </a:solidFill>
          <a:ln>
            <a:solidFill>
              <a:srgbClr val="A8DAC8"/>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36" name="圆角矩形 17"/>
          <p:cNvSpPr/>
          <p:nvPr/>
        </p:nvSpPr>
        <p:spPr>
          <a:xfrm>
            <a:off x="4629785" y="6076315"/>
            <a:ext cx="1483995" cy="424180"/>
          </a:xfrm>
          <a:prstGeom prst="roundRect">
            <a:avLst/>
          </a:prstGeom>
          <a:noFill/>
          <a:ln w="57150">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highlight>
                <a:srgbClr val="FFFF00"/>
              </a:highlight>
            </a:endParaRPr>
          </a:p>
        </p:txBody>
      </p:sp>
      <p:cxnSp>
        <p:nvCxnSpPr>
          <p:cNvPr id="38" name="连接符: 曲线 37"/>
          <p:cNvCxnSpPr/>
          <p:nvPr/>
        </p:nvCxnSpPr>
        <p:spPr>
          <a:xfrm flipV="1">
            <a:off x="6113780" y="5111115"/>
            <a:ext cx="3030220" cy="1176655"/>
          </a:xfrm>
          <a:prstGeom prst="curvedConnector3">
            <a:avLst>
              <a:gd name="adj1" fmla="val 50021"/>
            </a:avLst>
          </a:prstGeom>
          <a:ln>
            <a:solidFill>
              <a:srgbClr val="7030A0"/>
            </a:solidFill>
            <a:tailEnd type="triangle"/>
          </a:ln>
        </p:spPr>
        <p:style>
          <a:lnRef idx="3">
            <a:schemeClr val="accent3"/>
          </a:lnRef>
          <a:fillRef idx="0">
            <a:schemeClr val="accent3"/>
          </a:fillRef>
          <a:effectRef idx="2">
            <a:schemeClr val="accent3"/>
          </a:effectRef>
          <a:fontRef idx="minor">
            <a:schemeClr val="tx1"/>
          </a:fontRef>
        </p:style>
      </p:cxnSp>
      <p:sp>
        <p:nvSpPr>
          <p:cNvPr id="5" name="文本框 4"/>
          <p:cNvSpPr txBox="1"/>
          <p:nvPr/>
        </p:nvSpPr>
        <p:spPr>
          <a:xfrm>
            <a:off x="762000" y="1447800"/>
            <a:ext cx="3980815" cy="521970"/>
          </a:xfrm>
          <a:prstGeom prst="rect">
            <a:avLst/>
          </a:prstGeom>
          <a:noFill/>
        </p:spPr>
        <p:txBody>
          <a:bodyPr wrap="square" rtlCol="0">
            <a:spAutoFit/>
          </a:bodyPr>
          <a:p>
            <a:r>
              <a:rPr lang="zh-CN" altLang="en-US" sz="2800" dirty="0">
                <a:solidFill>
                  <a:srgbClr val="618CAC"/>
                </a:solidFill>
              </a:rPr>
              <a:t>如何在图形中表示数据</a:t>
            </a:r>
            <a:r>
              <a:rPr lang="en-US" altLang="zh-CN" sz="2800" dirty="0">
                <a:solidFill>
                  <a:srgbClr val="618CAC"/>
                </a:solidFill>
              </a:rPr>
              <a:t>？</a:t>
            </a:r>
            <a:endParaRPr lang="en-US" altLang="zh-CN" sz="2800" dirty="0">
              <a:solidFill>
                <a:srgbClr val="618CAC"/>
              </a:solidFill>
            </a:endParaRPr>
          </a:p>
        </p:txBody>
      </p:sp>
      <p:sp>
        <p:nvSpPr>
          <p:cNvPr id="2" name="文本框 1"/>
          <p:cNvSpPr txBox="1"/>
          <p:nvPr/>
        </p:nvSpPr>
        <p:spPr>
          <a:xfrm>
            <a:off x="533400" y="7011035"/>
            <a:ext cx="5964555" cy="521970"/>
          </a:xfrm>
          <a:prstGeom prst="rect">
            <a:avLst/>
          </a:prstGeom>
          <a:noFill/>
        </p:spPr>
        <p:txBody>
          <a:bodyPr wrap="square" rtlCol="0">
            <a:spAutoFit/>
          </a:bodyPr>
          <a:p>
            <a:r>
              <a:rPr lang="zh-CN" altLang="en-US" sz="2800" dirty="0">
                <a:solidFill>
                  <a:srgbClr val="618CAC"/>
                </a:solidFill>
              </a:rPr>
              <a:t>如何用颜色区分不同死亡原因</a:t>
            </a:r>
            <a:r>
              <a:rPr lang="en-US" altLang="zh-CN" sz="2800" dirty="0">
                <a:solidFill>
                  <a:srgbClr val="618CAC"/>
                </a:solidFill>
              </a:rPr>
              <a:t>？</a:t>
            </a:r>
            <a:endParaRPr lang="en-US" altLang="zh-CN" sz="2800" dirty="0">
              <a:solidFill>
                <a:srgbClr val="618CA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 presetClass="entr" presetSubtype="3"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 calcmode="lin" valueType="num">
                                      <p:cBhvr additive="base">
                                        <p:cTn id="10" dur="500" fill="hold"/>
                                        <p:tgtEl>
                                          <p:spTgt spid="30"/>
                                        </p:tgtEl>
                                        <p:attrNameLst>
                                          <p:attrName>ppt_x</p:attrName>
                                        </p:attrNameLst>
                                      </p:cBhvr>
                                      <p:tavLst>
                                        <p:tav tm="0">
                                          <p:val>
                                            <p:strVal val="1+#ppt_w/2"/>
                                          </p:val>
                                        </p:tav>
                                        <p:tav tm="100000">
                                          <p:val>
                                            <p:strVal val="#ppt_x"/>
                                          </p:val>
                                        </p:tav>
                                      </p:tavLst>
                                    </p:anim>
                                    <p:anim calcmode="lin" valueType="num">
                                      <p:cBhvr additive="base">
                                        <p:cTn id="11" dur="500" fill="hold"/>
                                        <p:tgtEl>
                                          <p:spTgt spid="30"/>
                                        </p:tgtEl>
                                        <p:attrNameLst>
                                          <p:attrName>ppt_y</p:attrName>
                                        </p:attrNameLst>
                                      </p:cBhvr>
                                      <p:tavLst>
                                        <p:tav tm="0">
                                          <p:val>
                                            <p:strVal val="0-#ppt_h/2"/>
                                          </p:val>
                                        </p:tav>
                                        <p:tav tm="100000">
                                          <p:val>
                                            <p:strVal val="#ppt_y"/>
                                          </p:val>
                                        </p:tav>
                                      </p:tavLst>
                                    </p:anim>
                                  </p:childTnLst>
                                </p:cTn>
                              </p:par>
                              <p:par>
                                <p:cTn id="12" presetID="2" presetClass="entr" presetSubtype="3"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 calcmode="lin" valueType="num">
                                      <p:cBhvr additive="base">
                                        <p:cTn id="14" dur="500" fill="hold"/>
                                        <p:tgtEl>
                                          <p:spTgt spid="31"/>
                                        </p:tgtEl>
                                        <p:attrNameLst>
                                          <p:attrName>ppt_x</p:attrName>
                                        </p:attrNameLst>
                                      </p:cBhvr>
                                      <p:tavLst>
                                        <p:tav tm="0">
                                          <p:val>
                                            <p:strVal val="1+#ppt_w/2"/>
                                          </p:val>
                                        </p:tav>
                                        <p:tav tm="100000">
                                          <p:val>
                                            <p:strVal val="#ppt_x"/>
                                          </p:val>
                                        </p:tav>
                                      </p:tavLst>
                                    </p:anim>
                                    <p:anim calcmode="lin" valueType="num">
                                      <p:cBhvr additive="base">
                                        <p:cTn id="15" dur="500" fill="hold"/>
                                        <p:tgtEl>
                                          <p:spTgt spid="31"/>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up)">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left)">
                                      <p:cBhvr>
                                        <p:cTn id="29" dur="500"/>
                                        <p:tgtEl>
                                          <p:spTgt spid="36"/>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up)">
                                      <p:cBhvr>
                                        <p:cTn id="36" dur="500"/>
                                        <p:tgtEl>
                                          <p:spTgt spid="38"/>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8" grpId="1" animBg="1"/>
      <p:bldP spid="31" grpId="0"/>
      <p:bldP spid="30" grpId="0" bldLvl="0" animBg="1"/>
      <p:bldP spid="36" grpId="0" bldLvl="0" animBg="1"/>
      <p:bldP spid="36" grpId="1" animBg="1"/>
      <p:bldP spid="2" grpId="0"/>
      <p:bldP spid="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03 </a:t>
            </a:r>
            <a:r>
              <a:rPr lang="zh-CN" altLang="en-US"/>
              <a:t>添加几何</a:t>
            </a:r>
            <a:r>
              <a:rPr lang="zh-CN" altLang="en-US"/>
              <a:t>对象</a:t>
            </a:r>
            <a:endParaRPr lang="zh-CN" altLang="en-US"/>
          </a:p>
        </p:txBody>
      </p:sp>
      <p:graphicFrame>
        <p:nvGraphicFramePr>
          <p:cNvPr id="6" name="Content Placeholder 5"/>
          <p:cNvGraphicFramePr>
            <a:graphicFrameLocks noGrp="1"/>
          </p:cNvGraphicFramePr>
          <p:nvPr>
            <p:ph idx="4294967295"/>
            <p:custDataLst>
              <p:tags r:id="rId1"/>
            </p:custDataLst>
          </p:nvPr>
        </p:nvGraphicFramePr>
        <p:xfrm>
          <a:off x="533400" y="1676400"/>
          <a:ext cx="6375400" cy="6238240"/>
        </p:xfrm>
        <a:graphic>
          <a:graphicData uri="http://schemas.openxmlformats.org/drawingml/2006/table">
            <a:tbl>
              <a:tblPr firstRow="1" bandRow="1">
                <a:tableStyleId>{5C22544A-7EE6-4342-B048-85BDC9FD1C3A}</a:tableStyleId>
              </a:tblPr>
              <a:tblGrid>
                <a:gridCol w="1503680"/>
                <a:gridCol w="1503680"/>
                <a:gridCol w="1684020"/>
                <a:gridCol w="1684020"/>
              </a:tblGrid>
              <a:tr h="365760">
                <a:tc>
                  <a:txBody>
                    <a:bodyPr/>
                    <a:p>
                      <a:pPr marL="0" lvl="0" indent="0">
                        <a:buNone/>
                      </a:pPr>
                      <a:r>
                        <a:rPr sz="1800"/>
                        <a:t>图表类型</a:t>
                      </a:r>
                      <a:endParaRPr sz="1800"/>
                    </a:p>
                  </a:txBody>
                  <a:tcPr/>
                </a:tc>
                <a:tc>
                  <a:txBody>
                    <a:bodyPr/>
                    <a:p>
                      <a:pPr marL="0" lvl="0" indent="0">
                        <a:buNone/>
                      </a:pPr>
                      <a:r>
                        <a:rPr sz="1800"/>
                        <a:t>几何对象</a:t>
                      </a:r>
                      <a:endParaRPr sz="1800"/>
                    </a:p>
                  </a:txBody>
                  <a:tcPr/>
                </a:tc>
                <a:tc>
                  <a:txBody>
                    <a:bodyPr/>
                    <a:p>
                      <a:pPr marL="0" lvl="0" indent="0">
                        <a:buNone/>
                      </a:pPr>
                      <a:r>
                        <a:rPr sz="1800"/>
                        <a:t>数据要求</a:t>
                      </a:r>
                      <a:endParaRPr sz="1800"/>
                    </a:p>
                  </a:txBody>
                  <a:tcPr/>
                </a:tc>
                <a:tc>
                  <a:txBody>
                    <a:bodyPr/>
                    <a:p>
                      <a:pPr marL="0" lvl="0" indent="0">
                        <a:buNone/>
                      </a:pPr>
                      <a:r>
                        <a:rPr sz="1800"/>
                        <a:t>主要用途</a:t>
                      </a:r>
                      <a:endParaRPr sz="1800"/>
                    </a:p>
                  </a:txBody>
                  <a:tcPr/>
                </a:tc>
              </a:tr>
              <a:tr h="974090">
                <a:tc>
                  <a:txBody>
                    <a:bodyPr/>
                    <a:p>
                      <a:pPr marL="0" lvl="0" indent="0">
                        <a:buNone/>
                      </a:pPr>
                      <a:r>
                        <a:rPr sz="1800" b="1"/>
                        <a:t>散点图</a:t>
                      </a:r>
                      <a:endParaRPr sz="1800" b="1"/>
                    </a:p>
                  </a:txBody>
                  <a:tcPr/>
                </a:tc>
                <a:tc>
                  <a:txBody>
                    <a:bodyPr/>
                    <a:p>
                      <a:pPr marL="0" lvl="0" indent="0">
                        <a:buNone/>
                      </a:pPr>
                      <a:r>
                        <a:rPr sz="1800">
                          <a:latin typeface="Courier"/>
                        </a:rPr>
                        <a:t>geom_point()</a:t>
                      </a:r>
                      <a:endParaRPr sz="1800">
                        <a:latin typeface="Courier"/>
                      </a:endParaRPr>
                    </a:p>
                  </a:txBody>
                  <a:tcPr/>
                </a:tc>
                <a:tc>
                  <a:txBody>
                    <a:bodyPr/>
                    <a:p>
                      <a:pPr marL="0" lvl="0" indent="0">
                        <a:buNone/>
                      </a:pPr>
                      <a:r>
                        <a:rPr sz="1800"/>
                        <a:t>两个连续变量</a:t>
                      </a:r>
                      <a:endParaRPr sz="1800"/>
                    </a:p>
                  </a:txBody>
                  <a:tcPr/>
                </a:tc>
                <a:tc>
                  <a:txBody>
                    <a:bodyPr/>
                    <a:p>
                      <a:pPr marL="0" lvl="0" indent="0">
                        <a:buNone/>
                      </a:pPr>
                      <a:r>
                        <a:rPr sz="1800"/>
                        <a:t>探索变量间关系，识别模式和异常值</a:t>
                      </a:r>
                      <a:endParaRPr sz="1800"/>
                    </a:p>
                  </a:txBody>
                  <a:tcPr/>
                </a:tc>
              </a:tr>
              <a:tr h="664210">
                <a:tc>
                  <a:txBody>
                    <a:bodyPr/>
                    <a:p>
                      <a:pPr marL="0" lvl="0" indent="0">
                        <a:buNone/>
                      </a:pPr>
                      <a:r>
                        <a:rPr sz="1800" b="1"/>
                        <a:t>柱状图</a:t>
                      </a:r>
                      <a:endParaRPr sz="1800" b="1"/>
                    </a:p>
                  </a:txBody>
                  <a:tcPr/>
                </a:tc>
                <a:tc>
                  <a:txBody>
                    <a:bodyPr/>
                    <a:p>
                      <a:pPr marL="0" lvl="0" indent="0">
                        <a:buNone/>
                      </a:pPr>
                      <a:r>
                        <a:rPr sz="1800">
                          <a:latin typeface="Courier"/>
                        </a:rPr>
                        <a:t>geom_bar()</a:t>
                      </a:r>
                      <a:endParaRPr sz="1800">
                        <a:latin typeface="Courier"/>
                      </a:endParaRPr>
                    </a:p>
                  </a:txBody>
                  <a:tcPr/>
                </a:tc>
                <a:tc>
                  <a:txBody>
                    <a:bodyPr/>
                    <a:p>
                      <a:pPr marL="0" lvl="0" indent="0">
                        <a:buNone/>
                      </a:pPr>
                      <a:r>
                        <a:rPr sz="1800"/>
                        <a:t>一个分类变量</a:t>
                      </a:r>
                      <a:endParaRPr sz="1800"/>
                    </a:p>
                  </a:txBody>
                  <a:tcPr/>
                </a:tc>
                <a:tc>
                  <a:txBody>
                    <a:bodyPr/>
                    <a:p>
                      <a:pPr marL="0" lvl="0" indent="0">
                        <a:buNone/>
                      </a:pPr>
                      <a:r>
                        <a:rPr sz="1800"/>
                        <a:t>显示类别频数，比较不同组别</a:t>
                      </a:r>
                      <a:endParaRPr sz="1800"/>
                    </a:p>
                  </a:txBody>
                  <a:tcPr/>
                </a:tc>
              </a:tr>
              <a:tr h="664210">
                <a:tc>
                  <a:txBody>
                    <a:bodyPr/>
                    <a:p>
                      <a:pPr marL="0" lvl="0" indent="0">
                        <a:buNone/>
                      </a:pPr>
                      <a:r>
                        <a:rPr sz="1800" b="1"/>
                        <a:t>折线图</a:t>
                      </a:r>
                      <a:endParaRPr sz="1800" b="1"/>
                    </a:p>
                  </a:txBody>
                  <a:tcPr/>
                </a:tc>
                <a:tc>
                  <a:txBody>
                    <a:bodyPr/>
                    <a:p>
                      <a:pPr marL="0" lvl="0" indent="0">
                        <a:buNone/>
                      </a:pPr>
                      <a:r>
                        <a:rPr sz="1800">
                          <a:latin typeface="Courier"/>
                        </a:rPr>
                        <a:t>geom_line()</a:t>
                      </a:r>
                      <a:endParaRPr sz="1800">
                        <a:latin typeface="Courier"/>
                      </a:endParaRPr>
                    </a:p>
                  </a:txBody>
                  <a:tcPr/>
                </a:tc>
                <a:tc>
                  <a:txBody>
                    <a:bodyPr/>
                    <a:p>
                      <a:pPr marL="0" lvl="0" indent="0">
                        <a:buNone/>
                      </a:pPr>
                      <a:r>
                        <a:rPr sz="1800"/>
                        <a:t>有序数据(通常为时间序列)</a:t>
                      </a:r>
                      <a:endParaRPr sz="1800"/>
                    </a:p>
                  </a:txBody>
                  <a:tcPr/>
                </a:tc>
                <a:tc>
                  <a:txBody>
                    <a:bodyPr/>
                    <a:p>
                      <a:pPr marL="0" lvl="0" indent="0">
                        <a:buNone/>
                      </a:pPr>
                      <a:r>
                        <a:rPr sz="1800"/>
                        <a:t>展示趋势变化，时间序列分析</a:t>
                      </a:r>
                      <a:endParaRPr sz="1800"/>
                    </a:p>
                  </a:txBody>
                  <a:tcPr/>
                </a:tc>
              </a:tr>
              <a:tr h="663575">
                <a:tc>
                  <a:txBody>
                    <a:bodyPr/>
                    <a:p>
                      <a:pPr marL="0" lvl="0" indent="0">
                        <a:buNone/>
                      </a:pPr>
                      <a:r>
                        <a:rPr sz="1800" b="1"/>
                        <a:t>直方图</a:t>
                      </a:r>
                      <a:endParaRPr sz="1800" b="1"/>
                    </a:p>
                  </a:txBody>
                  <a:tcPr/>
                </a:tc>
                <a:tc>
                  <a:txBody>
                    <a:bodyPr/>
                    <a:p>
                      <a:pPr marL="0" lvl="0" indent="0">
                        <a:buNone/>
                      </a:pPr>
                      <a:r>
                        <a:rPr sz="1800">
                          <a:latin typeface="Courier"/>
                        </a:rPr>
                        <a:t>geom_histogram()</a:t>
                      </a:r>
                      <a:endParaRPr sz="1800">
                        <a:latin typeface="Courier"/>
                      </a:endParaRPr>
                    </a:p>
                  </a:txBody>
                  <a:tcPr/>
                </a:tc>
                <a:tc>
                  <a:txBody>
                    <a:bodyPr/>
                    <a:p>
                      <a:pPr marL="0" lvl="0" indent="0">
                        <a:buNone/>
                      </a:pPr>
                      <a:r>
                        <a:rPr sz="1800"/>
                        <a:t>一个连续变量</a:t>
                      </a:r>
                      <a:endParaRPr sz="1800"/>
                    </a:p>
                  </a:txBody>
                  <a:tcPr/>
                </a:tc>
                <a:tc>
                  <a:txBody>
                    <a:bodyPr/>
                    <a:p>
                      <a:pPr marL="0" lvl="0" indent="0">
                        <a:buNone/>
                      </a:pPr>
                      <a:r>
                        <a:rPr sz="1800"/>
                        <a:t>显示数值分布，了解数据形状</a:t>
                      </a:r>
                      <a:endParaRPr sz="1800"/>
                    </a:p>
                  </a:txBody>
                  <a:tcPr/>
                </a:tc>
              </a:tr>
              <a:tr h="664210">
                <a:tc>
                  <a:txBody>
                    <a:bodyPr/>
                    <a:p>
                      <a:pPr marL="0" lvl="0" indent="0">
                        <a:buNone/>
                      </a:pPr>
                      <a:r>
                        <a:rPr sz="1800" b="1"/>
                        <a:t>箱线图</a:t>
                      </a:r>
                      <a:endParaRPr sz="1800" b="1"/>
                    </a:p>
                  </a:txBody>
                  <a:tcPr/>
                </a:tc>
                <a:tc>
                  <a:txBody>
                    <a:bodyPr/>
                    <a:p>
                      <a:pPr marL="0" lvl="0" indent="0">
                        <a:buNone/>
                      </a:pPr>
                      <a:r>
                        <a:rPr sz="1800">
                          <a:latin typeface="Courier"/>
                        </a:rPr>
                        <a:t>geom_boxplot()</a:t>
                      </a:r>
                      <a:endParaRPr sz="1800">
                        <a:latin typeface="Courier"/>
                      </a:endParaRPr>
                    </a:p>
                  </a:txBody>
                  <a:tcPr/>
                </a:tc>
                <a:tc>
                  <a:txBody>
                    <a:bodyPr/>
                    <a:p>
                      <a:pPr marL="0" lvl="0" indent="0">
                        <a:buNone/>
                      </a:pPr>
                      <a:r>
                        <a:rPr sz="1800"/>
                        <a:t>一个分类变量，一个连续变量</a:t>
                      </a:r>
                      <a:endParaRPr sz="1800"/>
                    </a:p>
                  </a:txBody>
                  <a:tcPr/>
                </a:tc>
                <a:tc>
                  <a:txBody>
                    <a:bodyPr/>
                    <a:p>
                      <a:pPr marL="0" lvl="0" indent="0">
                        <a:buNone/>
                      </a:pPr>
                      <a:r>
                        <a:rPr sz="1800"/>
                        <a:t>比较多组分布，识别异常值</a:t>
                      </a:r>
                      <a:endParaRPr sz="1800"/>
                    </a:p>
                  </a:txBody>
                  <a:tcPr/>
                </a:tc>
              </a:tr>
              <a:tr h="914400">
                <a:tc>
                  <a:txBody>
                    <a:bodyPr/>
                    <a:p>
                      <a:pPr marL="0" lvl="0" indent="0">
                        <a:buNone/>
                      </a:pPr>
                      <a:r>
                        <a:rPr sz="1800" b="1"/>
                        <a:t>密度图</a:t>
                      </a:r>
                      <a:endParaRPr sz="1800" b="1"/>
                    </a:p>
                  </a:txBody>
                  <a:tcPr/>
                </a:tc>
                <a:tc>
                  <a:txBody>
                    <a:bodyPr/>
                    <a:p>
                      <a:pPr marL="0" lvl="0" indent="0">
                        <a:buNone/>
                      </a:pPr>
                      <a:r>
                        <a:rPr sz="1800">
                          <a:latin typeface="Courier"/>
                        </a:rPr>
                        <a:t>geom_density()</a:t>
                      </a:r>
                      <a:endParaRPr sz="1800">
                        <a:latin typeface="Courier"/>
                      </a:endParaRPr>
                    </a:p>
                  </a:txBody>
                  <a:tcPr/>
                </a:tc>
                <a:tc>
                  <a:txBody>
                    <a:bodyPr/>
                    <a:p>
                      <a:pPr marL="0" lvl="0" indent="0">
                        <a:buNone/>
                      </a:pPr>
                      <a:r>
                        <a:rPr sz="1800"/>
                        <a:t>一个连续变量</a:t>
                      </a:r>
                      <a:endParaRPr sz="1800"/>
                    </a:p>
                  </a:txBody>
                  <a:tcPr/>
                </a:tc>
                <a:tc>
                  <a:txBody>
                    <a:bodyPr/>
                    <a:p>
                      <a:pPr marL="0" lvl="0" indent="0">
                        <a:buNone/>
                      </a:pPr>
                      <a:r>
                        <a:rPr sz="1800"/>
                        <a:t>平滑的分布估计，比较分布形状</a:t>
                      </a:r>
                      <a:endParaRPr sz="1800"/>
                    </a:p>
                  </a:txBody>
                  <a:tcPr/>
                </a:tc>
              </a:tr>
              <a:tr h="663575">
                <a:tc>
                  <a:txBody>
                    <a:bodyPr/>
                    <a:p>
                      <a:pPr marL="0" lvl="0" indent="0">
                        <a:buNone/>
                      </a:pPr>
                      <a:r>
                        <a:rPr sz="1800" b="1"/>
                        <a:t>面积图</a:t>
                      </a:r>
                      <a:endParaRPr sz="1800" b="1"/>
                    </a:p>
                  </a:txBody>
                  <a:tcPr/>
                </a:tc>
                <a:tc>
                  <a:txBody>
                    <a:bodyPr/>
                    <a:p>
                      <a:pPr marL="0" lvl="0" indent="0">
                        <a:buNone/>
                      </a:pPr>
                      <a:r>
                        <a:rPr sz="1800">
                          <a:latin typeface="Courier"/>
                        </a:rPr>
                        <a:t>geom_area()</a:t>
                      </a:r>
                      <a:endParaRPr sz="1800">
                        <a:latin typeface="Courier"/>
                      </a:endParaRPr>
                    </a:p>
                  </a:txBody>
                  <a:tcPr/>
                </a:tc>
                <a:tc>
                  <a:txBody>
                    <a:bodyPr/>
                    <a:p>
                      <a:pPr marL="0" lvl="0" indent="0">
                        <a:buNone/>
                      </a:pPr>
                      <a:r>
                        <a:rPr sz="1800"/>
                        <a:t>有序数据，非负y值</a:t>
                      </a:r>
                      <a:endParaRPr sz="1800"/>
                    </a:p>
                  </a:txBody>
                  <a:tcPr/>
                </a:tc>
                <a:tc>
                  <a:txBody>
                    <a:bodyPr/>
                    <a:p>
                      <a:pPr marL="0" lvl="0" indent="0">
                        <a:buNone/>
                      </a:pPr>
                      <a:r>
                        <a:rPr sz="1800"/>
                        <a:t>展示累积变化，强调总量趋势</a:t>
                      </a:r>
                      <a:endParaRPr sz="1800"/>
                    </a:p>
                  </a:txBody>
                  <a:tcPr/>
                </a:tc>
              </a:tr>
              <a:tr h="664210">
                <a:tc>
                  <a:txBody>
                    <a:bodyPr/>
                    <a:p>
                      <a:pPr marL="0" lvl="0" indent="0">
                        <a:buNone/>
                      </a:pPr>
                      <a:r>
                        <a:rPr sz="1800" b="1"/>
                        <a:t>平滑线</a:t>
                      </a:r>
                      <a:endParaRPr sz="1800" b="1"/>
                    </a:p>
                  </a:txBody>
                  <a:tcPr/>
                </a:tc>
                <a:tc>
                  <a:txBody>
                    <a:bodyPr/>
                    <a:p>
                      <a:pPr marL="0" lvl="0" indent="0">
                        <a:buNone/>
                      </a:pPr>
                      <a:r>
                        <a:rPr sz="1800">
                          <a:latin typeface="Courier"/>
                        </a:rPr>
                        <a:t>geom_smooth()</a:t>
                      </a:r>
                      <a:endParaRPr sz="1800">
                        <a:latin typeface="Courier"/>
                      </a:endParaRPr>
                    </a:p>
                  </a:txBody>
                  <a:tcPr/>
                </a:tc>
                <a:tc>
                  <a:txBody>
                    <a:bodyPr/>
                    <a:p>
                      <a:pPr marL="0" lvl="0" indent="0">
                        <a:buNone/>
                      </a:pPr>
                      <a:r>
                        <a:rPr sz="1800"/>
                        <a:t>两个连续变量</a:t>
                      </a:r>
                      <a:endParaRPr sz="1800"/>
                    </a:p>
                  </a:txBody>
                  <a:tcPr/>
                </a:tc>
                <a:tc>
                  <a:txBody>
                    <a:bodyPr/>
                    <a:p>
                      <a:pPr marL="0" lvl="0" indent="0">
                        <a:buNone/>
                      </a:pPr>
                      <a:r>
                        <a:rPr sz="1800"/>
                        <a:t>拟合趋势线，显示整体关系</a:t>
                      </a:r>
                      <a:endParaRPr sz="1800"/>
                    </a:p>
                  </a:txBody>
                  <a:tcPr/>
                </a:tc>
              </a:tr>
            </a:tbl>
          </a:graphicData>
        </a:graphic>
      </p:graphicFrame>
      <p:graphicFrame>
        <p:nvGraphicFramePr>
          <p:cNvPr id="3" name="Content Placeholder 5"/>
          <p:cNvGraphicFramePr>
            <a:graphicFrameLocks noGrp="1"/>
          </p:cNvGraphicFramePr>
          <p:nvPr>
            <p:custDataLst>
              <p:tags r:id="rId2"/>
            </p:custDataLst>
          </p:nvPr>
        </p:nvGraphicFramePr>
        <p:xfrm>
          <a:off x="7620000" y="1676400"/>
          <a:ext cx="6532245" cy="4396740"/>
        </p:xfrm>
        <a:graphic>
          <a:graphicData uri="http://schemas.openxmlformats.org/drawingml/2006/table">
            <a:tbl>
              <a:tblPr firstRow="1" bandRow="1">
                <a:tableStyleId>{5C22544A-7EE6-4342-B048-85BDC9FD1C3A}</a:tableStyleId>
              </a:tblPr>
              <a:tblGrid>
                <a:gridCol w="1396365"/>
                <a:gridCol w="2013585"/>
                <a:gridCol w="1560830"/>
                <a:gridCol w="1561465"/>
              </a:tblGrid>
              <a:tr h="365760">
                <a:tc>
                  <a:txBody>
                    <a:bodyPr/>
                    <a:p>
                      <a:pPr marL="0" lvl="0" indent="0">
                        <a:buNone/>
                      </a:pPr>
                      <a:r>
                        <a:rPr sz="1800"/>
                        <a:t>分析目的</a:t>
                      </a:r>
                      <a:endParaRPr sz="1800"/>
                    </a:p>
                  </a:txBody>
                  <a:tcPr/>
                </a:tc>
                <a:tc>
                  <a:txBody>
                    <a:bodyPr/>
                    <a:p>
                      <a:pPr marL="0" lvl="0" indent="0">
                        <a:buNone/>
                      </a:pPr>
                      <a:r>
                        <a:rPr sz="1800"/>
                        <a:t>推荐几何对象</a:t>
                      </a:r>
                      <a:endParaRPr sz="1800"/>
                    </a:p>
                  </a:txBody>
                  <a:tcPr/>
                </a:tc>
                <a:tc>
                  <a:txBody>
                    <a:bodyPr/>
                    <a:p>
                      <a:pPr marL="0" lvl="0" indent="0">
                        <a:buNone/>
                      </a:pPr>
                      <a:r>
                        <a:rPr sz="1800"/>
                        <a:t>分析重点</a:t>
                      </a:r>
                      <a:endParaRPr sz="1800"/>
                    </a:p>
                  </a:txBody>
                  <a:tcPr/>
                </a:tc>
                <a:tc>
                  <a:txBody>
                    <a:bodyPr/>
                    <a:p>
                      <a:pPr marL="0" lvl="0" indent="0">
                        <a:buNone/>
                      </a:pPr>
                      <a:r>
                        <a:rPr sz="1800"/>
                        <a:t>示例场景</a:t>
                      </a:r>
                      <a:endParaRPr sz="1800"/>
                    </a:p>
                  </a:txBody>
                  <a:tcPr/>
                </a:tc>
              </a:tr>
              <a:tr h="895985">
                <a:tc>
                  <a:txBody>
                    <a:bodyPr/>
                    <a:p>
                      <a:pPr marL="0" lvl="0" indent="0">
                        <a:buNone/>
                      </a:pPr>
                      <a:r>
                        <a:rPr sz="1800" b="1"/>
                        <a:t>类别数据</a:t>
                      </a:r>
                      <a:endParaRPr sz="1800" b="1"/>
                    </a:p>
                  </a:txBody>
                  <a:tcPr/>
                </a:tc>
                <a:tc>
                  <a:txBody>
                    <a:bodyPr/>
                    <a:p>
                      <a:pPr marL="0" lvl="0" indent="0">
                        <a:buNone/>
                      </a:pPr>
                      <a:r>
                        <a:rPr sz="1800">
                          <a:latin typeface="Courier"/>
                        </a:rPr>
                        <a:t>geom_bar()</a:t>
                      </a:r>
                      <a:r>
                        <a:rPr sz="1800"/>
                        <a:t>, </a:t>
                      </a:r>
                      <a:r>
                        <a:rPr sz="1800">
                          <a:latin typeface="Courier"/>
                        </a:rPr>
                        <a:t>geom_col()</a:t>
                      </a:r>
                      <a:endParaRPr sz="1800">
                        <a:latin typeface="Courier"/>
                      </a:endParaRPr>
                    </a:p>
                  </a:txBody>
                  <a:tcPr/>
                </a:tc>
                <a:tc>
                  <a:txBody>
                    <a:bodyPr/>
                    <a:p>
                      <a:pPr marL="0" lvl="0" indent="0">
                        <a:buNone/>
                      </a:pPr>
                      <a:r>
                        <a:rPr sz="1800"/>
                        <a:t>频数比较，类别分布</a:t>
                      </a:r>
                      <a:endParaRPr sz="1800"/>
                    </a:p>
                  </a:txBody>
                  <a:tcPr/>
                </a:tc>
                <a:tc>
                  <a:txBody>
                    <a:bodyPr/>
                    <a:p>
                      <a:pPr marL="0" lvl="0" indent="0">
                        <a:buNone/>
                      </a:pPr>
                      <a:r>
                        <a:rPr sz="1800"/>
                        <a:t>产品销量对比，用户类型分布</a:t>
                      </a:r>
                      <a:endParaRPr sz="1800"/>
                    </a:p>
                  </a:txBody>
                  <a:tcPr/>
                </a:tc>
              </a:tr>
              <a:tr h="1324610">
                <a:tc>
                  <a:txBody>
                    <a:bodyPr/>
                    <a:p>
                      <a:pPr marL="0" lvl="0" indent="0">
                        <a:buNone/>
                      </a:pPr>
                      <a:r>
                        <a:rPr sz="1800" b="1"/>
                        <a:t>分布数据</a:t>
                      </a:r>
                      <a:endParaRPr sz="1800" b="1"/>
                    </a:p>
                  </a:txBody>
                  <a:tcPr/>
                </a:tc>
                <a:tc>
                  <a:txBody>
                    <a:bodyPr/>
                    <a:p>
                      <a:pPr marL="0" lvl="0" indent="0">
                        <a:buNone/>
                      </a:pPr>
                      <a:r>
                        <a:rPr sz="1800">
                          <a:latin typeface="Courier"/>
                        </a:rPr>
                        <a:t>geom_histogram()</a:t>
                      </a:r>
                      <a:r>
                        <a:rPr sz="1800"/>
                        <a:t>, </a:t>
                      </a:r>
                      <a:r>
                        <a:rPr sz="1800">
                          <a:latin typeface="Courier"/>
                        </a:rPr>
                        <a:t>geom_density()</a:t>
                      </a:r>
                      <a:r>
                        <a:rPr sz="1800"/>
                        <a:t>, </a:t>
                      </a:r>
                      <a:r>
                        <a:rPr sz="1800">
                          <a:latin typeface="Courier"/>
                        </a:rPr>
                        <a:t>geom_boxplot()</a:t>
                      </a:r>
                      <a:endParaRPr sz="1800">
                        <a:latin typeface="Courier"/>
                      </a:endParaRPr>
                    </a:p>
                  </a:txBody>
                  <a:tcPr/>
                </a:tc>
                <a:tc>
                  <a:txBody>
                    <a:bodyPr/>
                    <a:p>
                      <a:pPr marL="0" lvl="0" indent="0">
                        <a:buNone/>
                      </a:pPr>
                      <a:r>
                        <a:rPr sz="1800"/>
                        <a:t>中心趋势，离散程度，偏度</a:t>
                      </a:r>
                      <a:endParaRPr sz="1800"/>
                    </a:p>
                  </a:txBody>
                  <a:tcPr/>
                </a:tc>
                <a:tc>
                  <a:txBody>
                    <a:bodyPr/>
                    <a:p>
                      <a:pPr marL="0" lvl="0" indent="0">
                        <a:buNone/>
                      </a:pPr>
                      <a:r>
                        <a:rPr sz="1800"/>
                        <a:t>考试成绩分布，收入水平分析</a:t>
                      </a:r>
                      <a:endParaRPr sz="1800"/>
                    </a:p>
                  </a:txBody>
                  <a:tcPr/>
                </a:tc>
              </a:tr>
              <a:tr h="895985">
                <a:tc>
                  <a:txBody>
                    <a:bodyPr/>
                    <a:p>
                      <a:pPr marL="0" lvl="0" indent="0">
                        <a:buNone/>
                      </a:pPr>
                      <a:r>
                        <a:rPr sz="1800" b="1"/>
                        <a:t>变量间关系数据</a:t>
                      </a:r>
                      <a:endParaRPr sz="1800" b="1"/>
                    </a:p>
                  </a:txBody>
                  <a:tcPr/>
                </a:tc>
                <a:tc>
                  <a:txBody>
                    <a:bodyPr/>
                    <a:p>
                      <a:pPr marL="0" lvl="0" indent="0">
                        <a:buNone/>
                      </a:pPr>
                      <a:r>
                        <a:rPr sz="1800">
                          <a:latin typeface="Courier"/>
                        </a:rPr>
                        <a:t>geom_point()</a:t>
                      </a:r>
                      <a:r>
                        <a:rPr sz="1800"/>
                        <a:t>, </a:t>
                      </a:r>
                      <a:r>
                        <a:rPr sz="1800">
                          <a:latin typeface="Courier"/>
                        </a:rPr>
                        <a:t>geom_smooth()</a:t>
                      </a:r>
                      <a:endParaRPr sz="1800">
                        <a:latin typeface="Courier"/>
                      </a:endParaRPr>
                    </a:p>
                  </a:txBody>
                  <a:tcPr/>
                </a:tc>
                <a:tc>
                  <a:txBody>
                    <a:bodyPr/>
                    <a:p>
                      <a:pPr marL="0" lvl="0" indent="0">
                        <a:buNone/>
                      </a:pPr>
                      <a:r>
                        <a:rPr sz="1800"/>
                        <a:t>相关性，趋势，聚类模式</a:t>
                      </a:r>
                      <a:endParaRPr sz="1800"/>
                    </a:p>
                  </a:txBody>
                  <a:tcPr/>
                </a:tc>
                <a:tc>
                  <a:txBody>
                    <a:bodyPr/>
                    <a:p>
                      <a:pPr marL="0" lvl="0" indent="0">
                        <a:buNone/>
                      </a:pPr>
                      <a:r>
                        <a:rPr sz="1800"/>
                        <a:t>身高体重关系，房价影响因素</a:t>
                      </a:r>
                      <a:endParaRPr sz="1800"/>
                    </a:p>
                  </a:txBody>
                  <a:tcPr/>
                </a:tc>
              </a:tr>
              <a:tr h="914400">
                <a:tc>
                  <a:txBody>
                    <a:bodyPr/>
                    <a:p>
                      <a:pPr marL="0" lvl="0" indent="0">
                        <a:buNone/>
                      </a:pPr>
                      <a:r>
                        <a:rPr sz="1800" b="1"/>
                        <a:t>时间序列数据</a:t>
                      </a:r>
                      <a:endParaRPr sz="1800" b="1"/>
                    </a:p>
                  </a:txBody>
                  <a:tcPr/>
                </a:tc>
                <a:tc>
                  <a:txBody>
                    <a:bodyPr/>
                    <a:p>
                      <a:pPr marL="0" lvl="0" indent="0">
                        <a:buNone/>
                      </a:pPr>
                      <a:r>
                        <a:rPr sz="1800">
                          <a:latin typeface="Courier"/>
                        </a:rPr>
                        <a:t>geom_line()</a:t>
                      </a:r>
                      <a:r>
                        <a:rPr sz="1800"/>
                        <a:t>, </a:t>
                      </a:r>
                      <a:r>
                        <a:rPr sz="1800">
                          <a:latin typeface="Courier"/>
                        </a:rPr>
                        <a:t>geom_area()</a:t>
                      </a:r>
                      <a:r>
                        <a:rPr sz="1800"/>
                        <a:t>, </a:t>
                      </a:r>
                      <a:r>
                        <a:rPr sz="1800">
                          <a:latin typeface="Courier"/>
                        </a:rPr>
                        <a:t>geom_step()</a:t>
                      </a:r>
                      <a:endParaRPr sz="1800">
                        <a:latin typeface="Courier"/>
                      </a:endParaRPr>
                    </a:p>
                  </a:txBody>
                  <a:tcPr/>
                </a:tc>
                <a:tc>
                  <a:txBody>
                    <a:bodyPr/>
                    <a:p>
                      <a:pPr marL="0" lvl="0" indent="0">
                        <a:buNone/>
                      </a:pPr>
                      <a:r>
                        <a:rPr sz="1800"/>
                        <a:t>趋势变化，周期性，突变点</a:t>
                      </a:r>
                      <a:endParaRPr sz="1800"/>
                    </a:p>
                  </a:txBody>
                  <a:tcPr/>
                </a:tc>
                <a:tc>
                  <a:txBody>
                    <a:bodyPr/>
                    <a:p>
                      <a:pPr marL="0" lvl="0" indent="0">
                        <a:buNone/>
                      </a:pPr>
                      <a:r>
                        <a:rPr sz="1800"/>
                        <a:t>股价走势，气温变化，销售趋势</a:t>
                      </a:r>
                      <a:endParaRPr sz="1800"/>
                    </a:p>
                  </a:txBody>
                  <a:tcPr/>
                </a:tc>
              </a:tr>
            </a:tbl>
          </a:graphicData>
        </a:graphic>
      </p:graphicFrame>
      <p:sp>
        <p:nvSpPr>
          <p:cNvPr id="4" name="Text Placeholder 2"/>
          <p:cNvSpPr>
            <a:spLocks noGrp="1"/>
          </p:cNvSpPr>
          <p:nvPr/>
        </p:nvSpPr>
        <p:spPr>
          <a:xfrm>
            <a:off x="1981200" y="1066800"/>
            <a:ext cx="3122295" cy="454660"/>
          </a:xfrm>
          <a:prstGeom prst="rect">
            <a:avLst/>
          </a:prstGeom>
        </p:spPr>
        <p:txBody>
          <a:bodyPr vert="horz" lIns="91440" tIns="45720" rIns="91440" bIns="45720" rtlCol="0">
            <a:noAutofit/>
          </a:bodyPr>
          <a:lstStyle>
            <a:lvl1pPr marL="0" indent="-215900" algn="l" defTabSz="1097280" rtl="0" eaLnBrk="1" fontAlgn="auto" latinLnBrk="0" hangingPunct="1">
              <a:lnSpc>
                <a:spcPct val="120000"/>
              </a:lnSpc>
              <a:spcBef>
                <a:spcPts val="600"/>
              </a:spcBef>
              <a:buFont typeface="Arial" panose="020B0604020202090204" pitchFamily="34" charset="0"/>
              <a:buChar char="•"/>
              <a:defRPr sz="2400" kern="1200" baseline="0">
                <a:solidFill>
                  <a:srgbClr val="595959"/>
                </a:solidFill>
                <a:latin typeface="+mn-ea"/>
                <a:ea typeface="+mn-ea"/>
                <a:cs typeface="+mn-cs"/>
              </a:defRPr>
            </a:lvl1pPr>
            <a:lvl2pPr marL="647700" indent="-21590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2pPr>
            <a:lvl3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3pPr>
            <a:lvl4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4pPr>
            <a:lvl5pPr marL="1080135" indent="-302260" algn="l" defTabSz="1097280" rtl="0" eaLnBrk="1" fontAlgn="auto" latinLnBrk="0" hangingPunct="1">
              <a:lnSpc>
                <a:spcPct val="120000"/>
              </a:lnSpc>
              <a:spcBef>
                <a:spcPts val="600"/>
              </a:spcBef>
              <a:buFont typeface="Arial" panose="020B0604020202090204" pitchFamily="34" charset="0"/>
              <a:buChar char="•"/>
              <a:defRPr sz="2400" kern="1200">
                <a:solidFill>
                  <a:srgbClr val="595959"/>
                </a:solidFill>
                <a:latin typeface="+mn-ea"/>
                <a:ea typeface="+mn-ea"/>
                <a:cs typeface="+mn-cs"/>
              </a:defRPr>
            </a:lvl5pPr>
            <a:lvl6pPr marL="301752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90204" pitchFamily="34" charset="0"/>
              <a:buChar char="•"/>
              <a:defRPr sz="2160" kern="1200">
                <a:solidFill>
                  <a:schemeClr val="tx1"/>
                </a:solidFill>
                <a:latin typeface="+mn-lt"/>
                <a:ea typeface="+mn-ea"/>
                <a:cs typeface="+mn-cs"/>
              </a:defRPr>
            </a:lvl9pPr>
          </a:lstStyle>
          <a:p>
            <a:pPr marL="0" lvl="0" indent="0">
              <a:buNone/>
            </a:pPr>
            <a:r>
              <a:rPr lang="zh-CN" altLang="en-US">
                <a:solidFill>
                  <a:schemeClr val="tx1"/>
                </a:solidFill>
                <a:latin typeface="+mn-lt"/>
              </a:rPr>
              <a:t>常见几何对象</a:t>
            </a:r>
            <a:r>
              <a:rPr lang="zh-CN" altLang="en-US">
                <a:solidFill>
                  <a:schemeClr val="tx1"/>
                </a:solidFill>
                <a:latin typeface="+mn-lt"/>
              </a:rPr>
              <a:t>总结</a:t>
            </a:r>
            <a:endParaRPr lang="zh-CN" altLang="en-US">
              <a:solidFill>
                <a:schemeClr val="tx1"/>
              </a:solidFill>
              <a:latin typeface="+mn-lt"/>
            </a:endParaRPr>
          </a:p>
        </p:txBody>
      </p:sp>
      <p:sp>
        <p:nvSpPr>
          <p:cNvPr id="5" name="Text Placeholder 4"/>
          <p:cNvSpPr>
            <a:spLocks noGrp="1"/>
          </p:cNvSpPr>
          <p:nvPr/>
        </p:nvSpPr>
        <p:spPr>
          <a:xfrm>
            <a:off x="8686801" y="1066800"/>
            <a:ext cx="4041775" cy="479822"/>
          </a:xfrm>
          <a:prstGeom prst="rect">
            <a:avLst/>
          </a:prstGeom>
        </p:spPr>
        <p:txBody>
          <a:bodyPr vert="horz" lIns="91440" tIns="45720" rIns="91440" bIns="45720" rtlCol="0" anchor="b">
            <a:normAutofit/>
          </a:bodyPr>
          <a:lstStyle>
            <a:lvl1pPr marL="0" indent="0" algn="l" defTabSz="342900" rtl="0" eaLnBrk="1" latinLnBrk="0" hangingPunct="1">
              <a:spcBef>
                <a:spcPct val="20000"/>
              </a:spcBef>
              <a:buFont typeface="Arial" panose="020B0604020202090204"/>
              <a:buNone/>
              <a:defRPr sz="1800" b="1" kern="1200">
                <a:solidFill>
                  <a:schemeClr val="tx1"/>
                </a:solidFill>
                <a:latin typeface="+mn-lt"/>
                <a:ea typeface="+mn-ea"/>
                <a:cs typeface="+mn-cs"/>
              </a:defRPr>
            </a:lvl1pPr>
            <a:lvl2pPr marL="342900" indent="0" algn="l" defTabSz="342900" rtl="0" eaLnBrk="1" latinLnBrk="0" hangingPunct="1">
              <a:spcBef>
                <a:spcPct val="20000"/>
              </a:spcBef>
              <a:buFont typeface="Arial" panose="020B0604020202090204"/>
              <a:buNone/>
              <a:defRPr sz="1500" b="1" kern="1200">
                <a:solidFill>
                  <a:schemeClr val="tx1"/>
                </a:solidFill>
                <a:latin typeface="+mn-lt"/>
                <a:ea typeface="+mn-ea"/>
                <a:cs typeface="+mn-cs"/>
              </a:defRPr>
            </a:lvl2pPr>
            <a:lvl3pPr marL="685800" indent="0" algn="l" defTabSz="342900" rtl="0" eaLnBrk="1" latinLnBrk="0" hangingPunct="1">
              <a:spcBef>
                <a:spcPct val="20000"/>
              </a:spcBef>
              <a:buFont typeface="Arial" panose="020B0604020202090204"/>
              <a:buNone/>
              <a:defRPr sz="1350" b="1" kern="1200">
                <a:solidFill>
                  <a:schemeClr val="tx1"/>
                </a:solidFill>
                <a:latin typeface="+mn-lt"/>
                <a:ea typeface="+mn-ea"/>
                <a:cs typeface="+mn-cs"/>
              </a:defRPr>
            </a:lvl3pPr>
            <a:lvl4pPr marL="1028700" indent="0" algn="l" defTabSz="342900" rtl="0" eaLnBrk="1" latinLnBrk="0" hangingPunct="1">
              <a:spcBef>
                <a:spcPct val="20000"/>
              </a:spcBef>
              <a:buFont typeface="Arial" panose="020B0604020202090204"/>
              <a:buNone/>
              <a:defRPr sz="1200" b="1" kern="1200">
                <a:solidFill>
                  <a:schemeClr val="tx1"/>
                </a:solidFill>
                <a:latin typeface="+mn-lt"/>
                <a:ea typeface="+mn-ea"/>
                <a:cs typeface="+mn-cs"/>
              </a:defRPr>
            </a:lvl4pPr>
            <a:lvl5pPr marL="1371600" indent="0" algn="l" defTabSz="342900" rtl="0" eaLnBrk="1" latinLnBrk="0" hangingPunct="1">
              <a:spcBef>
                <a:spcPct val="20000"/>
              </a:spcBef>
              <a:buFont typeface="Arial" panose="020B0604020202090204"/>
              <a:buNone/>
              <a:defRPr sz="1200" b="1" kern="1200">
                <a:solidFill>
                  <a:schemeClr val="tx1"/>
                </a:solidFill>
                <a:latin typeface="+mn-lt"/>
                <a:ea typeface="+mn-ea"/>
                <a:cs typeface="+mn-cs"/>
              </a:defRPr>
            </a:lvl5pPr>
            <a:lvl6pPr marL="1714500" indent="0" algn="l" defTabSz="342900" rtl="0" eaLnBrk="1" latinLnBrk="0" hangingPunct="1">
              <a:spcBef>
                <a:spcPct val="20000"/>
              </a:spcBef>
              <a:buFont typeface="Arial" panose="020B0604020202090204"/>
              <a:buNone/>
              <a:defRPr sz="1200" b="1" kern="1200">
                <a:solidFill>
                  <a:schemeClr val="tx1"/>
                </a:solidFill>
                <a:latin typeface="+mn-lt"/>
                <a:ea typeface="+mn-ea"/>
                <a:cs typeface="+mn-cs"/>
              </a:defRPr>
            </a:lvl6pPr>
            <a:lvl7pPr marL="2057400" indent="0" algn="l" defTabSz="342900" rtl="0" eaLnBrk="1" latinLnBrk="0" hangingPunct="1">
              <a:spcBef>
                <a:spcPct val="20000"/>
              </a:spcBef>
              <a:buFont typeface="Arial" panose="020B0604020202090204"/>
              <a:buNone/>
              <a:defRPr sz="1200" b="1" kern="1200">
                <a:solidFill>
                  <a:schemeClr val="tx1"/>
                </a:solidFill>
                <a:latin typeface="+mn-lt"/>
                <a:ea typeface="+mn-ea"/>
                <a:cs typeface="+mn-cs"/>
              </a:defRPr>
            </a:lvl7pPr>
            <a:lvl8pPr marL="2400300" indent="0" algn="l" defTabSz="342900" rtl="0" eaLnBrk="1" latinLnBrk="0" hangingPunct="1">
              <a:spcBef>
                <a:spcPct val="20000"/>
              </a:spcBef>
              <a:buFont typeface="Arial" panose="020B0604020202090204"/>
              <a:buNone/>
              <a:defRPr sz="1200" b="1" kern="1200">
                <a:solidFill>
                  <a:schemeClr val="tx1"/>
                </a:solidFill>
                <a:latin typeface="+mn-lt"/>
                <a:ea typeface="+mn-ea"/>
                <a:cs typeface="+mn-cs"/>
              </a:defRPr>
            </a:lvl8pPr>
            <a:lvl9pPr marL="2743200" indent="0" algn="l" defTabSz="342900" rtl="0" eaLnBrk="1" latinLnBrk="0" hangingPunct="1">
              <a:spcBef>
                <a:spcPct val="20000"/>
              </a:spcBef>
              <a:buFont typeface="Arial" panose="020B0604020202090204"/>
              <a:buNone/>
              <a:defRPr sz="1200" b="1" kern="1200">
                <a:solidFill>
                  <a:schemeClr val="tx1"/>
                </a:solidFill>
                <a:latin typeface="+mn-lt"/>
                <a:ea typeface="+mn-ea"/>
                <a:cs typeface="+mn-cs"/>
              </a:defRPr>
            </a:lvl9pPr>
          </a:lstStyle>
          <a:p>
            <a:pPr marL="0" lvl="0" indent="0">
              <a:buNone/>
            </a:pPr>
            <a:r>
              <a:rPr lang="zh-CN" altLang="en-US" sz="2400" b="0"/>
              <a:t>根据数据特征选择几何</a:t>
            </a:r>
            <a:r>
              <a:rPr lang="zh-CN" altLang="en-US" sz="2400" b="0"/>
              <a:t>对象</a:t>
            </a:r>
            <a:endParaRPr lang="zh-CN" altLang="en-US" sz="2400" b="0"/>
          </a:p>
        </p:txBody>
      </p:sp>
      <p:grpSp>
        <p:nvGrpSpPr>
          <p:cNvPr id="25" name="组合 24"/>
          <p:cNvGrpSpPr/>
          <p:nvPr/>
        </p:nvGrpSpPr>
        <p:grpSpPr>
          <a:xfrm>
            <a:off x="7082790" y="6125067"/>
            <a:ext cx="1232535" cy="1852438"/>
            <a:chOff x="782" y="1324"/>
            <a:chExt cx="6264" cy="9405"/>
          </a:xfrm>
        </p:grpSpPr>
        <p:pic>
          <p:nvPicPr>
            <p:cNvPr id="26" name="图片 25" descr="EX-20240903104108"/>
            <p:cNvPicPr>
              <a:picLocks noChangeAspect="1"/>
            </p:cNvPicPr>
            <p:nvPr/>
          </p:nvPicPr>
          <p:blipFill>
            <a:blip r:embed="rId3"/>
            <a:srcRect t="37935"/>
            <a:stretch>
              <a:fillRect/>
            </a:stretch>
          </p:blipFill>
          <p:spPr>
            <a:xfrm>
              <a:off x="782" y="4422"/>
              <a:ext cx="4996" cy="6307"/>
            </a:xfrm>
            <a:prstGeom prst="rect">
              <a:avLst/>
            </a:prstGeom>
          </p:spPr>
        </p:pic>
        <p:sp>
          <p:nvSpPr>
            <p:cNvPr id="27" name="云形标注 26"/>
            <p:cNvSpPr/>
            <p:nvPr/>
          </p:nvSpPr>
          <p:spPr>
            <a:xfrm rot="1320000">
              <a:off x="2799" y="1324"/>
              <a:ext cx="4247" cy="2591"/>
            </a:xfrm>
            <a:prstGeom prst="cloudCallout">
              <a:avLst/>
            </a:prstGeom>
            <a:solidFill>
              <a:schemeClr val="bg1">
                <a:alpha val="40000"/>
              </a:schemeClr>
            </a:solid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8" name="图片 27" descr="EX-20240903104108"/>
            <p:cNvPicPr>
              <a:picLocks noChangeAspect="1"/>
            </p:cNvPicPr>
            <p:nvPr>
              <p:custDataLst>
                <p:tags r:id="rId4"/>
              </p:custDataLst>
            </p:nvPr>
          </p:nvPicPr>
          <p:blipFill>
            <a:blip r:embed="rId3"/>
            <a:srcRect b="62763"/>
            <a:stretch>
              <a:fillRect/>
            </a:stretch>
          </p:blipFill>
          <p:spPr>
            <a:xfrm rot="1620000">
              <a:off x="3764" y="1570"/>
              <a:ext cx="2128" cy="1614"/>
            </a:xfrm>
            <a:prstGeom prst="rect">
              <a:avLst/>
            </a:prstGeom>
          </p:spPr>
        </p:pic>
      </p:grpSp>
      <p:sp>
        <p:nvSpPr>
          <p:cNvPr id="24" name="文本框 23"/>
          <p:cNvSpPr txBox="1"/>
          <p:nvPr/>
        </p:nvSpPr>
        <p:spPr>
          <a:xfrm>
            <a:off x="8458200" y="6781800"/>
            <a:ext cx="3804285" cy="1540510"/>
          </a:xfrm>
          <a:prstGeom prst="rect">
            <a:avLst/>
          </a:prstGeom>
          <a:noFill/>
        </p:spPr>
        <p:txBody>
          <a:bodyPr wrap="square" rtlCol="0">
            <a:noAutofit/>
          </a:bodyPr>
          <a:p>
            <a:pPr indent="0" algn="l" fontAlgn="auto">
              <a:lnSpc>
                <a:spcPct val="120000"/>
              </a:lnSpc>
            </a:pPr>
            <a:r>
              <a:rPr lang="zh-CN" altLang="en-US" sz="2800" dirty="0">
                <a:solidFill>
                  <a:schemeClr val="accent1"/>
                </a:solidFill>
                <a:sym typeface="+mn-ea"/>
              </a:rPr>
              <a:t>如何在图形中体现</a:t>
            </a:r>
            <a:br>
              <a:rPr lang="zh-CN" altLang="en-US" sz="2800" dirty="0">
                <a:solidFill>
                  <a:schemeClr val="accent1"/>
                </a:solidFill>
                <a:sym typeface="+mn-ea"/>
              </a:rPr>
            </a:br>
            <a:r>
              <a:rPr lang="zh-CN" altLang="en-US" sz="2800" dirty="0">
                <a:solidFill>
                  <a:schemeClr val="accent1"/>
                </a:solidFill>
                <a:sym typeface="+mn-ea"/>
              </a:rPr>
              <a:t>卫生改革前后的变化？</a:t>
            </a:r>
            <a:endParaRPr lang="zh-CN" altLang="en-US" sz="2800" b="0" i="0" dirty="0">
              <a:solidFill>
                <a:schemeClr val="accent1"/>
              </a:solidFill>
            </a:endParaRPr>
          </a:p>
          <a:p>
            <a:pPr indent="0" algn="l" fontAlgn="auto">
              <a:lnSpc>
                <a:spcPct val="120000"/>
              </a:lnSpc>
            </a:pPr>
            <a:endParaRPr lang="zh-CN" altLang="en-US" sz="2800" b="0" i="0" dirty="0">
              <a:solidFill>
                <a:schemeClr val="accent1"/>
              </a:solidFill>
            </a:endParaRPr>
          </a:p>
        </p:txBody>
      </p:sp>
      <p:pic>
        <p:nvPicPr>
          <p:cNvPr id="37" name="Picture 1" descr="01-ggplot2-7_files/figure-pptx/unnamed-chunk-11-1.png"/>
          <p:cNvPicPr>
            <a:picLocks noGrp="1" noChangeAspect="1"/>
          </p:cNvPicPr>
          <p:nvPr/>
        </p:nvPicPr>
        <p:blipFill>
          <a:blip r:embed="rId5"/>
          <a:stretch>
            <a:fillRect/>
          </a:stretch>
        </p:blipFill>
        <p:spPr bwMode="auto">
          <a:xfrm>
            <a:off x="12115800" y="6248400"/>
            <a:ext cx="2006600" cy="16033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P spid="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04 </a:t>
            </a:r>
            <a:r>
              <a:rPr lang="zh-CN" altLang="en-US"/>
              <a:t>分面显示卫生改革前后</a:t>
            </a:r>
            <a:r>
              <a:rPr lang="zh-CN" altLang="en-US"/>
              <a:t>差异</a:t>
            </a:r>
            <a:endParaRPr lang="zh-CN" altLang="en-US"/>
          </a:p>
        </p:txBody>
      </p:sp>
      <p:graphicFrame>
        <p:nvGraphicFramePr>
          <p:cNvPr id="42" name="table 84"/>
          <p:cNvGraphicFramePr>
            <a:graphicFrameLocks noGrp="1"/>
          </p:cNvGraphicFramePr>
          <p:nvPr>
            <p:custDataLst>
              <p:tags r:id="rId1"/>
            </p:custDataLst>
          </p:nvPr>
        </p:nvGraphicFramePr>
        <p:xfrm>
          <a:off x="583565" y="4984115"/>
          <a:ext cx="6240780" cy="1184910"/>
        </p:xfrm>
        <a:graphic>
          <a:graphicData uri="http://schemas.openxmlformats.org/drawingml/2006/table">
            <a:tbl>
              <a:tblPr/>
              <a:tblGrid>
                <a:gridCol w="6240780"/>
              </a:tblGrid>
              <a:tr h="1184910">
                <a:tc>
                  <a:txBody>
                    <a:bodyPr/>
                    <a:lstStyle/>
                    <a:p>
                      <a:pPr algn="l" rtl="0" eaLnBrk="0">
                        <a:lnSpc>
                          <a:spcPct val="106000"/>
                        </a:lnSpc>
                      </a:pPr>
                      <a:endParaRPr sz="300" dirty="0">
                        <a:latin typeface="Arial" panose="020B0604020202090204"/>
                        <a:ea typeface="Arial" panose="020B0604020202090204"/>
                        <a:cs typeface="Arial" panose="020B0604020202090204"/>
                      </a:endParaRPr>
                    </a:p>
                    <a:p>
                      <a:pPr marL="107315" algn="l" rtl="0" eaLnBrk="0">
                        <a:lnSpc>
                          <a:spcPts val="2215"/>
                        </a:lnSpc>
                        <a:spcBef>
                          <a:spcPts val="0"/>
                        </a:spcBef>
                      </a:pPr>
                      <a:r>
                        <a:rPr sz="1600" kern="0" spc="0" dirty="0">
                          <a:solidFill>
                            <a:srgbClr val="FFB454">
                              <a:alpha val="100000"/>
                            </a:srgbClr>
                          </a:solidFill>
                          <a:latin typeface="Menlo" panose="020B0609030804020204"/>
                          <a:ea typeface="Menlo" panose="020B0609030804020204"/>
                          <a:cs typeface="Menlo" panose="020B0609030804020204"/>
                        </a:rPr>
                        <a:t>ggplot</a:t>
                      </a:r>
                      <a:r>
                        <a:rPr sz="1600" kern="0" spc="21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B3B1AD">
                              <a:alpha val="100000"/>
                            </a:srgbClr>
                          </a:solidFill>
                          <a:latin typeface="Menlo" panose="020B0609030804020204"/>
                          <a:ea typeface="Menlo" panose="020B0609030804020204"/>
                          <a:cs typeface="Menlo" panose="020B0609030804020204"/>
                        </a:rPr>
                        <a:t>nightingale</a:t>
                      </a:r>
                      <a:r>
                        <a:rPr sz="1600" kern="0" spc="210" dirty="0">
                          <a:solidFill>
                            <a:srgbClr val="B3B1AD">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60045" indent="635" algn="l" rtl="0" eaLnBrk="0">
                        <a:lnSpc>
                          <a:spcPct val="112000"/>
                        </a:lnSpc>
                        <a:spcBef>
                          <a:spcPts val="10"/>
                        </a:spcBef>
                      </a:pPr>
                      <a:r>
                        <a:rPr sz="1600" kern="0" spc="0" dirty="0">
                          <a:solidFill>
                            <a:srgbClr val="FFB454">
                              <a:alpha val="100000"/>
                            </a:srgbClr>
                          </a:solidFill>
                          <a:latin typeface="Menlo" panose="020B0609030804020204"/>
                          <a:ea typeface="Menlo" panose="020B0609030804020204"/>
                          <a:cs typeface="Menlo" panose="020B0609030804020204"/>
                        </a:rPr>
                        <a:t>aes</a:t>
                      </a:r>
                      <a:r>
                        <a:rPr sz="1600" kern="0" spc="20" dirty="0">
                          <a:solidFill>
                            <a:srgbClr val="B3B1AD">
                              <a:alpha val="100000"/>
                            </a:srgbClr>
                          </a:solidFill>
                          <a:latin typeface="Menlo" panose="020B0609030804020204"/>
                          <a:ea typeface="Menlo" panose="020B0609030804020204"/>
                          <a:cs typeface="Menlo" panose="020B0609030804020204"/>
                        </a:rPr>
                        <a:t>(</a:t>
                      </a:r>
                      <a:r>
                        <a:rPr sz="1600" kern="0" spc="20" dirty="0">
                          <a:solidFill>
                            <a:srgbClr val="59C2FF">
                              <a:alpha val="100000"/>
                            </a:srgbClr>
                          </a:solidFill>
                          <a:latin typeface="Menlo" panose="020B0609030804020204"/>
                          <a:ea typeface="Menlo" panose="020B0609030804020204"/>
                          <a:cs typeface="Menlo" panose="020B0609030804020204"/>
                        </a:rPr>
                        <a:t>x = </a:t>
                      </a:r>
                      <a:r>
                        <a:rPr sz="1600" kern="0" spc="2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27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20" dirty="0">
                          <a:solidFill>
                            <a:srgbClr val="B3B1AD">
                              <a:alpha val="100000"/>
                            </a:srgbClr>
                          </a:solidFill>
                          <a:latin typeface="Menlo" panose="020B0609030804020204"/>
                          <a:ea typeface="Menlo" panose="020B0609030804020204"/>
                          <a:cs typeface="Menlo" panose="020B0609030804020204"/>
                        </a:rPr>
                        <a:t>, </a:t>
                      </a:r>
                      <a:r>
                        <a:rPr sz="1600" kern="0" spc="20" dirty="0">
                          <a:solidFill>
                            <a:srgbClr val="59C2FF">
                              <a:alpha val="100000"/>
                            </a:srgbClr>
                          </a:solidFill>
                          <a:latin typeface="Menlo" panose="020B0609030804020204"/>
                          <a:ea typeface="Menlo" panose="020B0609030804020204"/>
                          <a:cs typeface="Menlo" panose="020B0609030804020204"/>
                        </a:rPr>
                        <a:t>y</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20" dirty="0">
                          <a:solidFill>
                            <a:srgbClr val="59C2FF">
                              <a:alpha val="100000"/>
                            </a:srgbClr>
                          </a:solidFill>
                          <a:latin typeface="Menlo" panose="020B0609030804020204"/>
                          <a:ea typeface="Menlo" panose="020B0609030804020204"/>
                          <a:cs typeface="Menlo" panose="020B0609030804020204"/>
                        </a:rPr>
                        <a:t>=</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20" dirty="0">
                          <a:solidFill>
                            <a:srgbClr val="B3B1AD">
                              <a:alpha val="100000"/>
                            </a:srgbClr>
                          </a:solidFill>
                          <a:latin typeface="PingFang SC" panose="020B0400000000000000" charset="-122"/>
                          <a:ea typeface="PingFang SC" panose="020B0400000000000000" charset="-122"/>
                          <a:cs typeface="PingFang SC" panose="020B0400000000000000" charset="-122"/>
                        </a:rPr>
                        <a:t>总死亡⼈数，</a:t>
                      </a:r>
                      <a:r>
                        <a:rPr sz="1600" kern="0" spc="-35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0" dirty="0">
                          <a:solidFill>
                            <a:srgbClr val="59C2FF">
                              <a:alpha val="100000"/>
                            </a:srgbClr>
                          </a:solidFill>
                          <a:latin typeface="Menlo" panose="020B0609030804020204"/>
                          <a:ea typeface="Menlo" panose="020B0609030804020204"/>
                          <a:cs typeface="Menlo" panose="020B0609030804020204"/>
                        </a:rPr>
                        <a:t>fill</a:t>
                      </a:r>
                      <a:r>
                        <a:rPr sz="1600" kern="0" spc="10" dirty="0">
                          <a:solidFill>
                            <a:srgbClr val="59C2FF">
                              <a:alpha val="100000"/>
                            </a:srgbClr>
                          </a:solidFill>
                          <a:latin typeface="Menlo" panose="020B0609030804020204"/>
                          <a:ea typeface="Menlo" panose="020B0609030804020204"/>
                          <a:cs typeface="Menlo" panose="020B0609030804020204"/>
                        </a:rPr>
                        <a:t>=</a:t>
                      </a:r>
                      <a:r>
                        <a:rPr sz="1600" kern="0" spc="1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10" dirty="0">
                          <a:solidFill>
                            <a:srgbClr val="B3B1AD">
                              <a:alpha val="100000"/>
                            </a:srgbClr>
                          </a:solidFill>
                          <a:latin typeface="Menlo" panose="020B0609030804020204"/>
                          <a:ea typeface="Menlo" panose="020B0609030804020204"/>
                          <a:cs typeface="Menlo" panose="020B0609030804020204"/>
                        </a:rPr>
                        <a:t>))</a:t>
                      </a:r>
                      <a:r>
                        <a:rPr sz="1600" kern="0" spc="120" dirty="0">
                          <a:solidFill>
                            <a:srgbClr val="B3B1AD">
                              <a:alpha val="100000"/>
                            </a:srgbClr>
                          </a:solidFill>
                          <a:latin typeface="Menlo" panose="020B0609030804020204"/>
                          <a:ea typeface="Menlo" panose="020B0609030804020204"/>
                          <a:cs typeface="Menlo" panose="020B0609030804020204"/>
                        </a:rPr>
                        <a:t> </a:t>
                      </a:r>
                      <a:r>
                        <a:rPr sz="1600" kern="0" spc="10" dirty="0">
                          <a:solidFill>
                            <a:srgbClr val="95E6CB">
                              <a:alpha val="100000"/>
                            </a:srgbClr>
                          </a:solidFill>
                          <a:latin typeface="Menlo" panose="020B0609030804020204"/>
                          <a:ea typeface="Menlo" panose="020B0609030804020204"/>
                          <a:cs typeface="Menlo" panose="020B0609030804020204"/>
                        </a:rPr>
                        <a:t>+</a:t>
                      </a:r>
                      <a:r>
                        <a:rPr sz="1600" kern="0" spc="0" dirty="0">
                          <a:solidFill>
                            <a:srgbClr val="95E6CB">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geom</a:t>
                      </a:r>
                      <a:r>
                        <a:rPr sz="1600" kern="0" spc="6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col</a:t>
                      </a:r>
                      <a:r>
                        <a:rPr sz="1600" kern="0" spc="60" dirty="0">
                          <a:solidFill>
                            <a:srgbClr val="B3B1AD">
                              <a:alpha val="100000"/>
                            </a:srgbClr>
                          </a:solidFill>
                          <a:latin typeface="Menlo" panose="020B0609030804020204"/>
                          <a:ea typeface="Menlo" panose="020B0609030804020204"/>
                          <a:cs typeface="Menlo" panose="020B0609030804020204"/>
                        </a:rPr>
                        <a:t>()</a:t>
                      </a:r>
                      <a:r>
                        <a:rPr sz="1600" kern="0" spc="6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67030" algn="l" rtl="0" eaLnBrk="0">
                        <a:lnSpc>
                          <a:spcPts val="2255"/>
                        </a:lnSpc>
                      </a:pPr>
                      <a:r>
                        <a:rPr sz="1600" kern="0" spc="0" dirty="0">
                          <a:solidFill>
                            <a:srgbClr val="FFB454">
                              <a:alpha val="100000"/>
                            </a:srgbClr>
                          </a:solidFill>
                          <a:latin typeface="Menlo" panose="020B0609030804020204"/>
                          <a:ea typeface="Menlo" panose="020B0609030804020204"/>
                          <a:cs typeface="Menlo" panose="020B0609030804020204"/>
                        </a:rPr>
                        <a:t>facet_wrap</a:t>
                      </a:r>
                      <a:r>
                        <a:rPr sz="1600" kern="0" spc="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95E6CB">
                              <a:alpha val="100000"/>
                            </a:srgbClr>
                          </a:solidFill>
                          <a:latin typeface="Menlo" panose="020B0609030804020204"/>
                          <a:ea typeface="Menlo" panose="020B0609030804020204"/>
                          <a:cs typeface="Menlo" panose="020B0609030804020204"/>
                        </a:rPr>
                        <a:t>~</a:t>
                      </a:r>
                      <a:r>
                        <a:rPr sz="1600" kern="0" spc="0" dirty="0">
                          <a:solidFill>
                            <a:srgbClr val="B3B1AD">
                              <a:alpha val="100000"/>
                            </a:srgbClr>
                          </a:solidFill>
                          <a:latin typeface="PingFang SC" panose="020B0400000000000000" charset="-122"/>
                          <a:ea typeface="PingFang SC" panose="020B0400000000000000" charset="-122"/>
                          <a:cs typeface="PingFang SC" panose="020B0400000000000000" charset="-122"/>
                        </a:rPr>
                        <a:t>时期</a:t>
                      </a:r>
                      <a:r>
                        <a:rPr sz="1600" kern="0" spc="0" dirty="0">
                          <a:solidFill>
                            <a:srgbClr val="B3B1AD">
                              <a:alpha val="100000"/>
                            </a:srgbClr>
                          </a:solidFill>
                          <a:latin typeface="Menlo" panose="020B0609030804020204"/>
                          <a:ea typeface="Menlo" panose="020B0609030804020204"/>
                          <a:cs typeface="Menlo" panose="020B0609030804020204"/>
                        </a:rPr>
                        <a:t>) </a:t>
                      </a:r>
                      <a:r>
                        <a:rPr sz="1600" i="1" kern="0" spc="0" dirty="0">
                          <a:solidFill>
                            <a:srgbClr val="626A73">
                              <a:alpha val="100000"/>
                            </a:srgbClr>
                          </a:solidFill>
                          <a:latin typeface="Menlo" panose="020B0609030804020204"/>
                          <a:ea typeface="Menlo" panose="020B0609030804020204"/>
                          <a:cs typeface="Menlo" panose="020B0609030804020204"/>
                        </a:rPr>
                        <a:t># </a:t>
                      </a:r>
                      <a:r>
                        <a:rPr sz="1700" i="1" kern="0" spc="0" dirty="0">
                          <a:solidFill>
                            <a:srgbClr val="626A73">
                              <a:alpha val="100000"/>
                            </a:srgbClr>
                          </a:solidFill>
                          <a:latin typeface="PingFang SC" panose="020B0400000000000000" charset="-122"/>
                          <a:ea typeface="PingFang SC" panose="020B0400000000000000" charset="-122"/>
                          <a:cs typeface="PingFang SC" panose="020B0400000000000000" charset="-122"/>
                        </a:rPr>
                        <a:t>依据时期变量确定分</a:t>
                      </a:r>
                      <a:r>
                        <a:rPr sz="1700" i="1" kern="0" spc="-10" dirty="0">
                          <a:solidFill>
                            <a:srgbClr val="626A73">
                              <a:alpha val="100000"/>
                            </a:srgbClr>
                          </a:solidFill>
                          <a:latin typeface="PingFang SC" panose="020B0400000000000000" charset="-122"/>
                          <a:ea typeface="PingFang SC" panose="020B0400000000000000" charset="-122"/>
                          <a:cs typeface="PingFang SC" panose="020B0400000000000000" charset="-122"/>
                        </a:rPr>
                        <a:t>⾯依据</a:t>
                      </a:r>
                      <a:endParaRPr sz="1700" dirty="0">
                        <a:latin typeface="PingFang SC" panose="020B0400000000000000" charset="-122"/>
                        <a:ea typeface="PingFang SC" panose="020B0400000000000000" charset="-122"/>
                        <a:cs typeface="PingFang SC" panose="020B0400000000000000" charset="-122"/>
                      </a:endParaRPr>
                    </a:p>
                  </a:txBody>
                  <a:tcPr marL="0" marR="0" marT="0" marB="0">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0A0E14"/>
                    </a:solidFill>
                  </a:tcPr>
                </a:tc>
              </a:tr>
            </a:tbl>
          </a:graphicData>
        </a:graphic>
      </p:graphicFrame>
      <p:pic>
        <p:nvPicPr>
          <p:cNvPr id="35" name="Picture 1" descr="01-ggplot2-7_files/figure-pptx/unnamed-chunk-12-1.png"/>
          <p:cNvPicPr>
            <a:picLocks noGrp="1" noChangeAspect="1"/>
          </p:cNvPicPr>
          <p:nvPr/>
        </p:nvPicPr>
        <p:blipFill>
          <a:blip r:embed="rId2"/>
          <a:stretch>
            <a:fillRect/>
          </a:stretch>
        </p:blipFill>
        <p:spPr bwMode="auto">
          <a:xfrm>
            <a:off x="7758263" y="2057400"/>
            <a:ext cx="6216337" cy="4965250"/>
          </a:xfrm>
          <a:prstGeom prst="rect">
            <a:avLst/>
          </a:prstGeom>
          <a:noFill/>
          <a:ln w="9525">
            <a:noFill/>
          </a:ln>
        </p:spPr>
      </p:pic>
      <p:sp>
        <p:nvSpPr>
          <p:cNvPr id="4" name="Text 1"/>
          <p:cNvSpPr/>
          <p:nvPr/>
        </p:nvSpPr>
        <p:spPr>
          <a:xfrm>
            <a:off x="607695" y="4624745"/>
            <a:ext cx="2170509" cy="271224"/>
          </a:xfrm>
          <a:prstGeom prst="rect">
            <a:avLst/>
          </a:prstGeom>
          <a:noFill/>
        </p:spPr>
        <p:txBody>
          <a:bodyPr wrap="none" lIns="0" tIns="0" rIns="0" bIns="0" rtlCol="0" anchor="t"/>
          <a:lstStyle/>
          <a:p>
            <a:pPr marL="0" indent="0" algn="l">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代码</a:t>
            </a:r>
            <a:endParaRPr lang="en-US" sz="1700" dirty="0"/>
          </a:p>
        </p:txBody>
      </p:sp>
      <p:sp>
        <p:nvSpPr>
          <p:cNvPr id="13" name="Text 9"/>
          <p:cNvSpPr/>
          <p:nvPr/>
        </p:nvSpPr>
        <p:spPr>
          <a:xfrm>
            <a:off x="9982200" y="7102197"/>
            <a:ext cx="2170509" cy="271224"/>
          </a:xfrm>
          <a:prstGeom prst="rect">
            <a:avLst/>
          </a:prstGeom>
          <a:noFill/>
        </p:spPr>
        <p:txBody>
          <a:bodyPr wrap="none" lIns="0" tIns="0" rIns="0" bIns="0" rtlCol="0" anchor="t"/>
          <a:lstStyle/>
          <a:p>
            <a:pPr marL="0" indent="0" algn="ctr">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结果展示</a:t>
            </a:r>
            <a:endParaRPr lang="en-US" sz="1700" dirty="0"/>
          </a:p>
        </p:txBody>
      </p:sp>
      <p:sp>
        <p:nvSpPr>
          <p:cNvPr id="26" name="圆角矩形 25"/>
          <p:cNvSpPr/>
          <p:nvPr/>
        </p:nvSpPr>
        <p:spPr>
          <a:xfrm>
            <a:off x="838200" y="5867400"/>
            <a:ext cx="2162175" cy="300355"/>
          </a:xfrm>
          <a:prstGeom prst="roundRect">
            <a:avLst/>
          </a:prstGeom>
          <a:noFill/>
          <a:ln w="57150">
            <a:solidFill>
              <a:srgbClr val="98ADEF"/>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 name="组合 5"/>
          <p:cNvGrpSpPr/>
          <p:nvPr/>
        </p:nvGrpSpPr>
        <p:grpSpPr>
          <a:xfrm>
            <a:off x="609600" y="7723505"/>
            <a:ext cx="6494780" cy="276860"/>
            <a:chOff x="360" y="12163"/>
            <a:chExt cx="10228" cy="436"/>
          </a:xfrm>
        </p:grpSpPr>
        <p:sp>
          <p:nvSpPr>
            <p:cNvPr id="11" name="Text 8"/>
            <p:cNvSpPr/>
            <p:nvPr/>
          </p:nvSpPr>
          <p:spPr>
            <a:xfrm>
              <a:off x="360" y="12163"/>
              <a:ext cx="10229" cy="437"/>
            </a:xfrm>
            <a:prstGeom prst="rect">
              <a:avLst/>
            </a:prstGeom>
            <a:noFill/>
          </p:spPr>
          <p:txBody>
            <a:bodyPr wrap="none" lIns="0" tIns="0" rIns="0" bIns="0" rtlCol="0" anchor="t"/>
            <a:lstStyle/>
            <a:p>
              <a:pPr marL="0" indent="0" algn="l">
                <a:lnSpc>
                  <a:spcPts val="2150"/>
                </a:lnSpc>
                <a:buNone/>
              </a:pPr>
              <a:r>
                <a:rPr lang="en-US" sz="1400" dirty="0" err="1">
                  <a:solidFill>
                    <a:srgbClr val="4C4C4C"/>
                  </a:solidFill>
                  <a:latin typeface="黑体" panose="02010600030101010101" pitchFamily="49" charset="-122"/>
                  <a:ea typeface="黑体" panose="02010600030101010101" pitchFamily="49" charset="-122"/>
                  <a:cs typeface="Noto Serif" pitchFamily="34" charset="-120"/>
                </a:rPr>
                <a:t>进度</a:t>
              </a:r>
              <a:r>
                <a:rPr lang="en-US" sz="1400" dirty="0">
                  <a:solidFill>
                    <a:srgbClr val="4C4C4C"/>
                  </a:solidFill>
                  <a:latin typeface="黑体" panose="02010600030101010101" pitchFamily="49" charset="-122"/>
                  <a:ea typeface="黑体" panose="02010600030101010101" pitchFamily="49" charset="-122"/>
                  <a:cs typeface="Noto Serif" pitchFamily="34" charset="-120"/>
                </a:rPr>
                <a:t>： 3/5</a:t>
              </a:r>
              <a:endParaRPr lang="en-US" sz="1400" dirty="0">
                <a:latin typeface="黑体" panose="02010600030101010101" pitchFamily="49" charset="-122"/>
                <a:ea typeface="黑体" panose="02010600030101010101" pitchFamily="49" charset="-122"/>
              </a:endParaRPr>
            </a:p>
          </p:txBody>
        </p:sp>
        <p:sp>
          <p:nvSpPr>
            <p:cNvPr id="27" name="Shape 6"/>
            <p:cNvSpPr/>
            <p:nvPr/>
          </p:nvSpPr>
          <p:spPr>
            <a:xfrm>
              <a:off x="1059" y="12262"/>
              <a:ext cx="8064" cy="270"/>
            </a:xfrm>
            <a:prstGeom prst="rect">
              <a:avLst/>
            </a:prstGeom>
            <a:solidFill>
              <a:srgbClr val="CBD5E0"/>
            </a:solidFill>
          </p:spPr>
          <p:txBody>
            <a:bodyPr/>
            <a:lstStyle/>
            <a:p>
              <a:endParaRPr lang="zh-CN" altLang="en-US"/>
            </a:p>
          </p:txBody>
        </p:sp>
        <p:sp>
          <p:nvSpPr>
            <p:cNvPr id="28" name="Shape 7"/>
            <p:cNvSpPr/>
            <p:nvPr/>
          </p:nvSpPr>
          <p:spPr>
            <a:xfrm>
              <a:off x="1045" y="12262"/>
              <a:ext cx="4838" cy="270"/>
            </a:xfrm>
            <a:prstGeom prst="rect">
              <a:avLst/>
            </a:prstGeom>
            <a:solidFill>
              <a:srgbClr val="4299E1"/>
            </a:solidFill>
          </p:spPr>
          <p:txBody>
            <a:bodyPr/>
            <a:lstStyle/>
            <a:p>
              <a:endParaRPr lang="zh-CN" altLang="en-US"/>
            </a:p>
          </p:txBody>
        </p:sp>
      </p:grpSp>
      <p:sp>
        <p:nvSpPr>
          <p:cNvPr id="36" name="菱形 35"/>
          <p:cNvSpPr/>
          <p:nvPr/>
        </p:nvSpPr>
        <p:spPr>
          <a:xfrm>
            <a:off x="3682474" y="3895593"/>
            <a:ext cx="3336290" cy="805815"/>
          </a:xfrm>
          <a:prstGeom prst="diamond">
            <a:avLst/>
          </a:prstGeom>
          <a:solidFill>
            <a:srgbClr val="5695A0"/>
          </a:solidFill>
          <a:ln>
            <a:solidFill>
              <a:srgbClr val="5695A0"/>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37" name="文本框 36"/>
          <p:cNvSpPr txBox="1"/>
          <p:nvPr/>
        </p:nvSpPr>
        <p:spPr>
          <a:xfrm>
            <a:off x="990601" y="4037974"/>
            <a:ext cx="2542808" cy="540385"/>
          </a:xfrm>
          <a:prstGeom prst="rect">
            <a:avLst/>
          </a:prstGeom>
          <a:noFill/>
        </p:spPr>
        <p:txBody>
          <a:bodyPr wrap="square" rtlCol="0">
            <a:noAutofit/>
          </a:bodyPr>
          <a:lstStyle/>
          <a:p>
            <a:pPr algn="r">
              <a:lnSpc>
                <a:spcPct val="140000"/>
              </a:lnSpc>
            </a:pPr>
            <a:r>
              <a:rPr lang="zh-CN" altLang="en-US" sz="2400" kern="100" dirty="0">
                <a:solidFill>
                  <a:srgbClr val="5695A0"/>
                </a:solidFill>
                <a:effectLst/>
                <a:latin typeface="微软雅黑" panose="020B0503020204020204" pitchFamily="34" charset="-122"/>
                <a:cs typeface="江城圆体 400W" panose="020B0500000000000000" pitchFamily="34" charset="-122"/>
              </a:rPr>
              <a:t>数据</a:t>
            </a:r>
            <a:r>
              <a:rPr lang="en-US" altLang="zh-CN" sz="2400" kern="100" dirty="0">
                <a:solidFill>
                  <a:srgbClr val="5695A0"/>
                </a:solidFill>
                <a:effectLst/>
                <a:latin typeface="微软雅黑" panose="020B0503020204020204" pitchFamily="34" charset="-122"/>
                <a:cs typeface="江城圆体 400W" panose="020B0500000000000000" pitchFamily="34" charset="-122"/>
              </a:rPr>
              <a:t>(Data)</a:t>
            </a:r>
            <a:endParaRPr lang="zh-CN" altLang="en-US" sz="2400" kern="100" dirty="0">
              <a:solidFill>
                <a:srgbClr val="5695A0"/>
              </a:solidFill>
              <a:effectLst/>
              <a:latin typeface="微软雅黑" panose="020B0503020204020204" pitchFamily="34" charset="-122"/>
              <a:cs typeface="江城圆体 400W" panose="020B0500000000000000" pitchFamily="34" charset="-122"/>
            </a:endParaRPr>
          </a:p>
        </p:txBody>
      </p:sp>
      <p:sp>
        <p:nvSpPr>
          <p:cNvPr id="38" name="文本框 37"/>
          <p:cNvSpPr txBox="1"/>
          <p:nvPr/>
        </p:nvSpPr>
        <p:spPr>
          <a:xfrm>
            <a:off x="1203593" y="3451869"/>
            <a:ext cx="2329180" cy="540385"/>
          </a:xfrm>
          <a:prstGeom prst="rect">
            <a:avLst/>
          </a:prstGeom>
          <a:noFill/>
        </p:spPr>
        <p:txBody>
          <a:bodyPr wrap="square" rtlCol="0">
            <a:noAutofit/>
          </a:bodyPr>
          <a:lstStyle/>
          <a:p>
            <a:pPr algn="r">
              <a:lnSpc>
                <a:spcPct val="140000"/>
              </a:lnSpc>
            </a:pPr>
            <a:r>
              <a:rPr lang="zh-CN" altLang="en-US" sz="2400" kern="100" dirty="0">
                <a:solidFill>
                  <a:srgbClr val="3AA8A9"/>
                </a:solidFill>
                <a:effectLst/>
                <a:latin typeface="微软雅黑" panose="020B0503020204020204" pitchFamily="34" charset="-122"/>
                <a:cs typeface="江城圆体 400W" panose="020B0500000000000000" pitchFamily="34" charset="-122"/>
              </a:rPr>
              <a:t>美学映射</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r>
              <a:rPr lang="en-US" altLang="zh-CN" sz="2400" kern="100" dirty="0" err="1">
                <a:solidFill>
                  <a:srgbClr val="3AA8A9"/>
                </a:solidFill>
                <a:effectLst/>
                <a:latin typeface="微软雅黑" panose="020B0503020204020204" pitchFamily="34" charset="-122"/>
                <a:cs typeface="江城圆体 400W" panose="020B0500000000000000" pitchFamily="34" charset="-122"/>
              </a:rPr>
              <a:t>Aes</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endParaRPr lang="zh-CN" altLang="en-US" sz="2400" kern="100" dirty="0">
              <a:solidFill>
                <a:srgbClr val="3AA8A9"/>
              </a:solidFill>
              <a:effectLst/>
              <a:latin typeface="微软雅黑" panose="020B0503020204020204" pitchFamily="34" charset="-122"/>
              <a:cs typeface="江城圆体 400W" panose="020B0500000000000000" pitchFamily="34" charset="-122"/>
            </a:endParaRPr>
          </a:p>
        </p:txBody>
      </p:sp>
      <p:sp>
        <p:nvSpPr>
          <p:cNvPr id="39" name="文本框 38"/>
          <p:cNvSpPr txBox="1"/>
          <p:nvPr/>
        </p:nvSpPr>
        <p:spPr>
          <a:xfrm>
            <a:off x="533401" y="2938363"/>
            <a:ext cx="3013978" cy="540385"/>
          </a:xfrm>
          <a:prstGeom prst="rect">
            <a:avLst/>
          </a:prstGeom>
          <a:noFill/>
        </p:spPr>
        <p:txBody>
          <a:bodyPr wrap="square" rtlCol="0">
            <a:noAutofit/>
          </a:bodyPr>
          <a:lstStyle/>
          <a:p>
            <a:pPr algn="r">
              <a:lnSpc>
                <a:spcPct val="140000"/>
              </a:lnSpc>
            </a:pPr>
            <a:r>
              <a:rPr lang="zh-CN" altLang="en-US" sz="2400" kern="100" dirty="0">
                <a:solidFill>
                  <a:srgbClr val="A8DAC8"/>
                </a:solidFill>
                <a:effectLst/>
                <a:latin typeface="微软雅黑" panose="020B0503020204020204" pitchFamily="34" charset="-122"/>
                <a:cs typeface="江城圆体 400W" panose="020B0500000000000000" pitchFamily="34" charset="-122"/>
              </a:rPr>
              <a:t>几何对象</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r>
              <a:rPr lang="en-US" altLang="zh-CN" sz="2400" kern="100" dirty="0" err="1">
                <a:solidFill>
                  <a:srgbClr val="A8DAC8"/>
                </a:solidFill>
                <a:effectLst/>
                <a:latin typeface="微软雅黑" panose="020B0503020204020204" pitchFamily="34" charset="-122"/>
                <a:cs typeface="江城圆体 400W" panose="020B0500000000000000" pitchFamily="34" charset="-122"/>
              </a:rPr>
              <a:t>Geom</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endParaRPr lang="zh-CN" altLang="en-US" sz="2400" kern="100" dirty="0">
              <a:solidFill>
                <a:srgbClr val="A8DAC8"/>
              </a:solidFill>
              <a:effectLst/>
              <a:latin typeface="微软雅黑" panose="020B0503020204020204" pitchFamily="34" charset="-122"/>
              <a:cs typeface="江城圆体 400W" panose="020B0500000000000000" pitchFamily="34" charset="-122"/>
            </a:endParaRPr>
          </a:p>
        </p:txBody>
      </p:sp>
      <p:sp>
        <p:nvSpPr>
          <p:cNvPr id="40" name="菱形 39"/>
          <p:cNvSpPr/>
          <p:nvPr/>
        </p:nvSpPr>
        <p:spPr>
          <a:xfrm>
            <a:off x="3683109" y="3393943"/>
            <a:ext cx="3336290" cy="805815"/>
          </a:xfrm>
          <a:prstGeom prst="diamond">
            <a:avLst/>
          </a:prstGeom>
          <a:solidFill>
            <a:srgbClr val="3AA8A9"/>
          </a:solidFill>
          <a:ln>
            <a:solidFill>
              <a:srgbClr val="3AA8A9"/>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dirty="0">
              <a:solidFill>
                <a:sysClr val="window" lastClr="FFFFFF"/>
              </a:solidFill>
              <a:latin typeface="Arial" panose="020B0604020202090204" pitchFamily="34" charset="0"/>
              <a:ea typeface="微软雅黑" panose="020B0503020204020204" pitchFamily="34" charset="-122"/>
            </a:endParaRPr>
          </a:p>
        </p:txBody>
      </p:sp>
      <p:sp>
        <p:nvSpPr>
          <p:cNvPr id="41" name="菱形 40"/>
          <p:cNvSpPr/>
          <p:nvPr/>
        </p:nvSpPr>
        <p:spPr>
          <a:xfrm>
            <a:off x="3683109" y="2973782"/>
            <a:ext cx="3336290" cy="805815"/>
          </a:xfrm>
          <a:prstGeom prst="diamond">
            <a:avLst/>
          </a:prstGeom>
          <a:solidFill>
            <a:srgbClr val="A8DAC8"/>
          </a:solidFill>
          <a:ln>
            <a:solidFill>
              <a:srgbClr val="A8DAC8"/>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43" name="菱形 42"/>
          <p:cNvSpPr/>
          <p:nvPr/>
        </p:nvSpPr>
        <p:spPr>
          <a:xfrm>
            <a:off x="3682474" y="2538584"/>
            <a:ext cx="3336290" cy="805815"/>
          </a:xfrm>
          <a:prstGeom prst="diamond">
            <a:avLst/>
          </a:prstGeom>
          <a:solidFill>
            <a:srgbClr val="D8D0B7"/>
          </a:solidFill>
          <a:ln>
            <a:solidFill>
              <a:srgbClr val="D8D0B7"/>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44" name="文本框 43"/>
          <p:cNvSpPr txBox="1"/>
          <p:nvPr/>
        </p:nvSpPr>
        <p:spPr>
          <a:xfrm>
            <a:off x="1436003" y="2462602"/>
            <a:ext cx="2111375" cy="540385"/>
          </a:xfrm>
          <a:prstGeom prst="rect">
            <a:avLst/>
          </a:prstGeom>
          <a:noFill/>
        </p:spPr>
        <p:txBody>
          <a:bodyPr wrap="square" rtlCol="0">
            <a:noAutofit/>
          </a:bodyPr>
          <a:lstStyle/>
          <a:p>
            <a:pPr algn="r">
              <a:lnSpc>
                <a:spcPct val="140000"/>
              </a:lnSpc>
            </a:pPr>
            <a:r>
              <a:rPr lang="zh-CN" altLang="en-US" sz="2400" kern="100" dirty="0">
                <a:solidFill>
                  <a:srgbClr val="D8D0B7"/>
                </a:solidFill>
                <a:effectLst/>
                <a:latin typeface="微软雅黑" panose="020B0503020204020204" pitchFamily="34" charset="-122"/>
                <a:cs typeface="江城圆体 400W" panose="020B0500000000000000" pitchFamily="34" charset="-122"/>
              </a:rPr>
              <a:t>分面</a:t>
            </a:r>
            <a:r>
              <a:rPr lang="en-US" altLang="zh-CN" sz="2400" kern="100" dirty="0">
                <a:solidFill>
                  <a:srgbClr val="D8D0B7"/>
                </a:solidFill>
                <a:effectLst/>
                <a:latin typeface="微软雅黑" panose="020B0503020204020204" pitchFamily="34" charset="-122"/>
                <a:cs typeface="江城圆体 400W" panose="020B0500000000000000" pitchFamily="34" charset="-122"/>
              </a:rPr>
              <a:t>(Facets)</a:t>
            </a:r>
            <a:endParaRPr lang="zh-CN" altLang="en-US" sz="2400" kern="100" dirty="0">
              <a:solidFill>
                <a:srgbClr val="D8D0B7"/>
              </a:solidFill>
              <a:effectLst/>
              <a:latin typeface="微软雅黑" panose="020B0503020204020204" pitchFamily="34" charset="-122"/>
              <a:cs typeface="江城圆体 400W" panose="020B0500000000000000" pitchFamily="34" charset="-122"/>
            </a:endParaRPr>
          </a:p>
        </p:txBody>
      </p:sp>
      <p:sp>
        <p:nvSpPr>
          <p:cNvPr id="45" name="圆角矩形 25"/>
          <p:cNvSpPr/>
          <p:nvPr/>
        </p:nvSpPr>
        <p:spPr>
          <a:xfrm>
            <a:off x="8834585" y="2162273"/>
            <a:ext cx="1794200" cy="376311"/>
          </a:xfrm>
          <a:prstGeom prst="roundRect">
            <a:avLst/>
          </a:prstGeom>
          <a:noFill/>
          <a:ln w="57150">
            <a:solidFill>
              <a:srgbClr val="98ADEF"/>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圆角矩形 25"/>
          <p:cNvSpPr/>
          <p:nvPr/>
        </p:nvSpPr>
        <p:spPr>
          <a:xfrm>
            <a:off x="11705107" y="2162272"/>
            <a:ext cx="1794200" cy="376311"/>
          </a:xfrm>
          <a:prstGeom prst="roundRect">
            <a:avLst/>
          </a:prstGeom>
          <a:noFill/>
          <a:ln w="57150">
            <a:solidFill>
              <a:srgbClr val="98ADEF"/>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762000" y="1447800"/>
            <a:ext cx="5635625" cy="919480"/>
          </a:xfrm>
          <a:prstGeom prst="rect">
            <a:avLst/>
          </a:prstGeom>
          <a:noFill/>
        </p:spPr>
        <p:txBody>
          <a:bodyPr wrap="square" rtlCol="0">
            <a:noAutofit/>
          </a:bodyPr>
          <a:p>
            <a:r>
              <a:rPr lang="zh-CN" altLang="en-US" sz="2800" dirty="0">
                <a:solidFill>
                  <a:srgbClr val="618CAC"/>
                </a:solidFill>
              </a:rPr>
              <a:t>如何根据分类变量生成子图</a:t>
            </a:r>
            <a:r>
              <a:rPr lang="en-US" altLang="zh-CN" sz="2800" dirty="0">
                <a:solidFill>
                  <a:srgbClr val="618CAC"/>
                </a:solidFill>
              </a:rPr>
              <a:t>？</a:t>
            </a:r>
            <a:endParaRPr lang="en-US" altLang="zh-CN" sz="2800" dirty="0">
              <a:solidFill>
                <a:srgbClr val="618CAC"/>
              </a:solidFill>
            </a:endParaRPr>
          </a:p>
        </p:txBody>
      </p:sp>
      <p:sp>
        <p:nvSpPr>
          <p:cNvPr id="7" name="文本框 6"/>
          <p:cNvSpPr txBox="1"/>
          <p:nvPr/>
        </p:nvSpPr>
        <p:spPr>
          <a:xfrm>
            <a:off x="7848600" y="7543800"/>
            <a:ext cx="6285230" cy="981075"/>
          </a:xfrm>
          <a:prstGeom prst="rect">
            <a:avLst/>
          </a:prstGeom>
        </p:spPr>
        <p:txBody>
          <a:bodyPr>
            <a:noAutofit/>
          </a:bodyPr>
          <a:p>
            <a:pPr>
              <a:lnSpc>
                <a:spcPct val="120000"/>
              </a:lnSpc>
              <a:spcBef>
                <a:spcPts val="0"/>
              </a:spcBef>
              <a:spcAft>
                <a:spcPts val="0"/>
              </a:spcAft>
            </a:pPr>
            <a:r>
              <a:rPr lang="zh-CN" altLang="en-US" sz="2400">
                <a:solidFill>
                  <a:srgbClr val="618CAC"/>
                </a:solidFill>
              </a:rPr>
              <a:t>化繁为简，让复杂的对比变得一目了然！</a:t>
            </a:r>
            <a:endParaRPr lang="zh-CN" altLang="en-US" sz="2400">
              <a:solidFill>
                <a:srgbClr val="618CA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0-#ppt_w/2"/>
                                          </p:val>
                                        </p:tav>
                                        <p:tav tm="100000">
                                          <p:val>
                                            <p:strVal val="#ppt_x"/>
                                          </p:val>
                                        </p:tav>
                                      </p:tavLst>
                                    </p:anim>
                                    <p:anim calcmode="lin" valueType="num">
                                      <p:cBhvr additive="base">
                                        <p:cTn id="12" dur="500" fill="hold"/>
                                        <p:tgtEl>
                                          <p:spTgt spid="43"/>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additive="base">
                                        <p:cTn id="15" dur="500" fill="hold"/>
                                        <p:tgtEl>
                                          <p:spTgt spid="44"/>
                                        </p:tgtEl>
                                        <p:attrNameLst>
                                          <p:attrName>ppt_x</p:attrName>
                                        </p:attrNameLst>
                                      </p:cBhvr>
                                      <p:tavLst>
                                        <p:tav tm="0">
                                          <p:val>
                                            <p:strVal val="0-#ppt_w/2"/>
                                          </p:val>
                                        </p:tav>
                                        <p:tav tm="100000">
                                          <p:val>
                                            <p:strVal val="#ppt_x"/>
                                          </p:val>
                                        </p:tav>
                                      </p:tavLst>
                                    </p:anim>
                                    <p:anim calcmode="lin" valueType="num">
                                      <p:cBhvr additive="base">
                                        <p:cTn id="16" dur="500" fill="hold"/>
                                        <p:tgtEl>
                                          <p:spTgt spid="44"/>
                                        </p:tgtEl>
                                        <p:attrNameLst>
                                          <p:attrName>ppt_y</p:attrName>
                                        </p:attrNameLst>
                                      </p:cBhvr>
                                      <p:tavLst>
                                        <p:tav tm="0">
                                          <p:val>
                                            <p:strVal val="0-#ppt_h/2"/>
                                          </p:val>
                                        </p:tav>
                                        <p:tav tm="100000">
                                          <p:val>
                                            <p:strVal val="#ppt_y"/>
                                          </p:val>
                                        </p:tav>
                                      </p:tavLst>
                                    </p:anim>
                                  </p:childTnLst>
                                </p:cTn>
                              </p:par>
                            </p:childTnLst>
                          </p:cTn>
                        </p:par>
                        <p:par>
                          <p:cTn id="17" fill="hold">
                            <p:stCondLst>
                              <p:cond delay="500"/>
                            </p:stCondLst>
                            <p:childTnLst>
                              <p:par>
                                <p:cTn id="18" presetID="2" presetClass="entr" presetSubtype="4" fill="hold" grpId="0" nodeType="afterEffect">
                                  <p:stCondLst>
                                    <p:cond delay="0"/>
                                  </p:stCondLst>
                                  <p:childTnLst>
                                    <p:set>
                                      <p:cBhvr>
                                        <p:cTn id="19" dur="1" fill="hold">
                                          <p:stCondLst>
                                            <p:cond delay="0"/>
                                          </p:stCondLst>
                                        </p:cTn>
                                        <p:tgtEl>
                                          <p:spTgt spid="45"/>
                                        </p:tgtEl>
                                        <p:attrNameLst>
                                          <p:attrName>style.visibility</p:attrName>
                                        </p:attrNameLst>
                                      </p:cBhvr>
                                      <p:to>
                                        <p:strVal val="visible"/>
                                      </p:to>
                                    </p:set>
                                    <p:anim calcmode="lin" valueType="num">
                                      <p:cBhvr additive="base">
                                        <p:cTn id="20" dur="500" fill="hold"/>
                                        <p:tgtEl>
                                          <p:spTgt spid="45"/>
                                        </p:tgtEl>
                                        <p:attrNameLst>
                                          <p:attrName>ppt_x</p:attrName>
                                        </p:attrNameLst>
                                      </p:cBhvr>
                                      <p:tavLst>
                                        <p:tav tm="0">
                                          <p:val>
                                            <p:strVal val="#ppt_x"/>
                                          </p:val>
                                        </p:tav>
                                        <p:tav tm="100000">
                                          <p:val>
                                            <p:strVal val="#ppt_x"/>
                                          </p:val>
                                        </p:tav>
                                      </p:tavLst>
                                    </p:anim>
                                    <p:anim calcmode="lin" valueType="num">
                                      <p:cBhvr additive="base">
                                        <p:cTn id="21" dur="500" fill="hold"/>
                                        <p:tgtEl>
                                          <p:spTgt spid="45"/>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 calcmode="lin" valueType="num">
                                      <p:cBhvr additive="base">
                                        <p:cTn id="24" dur="500" fill="hold"/>
                                        <p:tgtEl>
                                          <p:spTgt spid="46"/>
                                        </p:tgtEl>
                                        <p:attrNameLst>
                                          <p:attrName>ppt_x</p:attrName>
                                        </p:attrNameLst>
                                      </p:cBhvr>
                                      <p:tavLst>
                                        <p:tav tm="0">
                                          <p:val>
                                            <p:strVal val="#ppt_x"/>
                                          </p:val>
                                        </p:tav>
                                        <p:tav tm="100000">
                                          <p:val>
                                            <p:strVal val="#ppt_x"/>
                                          </p:val>
                                        </p:tav>
                                      </p:tavLst>
                                    </p:anim>
                                    <p:anim calcmode="lin" valueType="num">
                                      <p:cBhvr additive="base">
                                        <p:cTn id="25"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6" grpId="1" animBg="1"/>
      <p:bldP spid="43" grpId="0" bldLvl="0" animBg="1"/>
      <p:bldP spid="44" grpId="0"/>
      <p:bldP spid="45" grpId="0" bldLvl="0" animBg="1"/>
      <p:bldP spid="45" grpId="1" animBg="1"/>
      <p:bldP spid="46" grpId="0" bldLvl="0" animBg="1"/>
      <p:bldP spid="46"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r>
              <a:rPr lang="en-US" altLang="zh-CN"/>
              <a:t>05 </a:t>
            </a:r>
            <a:r>
              <a:rPr lang="zh-CN" altLang="en-US"/>
              <a:t>添加统计</a:t>
            </a:r>
            <a:r>
              <a:rPr lang="zh-CN" altLang="en-US"/>
              <a:t>信息</a:t>
            </a:r>
            <a:endParaRPr lang="zh-CN" altLang="en-US"/>
          </a:p>
        </p:txBody>
      </p:sp>
      <p:graphicFrame>
        <p:nvGraphicFramePr>
          <p:cNvPr id="37" name="table 90"/>
          <p:cNvGraphicFramePr>
            <a:graphicFrameLocks noGrp="1"/>
          </p:cNvGraphicFramePr>
          <p:nvPr>
            <p:custDataLst>
              <p:tags r:id="rId1"/>
            </p:custDataLst>
          </p:nvPr>
        </p:nvGraphicFramePr>
        <p:xfrm>
          <a:off x="694055" y="5001260"/>
          <a:ext cx="6565265" cy="1475105"/>
        </p:xfrm>
        <a:graphic>
          <a:graphicData uri="http://schemas.openxmlformats.org/drawingml/2006/table">
            <a:tbl>
              <a:tblPr/>
              <a:tblGrid>
                <a:gridCol w="6565265"/>
              </a:tblGrid>
              <a:tr h="1475105">
                <a:tc>
                  <a:txBody>
                    <a:bodyPr/>
                    <a:lstStyle/>
                    <a:p>
                      <a:pPr algn="l" rtl="0" eaLnBrk="0">
                        <a:lnSpc>
                          <a:spcPct val="110000"/>
                        </a:lnSpc>
                      </a:pPr>
                      <a:endParaRPr sz="300" dirty="0">
                        <a:latin typeface="Arial" panose="020B0604020202090204"/>
                        <a:ea typeface="Arial" panose="020B0604020202090204"/>
                        <a:cs typeface="Arial" panose="020B0604020202090204"/>
                      </a:endParaRPr>
                    </a:p>
                    <a:p>
                      <a:pPr marL="359410" indent="-252095" algn="l" rtl="0" eaLnBrk="0">
                        <a:lnSpc>
                          <a:spcPct val="113000"/>
                        </a:lnSpc>
                        <a:spcBef>
                          <a:spcPts val="0"/>
                        </a:spcBef>
                      </a:pPr>
                      <a:r>
                        <a:rPr sz="1600" kern="0" spc="0" dirty="0">
                          <a:solidFill>
                            <a:srgbClr val="FFB454">
                              <a:alpha val="100000"/>
                            </a:srgbClr>
                          </a:solidFill>
                          <a:latin typeface="Menlo" panose="020B0609030804020204"/>
                          <a:ea typeface="Menlo" panose="020B0609030804020204"/>
                          <a:cs typeface="Menlo" panose="020B0609030804020204"/>
                        </a:rPr>
                        <a:t>ggplot</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B3B1AD">
                              <a:alpha val="100000"/>
                            </a:srgbClr>
                          </a:solidFill>
                          <a:latin typeface="Menlo" panose="020B0609030804020204"/>
                          <a:ea typeface="Menlo" panose="020B0609030804020204"/>
                          <a:cs typeface="Menlo" panose="020B0609030804020204"/>
                        </a:rPr>
                        <a:t>nightingale</a:t>
                      </a:r>
                      <a:r>
                        <a:rPr sz="1600" kern="0" spc="40" dirty="0">
                          <a:solidFill>
                            <a:srgbClr val="B3B1AD">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aes</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59C2FF">
                              <a:alpha val="100000"/>
                            </a:srgbClr>
                          </a:solidFill>
                          <a:latin typeface="Menlo" panose="020B0609030804020204"/>
                          <a:ea typeface="Menlo" panose="020B0609030804020204"/>
                          <a:cs typeface="Menlo" panose="020B0609030804020204"/>
                        </a:rPr>
                        <a:t>x = </a:t>
                      </a:r>
                      <a:r>
                        <a:rPr sz="1600" kern="0" spc="4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28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30" dirty="0">
                          <a:solidFill>
                            <a:srgbClr val="B3B1AD">
                              <a:alpha val="100000"/>
                            </a:srgbClr>
                          </a:solidFill>
                          <a:latin typeface="Menlo" panose="020B0609030804020204"/>
                          <a:ea typeface="Menlo" panose="020B0609030804020204"/>
                          <a:cs typeface="Menlo" panose="020B0609030804020204"/>
                        </a:rPr>
                        <a:t>, </a:t>
                      </a:r>
                      <a:r>
                        <a:rPr sz="1600" kern="0" spc="30" dirty="0">
                          <a:solidFill>
                            <a:srgbClr val="59C2FF">
                              <a:alpha val="100000"/>
                            </a:srgbClr>
                          </a:solidFill>
                          <a:latin typeface="Menlo" panose="020B0609030804020204"/>
                          <a:ea typeface="Menlo" panose="020B0609030804020204"/>
                          <a:cs typeface="Menlo" panose="020B0609030804020204"/>
                        </a:rPr>
                        <a:t>y</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59C2FF">
                              <a:alpha val="100000"/>
                            </a:srgbClr>
                          </a:solidFill>
                          <a:latin typeface="Menlo" panose="020B0609030804020204"/>
                          <a:ea typeface="Menlo" panose="020B0609030804020204"/>
                          <a:cs typeface="Menlo" panose="020B0609030804020204"/>
                        </a:rPr>
                        <a:t>=</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B3B1AD">
                              <a:alpha val="100000"/>
                            </a:srgbClr>
                          </a:solidFill>
                          <a:latin typeface="PingFang SC" panose="020B0400000000000000" charset="-122"/>
                          <a:ea typeface="PingFang SC" panose="020B0400000000000000" charset="-122"/>
                          <a:cs typeface="PingFang SC" panose="020B0400000000000000" charset="-122"/>
                        </a:rPr>
                        <a:t>总死亡⼈数</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120" dirty="0">
                          <a:solidFill>
                            <a:srgbClr val="B3B1AD">
                              <a:alpha val="100000"/>
                            </a:srgbClr>
                          </a:solidFill>
                          <a:latin typeface="Menlo" panose="020B0609030804020204"/>
                          <a:ea typeface="Menlo" panose="020B0609030804020204"/>
                          <a:cs typeface="Menlo" panose="020B0609030804020204"/>
                        </a:rPr>
                        <a:t> </a:t>
                      </a:r>
                      <a:r>
                        <a:rPr sz="1600" kern="0" spc="30" dirty="0">
                          <a:solidFill>
                            <a:srgbClr val="95E6CB">
                              <a:alpha val="100000"/>
                            </a:srgbClr>
                          </a:solidFill>
                          <a:latin typeface="Menlo" panose="020B0609030804020204"/>
                          <a:ea typeface="Menlo" panose="020B0609030804020204"/>
                          <a:cs typeface="Menlo" panose="020B0609030804020204"/>
                        </a:rPr>
                        <a:t>+</a:t>
                      </a:r>
                      <a:r>
                        <a:rPr sz="1600" kern="0" spc="0" dirty="0">
                          <a:solidFill>
                            <a:srgbClr val="95E6CB">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geom</a:t>
                      </a:r>
                      <a:r>
                        <a:rPr sz="1600" kern="0" spc="5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col</a:t>
                      </a:r>
                      <a:r>
                        <a:rPr sz="1600" kern="0" spc="50" dirty="0">
                          <a:solidFill>
                            <a:srgbClr val="B3B1AD">
                              <a:alpha val="100000"/>
                            </a:srgbClr>
                          </a:solidFill>
                          <a:latin typeface="Menlo" panose="020B0609030804020204"/>
                          <a:ea typeface="Menlo" panose="020B0609030804020204"/>
                          <a:cs typeface="Menlo" panose="020B0609030804020204"/>
                        </a:rPr>
                        <a:t>() </a:t>
                      </a:r>
                      <a:r>
                        <a:rPr sz="1600" kern="0" spc="5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47345" indent="12065" algn="l" rtl="0" eaLnBrk="0">
                        <a:lnSpc>
                          <a:spcPct val="105000"/>
                        </a:lnSpc>
                        <a:spcBef>
                          <a:spcPts val="40"/>
                        </a:spcBef>
                      </a:pPr>
                      <a:r>
                        <a:rPr sz="1600" kern="0" spc="0" dirty="0">
                          <a:solidFill>
                            <a:srgbClr val="FFB454">
                              <a:alpha val="100000"/>
                            </a:srgbClr>
                          </a:solidFill>
                          <a:latin typeface="Menlo" panose="020B0609030804020204"/>
                          <a:ea typeface="Menlo" panose="020B0609030804020204"/>
                          <a:cs typeface="Menlo" panose="020B0609030804020204"/>
                        </a:rPr>
                        <a:t>geom</a:t>
                      </a:r>
                      <a:r>
                        <a:rPr sz="1600" kern="0" spc="5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text</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FFB454">
                              <a:alpha val="100000"/>
                            </a:srgbClr>
                          </a:solidFill>
                          <a:latin typeface="Menlo" panose="020B0609030804020204"/>
                          <a:ea typeface="Menlo" panose="020B0609030804020204"/>
                          <a:cs typeface="Menlo" panose="020B0609030804020204"/>
                        </a:rPr>
                        <a:t>aes</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label</a:t>
                      </a:r>
                      <a:r>
                        <a:rPr sz="1600" kern="0" spc="50" dirty="0">
                          <a:solidFill>
                            <a:srgbClr val="59C2FF">
                              <a:alpha val="100000"/>
                            </a:srgbClr>
                          </a:solidFill>
                          <a:latin typeface="Menlo" panose="020B0609030804020204"/>
                          <a:ea typeface="Menlo" panose="020B0609030804020204"/>
                          <a:cs typeface="Menlo" panose="020B0609030804020204"/>
                        </a:rPr>
                        <a:t> = </a:t>
                      </a:r>
                      <a:r>
                        <a:rPr sz="1600" kern="0" spc="50" dirty="0">
                          <a:solidFill>
                            <a:srgbClr val="B3B1AD">
                              <a:alpha val="100000"/>
                            </a:srgbClr>
                          </a:solidFill>
                          <a:latin typeface="PingFang SC" panose="020B0400000000000000" charset="-122"/>
                          <a:ea typeface="PingFang SC" panose="020B0400000000000000" charset="-122"/>
                          <a:cs typeface="PingFang SC" panose="020B0400000000000000" charset="-122"/>
                        </a:rPr>
                        <a:t>总死亡⼈数</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nudge</a:t>
                      </a:r>
                      <a:r>
                        <a:rPr sz="1600" kern="0" spc="50" dirty="0">
                          <a:solidFill>
                            <a:srgbClr val="59C2FF">
                              <a:alpha val="100000"/>
                            </a:srgbClr>
                          </a:solidFill>
                          <a:latin typeface="Menlo" panose="020B0609030804020204"/>
                          <a:ea typeface="Menlo" panose="020B0609030804020204"/>
                          <a:cs typeface="Menlo" panose="020B0609030804020204"/>
                        </a:rPr>
                        <a:t>_y = </a:t>
                      </a:r>
                      <a:r>
                        <a:rPr sz="1600" kern="0" spc="50" dirty="0">
                          <a:solidFill>
                            <a:srgbClr val="E6B450">
                              <a:alpha val="100000"/>
                            </a:srgbClr>
                          </a:solidFill>
                          <a:latin typeface="Menlo" panose="020B0609030804020204"/>
                          <a:ea typeface="Menlo" panose="020B0609030804020204"/>
                          <a:cs typeface="Menlo" panose="020B0609030804020204"/>
                        </a:rPr>
                        <a:t>500</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120" dirty="0">
                          <a:solidFill>
                            <a:srgbClr val="B3B1AD">
                              <a:alpha val="100000"/>
                            </a:srgbClr>
                          </a:solidFill>
                          <a:latin typeface="Menlo" panose="020B0609030804020204"/>
                          <a:ea typeface="Menlo" panose="020B0609030804020204"/>
                          <a:cs typeface="Menlo" panose="020B0609030804020204"/>
                        </a:rPr>
                        <a:t> </a:t>
                      </a:r>
                      <a:r>
                        <a:rPr sz="1600" kern="0" spc="50" dirty="0">
                          <a:solidFill>
                            <a:srgbClr val="95E6CB">
                              <a:alpha val="100000"/>
                            </a:srgbClr>
                          </a:solidFill>
                          <a:latin typeface="Menlo" panose="020B0609030804020204"/>
                          <a:ea typeface="Menlo" panose="020B0609030804020204"/>
                          <a:cs typeface="Menlo" panose="020B0609030804020204"/>
                        </a:rPr>
                        <a:t>+</a:t>
                      </a:r>
                      <a:r>
                        <a:rPr sz="1600" kern="0" spc="0" dirty="0">
                          <a:solidFill>
                            <a:srgbClr val="95E6CB">
                              <a:alpha val="100000"/>
                            </a:srgbClr>
                          </a:solidFill>
                          <a:latin typeface="Menlo" panose="020B0609030804020204"/>
                          <a:ea typeface="Menlo" panose="020B0609030804020204"/>
                          <a:cs typeface="Menlo" panose="020B0609030804020204"/>
                        </a:rPr>
                        <a:t>          </a:t>
                      </a:r>
                      <a:r>
                        <a:rPr sz="1600" i="1" kern="0" spc="-50" dirty="0">
                          <a:solidFill>
                            <a:srgbClr val="626A73">
                              <a:alpha val="100000"/>
                            </a:srgbClr>
                          </a:solidFill>
                          <a:latin typeface="Menlo" panose="020B0609030804020204"/>
                          <a:ea typeface="Menlo" panose="020B0609030804020204"/>
                          <a:cs typeface="Menlo" panose="020B0609030804020204"/>
                        </a:rPr>
                        <a:t>#</a:t>
                      </a:r>
                      <a:r>
                        <a:rPr sz="1600" i="1" kern="0" spc="270" dirty="0">
                          <a:solidFill>
                            <a:srgbClr val="626A73">
                              <a:alpha val="100000"/>
                            </a:srgbClr>
                          </a:solidFill>
                          <a:latin typeface="Menlo" panose="020B0609030804020204"/>
                          <a:ea typeface="Menlo" panose="020B0609030804020204"/>
                          <a:cs typeface="Menlo" panose="020B0609030804020204"/>
                        </a:rPr>
                        <a:t> </a:t>
                      </a:r>
                      <a:r>
                        <a:rPr sz="1700" i="1" kern="0" spc="-50" dirty="0">
                          <a:solidFill>
                            <a:srgbClr val="626A73">
                              <a:alpha val="100000"/>
                            </a:srgbClr>
                          </a:solidFill>
                          <a:latin typeface="PingFang SC" panose="020B0400000000000000" charset="-122"/>
                          <a:ea typeface="PingFang SC" panose="020B0400000000000000" charset="-122"/>
                          <a:cs typeface="PingFang SC" panose="020B0400000000000000" charset="-122"/>
                        </a:rPr>
                        <a:t>柱状图上可以添加统计信息</a:t>
                      </a:r>
                      <a:endParaRPr sz="1700" dirty="0">
                        <a:latin typeface="PingFang SC" panose="020B0400000000000000" charset="-122"/>
                        <a:ea typeface="PingFang SC" panose="020B0400000000000000" charset="-122"/>
                        <a:cs typeface="PingFang SC" panose="020B0400000000000000" charset="-122"/>
                      </a:endParaRPr>
                    </a:p>
                    <a:p>
                      <a:pPr marL="367030" algn="l" rtl="0" eaLnBrk="0">
                        <a:lnSpc>
                          <a:spcPts val="2335"/>
                        </a:lnSpc>
                      </a:pPr>
                      <a:r>
                        <a:rPr sz="1600" kern="0" spc="0" dirty="0">
                          <a:solidFill>
                            <a:srgbClr val="FFB454">
                              <a:alpha val="100000"/>
                            </a:srgbClr>
                          </a:solidFill>
                          <a:latin typeface="Menlo" panose="020B0609030804020204"/>
                          <a:ea typeface="Menlo" panose="020B0609030804020204"/>
                          <a:cs typeface="Menlo" panose="020B0609030804020204"/>
                        </a:rPr>
                        <a:t>facet</a:t>
                      </a:r>
                      <a:r>
                        <a:rPr sz="1600" kern="0" spc="5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wrap</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50" dirty="0">
                          <a:solidFill>
                            <a:srgbClr val="95E6CB">
                              <a:alpha val="100000"/>
                            </a:srgbClr>
                          </a:solidFill>
                          <a:latin typeface="Menlo" panose="020B0609030804020204"/>
                          <a:ea typeface="Menlo" panose="020B0609030804020204"/>
                          <a:cs typeface="Menlo" panose="020B0609030804020204"/>
                        </a:rPr>
                        <a:t>~</a:t>
                      </a:r>
                      <a:r>
                        <a:rPr sz="1600" kern="0" spc="50" dirty="0">
                          <a:solidFill>
                            <a:srgbClr val="B3B1AD">
                              <a:alpha val="100000"/>
                            </a:srgbClr>
                          </a:solidFill>
                          <a:latin typeface="PingFang SC" panose="020B0400000000000000" charset="-122"/>
                          <a:ea typeface="PingFang SC" panose="020B0400000000000000" charset="-122"/>
                          <a:cs typeface="PingFang SC" panose="020B0400000000000000" charset="-122"/>
                        </a:rPr>
                        <a:t>时期</a:t>
                      </a:r>
                      <a:r>
                        <a:rPr sz="1600" kern="0" spc="50" dirty="0">
                          <a:solidFill>
                            <a:srgbClr val="B3B1AD">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txBody>
                  <a:tcPr marL="0" marR="0" marT="0" marB="0">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0A0E14"/>
                    </a:solidFill>
                  </a:tcPr>
                </a:tc>
              </a:tr>
            </a:tbl>
          </a:graphicData>
        </a:graphic>
      </p:graphicFrame>
      <p:pic>
        <p:nvPicPr>
          <p:cNvPr id="36" name="Picture 1" descr="01-ggplot2-7_files/figure-pptx/unnamed-chunk-13-1.png"/>
          <p:cNvPicPr>
            <a:picLocks noGrp="1" noChangeAspect="1"/>
          </p:cNvPicPr>
          <p:nvPr/>
        </p:nvPicPr>
        <p:blipFill>
          <a:blip r:embed="rId2"/>
          <a:stretch>
            <a:fillRect/>
          </a:stretch>
        </p:blipFill>
        <p:spPr bwMode="auto">
          <a:xfrm>
            <a:off x="7353226" y="1593495"/>
            <a:ext cx="6819333" cy="5446889"/>
          </a:xfrm>
          <a:prstGeom prst="rect">
            <a:avLst/>
          </a:prstGeom>
          <a:noFill/>
          <a:ln w="9525">
            <a:noFill/>
          </a:ln>
        </p:spPr>
      </p:pic>
      <p:sp>
        <p:nvSpPr>
          <p:cNvPr id="4" name="Text 1"/>
          <p:cNvSpPr/>
          <p:nvPr/>
        </p:nvSpPr>
        <p:spPr>
          <a:xfrm>
            <a:off x="757585" y="4638598"/>
            <a:ext cx="2170509" cy="271224"/>
          </a:xfrm>
          <a:prstGeom prst="rect">
            <a:avLst/>
          </a:prstGeom>
          <a:noFill/>
        </p:spPr>
        <p:txBody>
          <a:bodyPr wrap="none" lIns="0" tIns="0" rIns="0" bIns="0" rtlCol="0" anchor="t"/>
          <a:lstStyle/>
          <a:p>
            <a:pPr marL="0" indent="0" algn="l">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代码</a:t>
            </a:r>
            <a:endParaRPr lang="en-US" sz="1700" dirty="0"/>
          </a:p>
        </p:txBody>
      </p:sp>
      <p:sp>
        <p:nvSpPr>
          <p:cNvPr id="13" name="Text 9"/>
          <p:cNvSpPr/>
          <p:nvPr/>
        </p:nvSpPr>
        <p:spPr>
          <a:xfrm>
            <a:off x="10134600" y="7143909"/>
            <a:ext cx="2170509" cy="271224"/>
          </a:xfrm>
          <a:prstGeom prst="rect">
            <a:avLst/>
          </a:prstGeom>
          <a:noFill/>
        </p:spPr>
        <p:txBody>
          <a:bodyPr wrap="none" lIns="0" tIns="0" rIns="0" bIns="0" rtlCol="0" anchor="t"/>
          <a:lstStyle/>
          <a:p>
            <a:pPr marL="0" indent="0" algn="ctr">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结果展示</a:t>
            </a:r>
            <a:endParaRPr lang="en-US" sz="1700" dirty="0"/>
          </a:p>
        </p:txBody>
      </p:sp>
      <p:sp>
        <p:nvSpPr>
          <p:cNvPr id="26" name="圆角矩形 25"/>
          <p:cNvSpPr/>
          <p:nvPr/>
        </p:nvSpPr>
        <p:spPr>
          <a:xfrm>
            <a:off x="990600" y="5638800"/>
            <a:ext cx="5844540" cy="262255"/>
          </a:xfrm>
          <a:prstGeom prst="roundRect">
            <a:avLst/>
          </a:prstGeom>
          <a:noFill/>
          <a:ln w="57150">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 name="组合 2"/>
          <p:cNvGrpSpPr/>
          <p:nvPr/>
        </p:nvGrpSpPr>
        <p:grpSpPr>
          <a:xfrm>
            <a:off x="7725410" y="7709535"/>
            <a:ext cx="6494780" cy="276860"/>
            <a:chOff x="360" y="12283"/>
            <a:chExt cx="10228" cy="436"/>
          </a:xfrm>
        </p:grpSpPr>
        <p:sp>
          <p:nvSpPr>
            <p:cNvPr id="11" name="Text 8"/>
            <p:cNvSpPr/>
            <p:nvPr/>
          </p:nvSpPr>
          <p:spPr>
            <a:xfrm>
              <a:off x="360" y="12283"/>
              <a:ext cx="10229" cy="437"/>
            </a:xfrm>
            <a:prstGeom prst="rect">
              <a:avLst/>
            </a:prstGeom>
            <a:noFill/>
          </p:spPr>
          <p:txBody>
            <a:bodyPr wrap="none" lIns="0" tIns="0" rIns="0" bIns="0" rtlCol="0" anchor="t"/>
            <a:lstStyle/>
            <a:p>
              <a:pPr marL="0" indent="0" algn="l">
                <a:lnSpc>
                  <a:spcPts val="2150"/>
                </a:lnSpc>
                <a:buNone/>
              </a:pPr>
              <a:r>
                <a:rPr lang="en-US" sz="1400" dirty="0">
                  <a:solidFill>
                    <a:srgbClr val="4C4C4C"/>
                  </a:solidFill>
                  <a:latin typeface="黑体" panose="02010600030101010101" pitchFamily="49" charset="-122"/>
                  <a:ea typeface="黑体" panose="02010600030101010101" pitchFamily="49" charset="-122"/>
                  <a:cs typeface="Noto Serif" pitchFamily="34" charset="-120"/>
                </a:rPr>
                <a:t>进度：●●●</a:t>
              </a:r>
              <a:r>
                <a:rPr lang="en-US" sz="1400" dirty="0">
                  <a:solidFill>
                    <a:srgbClr val="4C4C4C"/>
                  </a:solidFill>
                  <a:latin typeface="黑体" panose="02010600030101010101" pitchFamily="49" charset="-122"/>
                  <a:ea typeface="黑体" panose="02010600030101010101" pitchFamily="49" charset="-122"/>
                  <a:cs typeface="Noto Serif" pitchFamily="34" charset="-120"/>
                  <a:sym typeface="+mn-ea"/>
                </a:rPr>
                <a:t>●</a:t>
              </a:r>
              <a:r>
                <a:rPr lang="en-US" sz="1400" dirty="0">
                  <a:solidFill>
                    <a:srgbClr val="4C4C4C"/>
                  </a:solidFill>
                  <a:latin typeface="黑体" panose="02010600030101010101" pitchFamily="49" charset="-122"/>
                  <a:ea typeface="黑体" panose="02010600030101010101" pitchFamily="49" charset="-122"/>
                  <a:cs typeface="Noto Serif" pitchFamily="34" charset="-120"/>
                </a:rPr>
                <a:t>○ 4/5</a:t>
              </a:r>
              <a:endParaRPr lang="en-US" sz="1400" dirty="0">
                <a:latin typeface="黑体" panose="02010600030101010101" pitchFamily="49" charset="-122"/>
                <a:ea typeface="黑体" panose="02010600030101010101" pitchFamily="49" charset="-122"/>
              </a:endParaRPr>
            </a:p>
          </p:txBody>
        </p:sp>
        <p:sp>
          <p:nvSpPr>
            <p:cNvPr id="33" name="Shape 6"/>
            <p:cNvSpPr/>
            <p:nvPr/>
          </p:nvSpPr>
          <p:spPr>
            <a:xfrm>
              <a:off x="1059" y="12382"/>
              <a:ext cx="8064" cy="270"/>
            </a:xfrm>
            <a:prstGeom prst="rect">
              <a:avLst/>
            </a:prstGeom>
            <a:solidFill>
              <a:srgbClr val="CBD5E0"/>
            </a:solidFill>
          </p:spPr>
          <p:txBody>
            <a:bodyPr/>
            <a:lstStyle/>
            <a:p>
              <a:endParaRPr lang="zh-CN" altLang="en-US"/>
            </a:p>
          </p:txBody>
        </p:sp>
        <p:sp>
          <p:nvSpPr>
            <p:cNvPr id="34" name="Shape 7"/>
            <p:cNvSpPr/>
            <p:nvPr/>
          </p:nvSpPr>
          <p:spPr>
            <a:xfrm>
              <a:off x="1034" y="12382"/>
              <a:ext cx="6529" cy="270"/>
            </a:xfrm>
            <a:prstGeom prst="rect">
              <a:avLst/>
            </a:prstGeom>
            <a:solidFill>
              <a:srgbClr val="4299E1"/>
            </a:solidFill>
          </p:spPr>
          <p:txBody>
            <a:bodyPr/>
            <a:lstStyle/>
            <a:p>
              <a:endParaRPr lang="zh-CN" altLang="en-US"/>
            </a:p>
          </p:txBody>
        </p:sp>
      </p:grpSp>
      <p:cxnSp>
        <p:nvCxnSpPr>
          <p:cNvPr id="8" name="连接符: 曲线 7"/>
          <p:cNvCxnSpPr/>
          <p:nvPr/>
        </p:nvCxnSpPr>
        <p:spPr>
          <a:xfrm rot="16200000">
            <a:off x="5957570" y="2973705"/>
            <a:ext cx="3096260" cy="2209800"/>
          </a:xfrm>
          <a:prstGeom prst="curvedConnector3">
            <a:avLst>
              <a:gd name="adj1" fmla="val 49979"/>
            </a:avLst>
          </a:prstGeom>
          <a:ln w="19050" cap="flat" cmpd="sng">
            <a:solidFill>
              <a:schemeClr val="accent1"/>
            </a:solidFill>
            <a:prstDash val="solid"/>
            <a:miter lim="800000"/>
            <a:headEnd type="none"/>
            <a:tailEnd type="triangle" w="med" len="med"/>
          </a:ln>
        </p:spPr>
        <p:style>
          <a:lnRef idx="3">
            <a:schemeClr val="accent4"/>
          </a:lnRef>
          <a:fillRef idx="0">
            <a:schemeClr val="accent4"/>
          </a:fillRef>
          <a:effectRef idx="2">
            <a:schemeClr val="accent4"/>
          </a:effectRef>
          <a:fontRef idx="minor">
            <a:schemeClr val="tx1"/>
          </a:fontRef>
        </p:style>
      </p:cxnSp>
      <p:sp>
        <p:nvSpPr>
          <p:cNvPr id="47" name="菱形 46"/>
          <p:cNvSpPr/>
          <p:nvPr/>
        </p:nvSpPr>
        <p:spPr>
          <a:xfrm>
            <a:off x="3377009" y="3696615"/>
            <a:ext cx="3336290" cy="805815"/>
          </a:xfrm>
          <a:prstGeom prst="diamond">
            <a:avLst/>
          </a:prstGeom>
          <a:solidFill>
            <a:srgbClr val="5695A0">
              <a:alpha val="66000"/>
            </a:srgbClr>
          </a:solidFill>
          <a:ln>
            <a:solidFill>
              <a:srgbClr val="5695A0"/>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48" name="文本框 47"/>
          <p:cNvSpPr txBox="1"/>
          <p:nvPr/>
        </p:nvSpPr>
        <p:spPr>
          <a:xfrm>
            <a:off x="269876" y="3838996"/>
            <a:ext cx="2958068" cy="550722"/>
          </a:xfrm>
          <a:prstGeom prst="rect">
            <a:avLst/>
          </a:prstGeom>
          <a:noFill/>
        </p:spPr>
        <p:txBody>
          <a:bodyPr wrap="square" rtlCol="0">
            <a:noAutofit/>
          </a:bodyPr>
          <a:lstStyle/>
          <a:p>
            <a:pPr algn="r">
              <a:lnSpc>
                <a:spcPct val="140000"/>
              </a:lnSpc>
            </a:pPr>
            <a:r>
              <a:rPr lang="zh-CN" altLang="en-US" sz="2400" kern="100" dirty="0">
                <a:solidFill>
                  <a:srgbClr val="5695A0"/>
                </a:solidFill>
                <a:effectLst/>
                <a:latin typeface="微软雅黑" panose="020B0503020204020204" pitchFamily="34" charset="-122"/>
                <a:cs typeface="江城圆体 400W" panose="020B0500000000000000" pitchFamily="34" charset="-122"/>
              </a:rPr>
              <a:t>数据</a:t>
            </a:r>
            <a:r>
              <a:rPr lang="en-US" altLang="zh-CN" sz="2400" kern="100" dirty="0">
                <a:solidFill>
                  <a:srgbClr val="5695A0"/>
                </a:solidFill>
                <a:effectLst/>
                <a:latin typeface="微软雅黑" panose="020B0503020204020204" pitchFamily="34" charset="-122"/>
                <a:cs typeface="江城圆体 400W" panose="020B0500000000000000" pitchFamily="34" charset="-122"/>
              </a:rPr>
              <a:t>(Data)</a:t>
            </a:r>
            <a:endParaRPr lang="zh-CN" altLang="en-US" sz="2400" kern="100" dirty="0">
              <a:solidFill>
                <a:srgbClr val="5695A0"/>
              </a:solidFill>
              <a:effectLst/>
              <a:latin typeface="微软雅黑" panose="020B0503020204020204" pitchFamily="34" charset="-122"/>
              <a:cs typeface="江城圆体 400W" panose="020B0500000000000000" pitchFamily="34" charset="-122"/>
            </a:endParaRPr>
          </a:p>
        </p:txBody>
      </p:sp>
      <p:sp>
        <p:nvSpPr>
          <p:cNvPr id="49" name="菱形 48"/>
          <p:cNvSpPr/>
          <p:nvPr/>
        </p:nvSpPr>
        <p:spPr>
          <a:xfrm>
            <a:off x="3377644" y="3194965"/>
            <a:ext cx="3336290" cy="805815"/>
          </a:xfrm>
          <a:prstGeom prst="diamond">
            <a:avLst/>
          </a:prstGeom>
          <a:solidFill>
            <a:srgbClr val="3AA8A9">
              <a:alpha val="80000"/>
            </a:srgbClr>
          </a:solidFill>
          <a:ln>
            <a:solidFill>
              <a:srgbClr val="3AA8A9"/>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50" name="文本框 49"/>
          <p:cNvSpPr txBox="1"/>
          <p:nvPr/>
        </p:nvSpPr>
        <p:spPr>
          <a:xfrm>
            <a:off x="898128" y="3252891"/>
            <a:ext cx="2329180" cy="540385"/>
          </a:xfrm>
          <a:prstGeom prst="rect">
            <a:avLst/>
          </a:prstGeom>
          <a:noFill/>
        </p:spPr>
        <p:txBody>
          <a:bodyPr wrap="square" rtlCol="0">
            <a:noAutofit/>
          </a:bodyPr>
          <a:lstStyle/>
          <a:p>
            <a:pPr algn="r">
              <a:lnSpc>
                <a:spcPct val="140000"/>
              </a:lnSpc>
            </a:pPr>
            <a:r>
              <a:rPr lang="zh-CN" altLang="en-US" sz="2400" kern="100" dirty="0">
                <a:solidFill>
                  <a:srgbClr val="3AA8A9"/>
                </a:solidFill>
                <a:effectLst/>
                <a:latin typeface="微软雅黑" panose="020B0503020204020204" pitchFamily="34" charset="-122"/>
                <a:cs typeface="江城圆体 400W" panose="020B0500000000000000" pitchFamily="34" charset="-122"/>
              </a:rPr>
              <a:t>美学映射</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r>
              <a:rPr lang="en-US" altLang="zh-CN" sz="2400" kern="100" dirty="0" err="1">
                <a:solidFill>
                  <a:srgbClr val="3AA8A9"/>
                </a:solidFill>
                <a:effectLst/>
                <a:latin typeface="微软雅黑" panose="020B0503020204020204" pitchFamily="34" charset="-122"/>
                <a:cs typeface="江城圆体 400W" panose="020B0500000000000000" pitchFamily="34" charset="-122"/>
              </a:rPr>
              <a:t>Aes</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endParaRPr lang="zh-CN" altLang="en-US" sz="2400" kern="100" dirty="0">
              <a:solidFill>
                <a:srgbClr val="3AA8A9"/>
              </a:solidFill>
              <a:effectLst/>
              <a:latin typeface="微软雅黑" panose="020B0503020204020204" pitchFamily="34" charset="-122"/>
              <a:cs typeface="江城圆体 400W" panose="020B0500000000000000" pitchFamily="34" charset="-122"/>
            </a:endParaRPr>
          </a:p>
        </p:txBody>
      </p:sp>
      <p:sp>
        <p:nvSpPr>
          <p:cNvPr id="51" name="菱形 50"/>
          <p:cNvSpPr/>
          <p:nvPr/>
        </p:nvSpPr>
        <p:spPr>
          <a:xfrm>
            <a:off x="3363039" y="2725065"/>
            <a:ext cx="3336290" cy="805815"/>
          </a:xfrm>
          <a:prstGeom prst="diamond">
            <a:avLst/>
          </a:prstGeom>
          <a:solidFill>
            <a:srgbClr val="A8DAC8">
              <a:alpha val="80000"/>
            </a:srgbClr>
          </a:solidFill>
          <a:ln>
            <a:solidFill>
              <a:srgbClr val="A8DAC8"/>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52" name="文本框 51"/>
          <p:cNvSpPr txBox="1"/>
          <p:nvPr/>
        </p:nvSpPr>
        <p:spPr>
          <a:xfrm>
            <a:off x="117475" y="2689646"/>
            <a:ext cx="3109833" cy="540385"/>
          </a:xfrm>
          <a:prstGeom prst="rect">
            <a:avLst/>
          </a:prstGeom>
          <a:noFill/>
        </p:spPr>
        <p:txBody>
          <a:bodyPr wrap="square" rtlCol="0">
            <a:noAutofit/>
          </a:bodyPr>
          <a:lstStyle/>
          <a:p>
            <a:pPr algn="r">
              <a:lnSpc>
                <a:spcPct val="140000"/>
              </a:lnSpc>
            </a:pPr>
            <a:r>
              <a:rPr lang="zh-CN" altLang="en-US" sz="2400" kern="100" dirty="0">
                <a:solidFill>
                  <a:srgbClr val="A8DAC8"/>
                </a:solidFill>
                <a:effectLst/>
                <a:latin typeface="微软雅黑" panose="020B0503020204020204" pitchFamily="34" charset="-122"/>
                <a:cs typeface="江城圆体 400W" panose="020B0500000000000000" pitchFamily="34" charset="-122"/>
              </a:rPr>
              <a:t>几何对象</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r>
              <a:rPr lang="en-US" altLang="zh-CN" sz="2400" kern="100" dirty="0" err="1">
                <a:solidFill>
                  <a:srgbClr val="A8DAC8"/>
                </a:solidFill>
                <a:effectLst/>
                <a:latin typeface="微软雅黑" panose="020B0503020204020204" pitchFamily="34" charset="-122"/>
                <a:cs typeface="江城圆体 400W" panose="020B0500000000000000" pitchFamily="34" charset="-122"/>
              </a:rPr>
              <a:t>Geom</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endParaRPr lang="zh-CN" altLang="en-US" sz="2400" kern="100" dirty="0">
              <a:solidFill>
                <a:srgbClr val="A8DAC8"/>
              </a:solidFill>
              <a:effectLst/>
              <a:latin typeface="微软雅黑" panose="020B0503020204020204" pitchFamily="34" charset="-122"/>
              <a:cs typeface="江城圆体 400W" panose="020B0500000000000000" pitchFamily="34" charset="-122"/>
            </a:endParaRPr>
          </a:p>
        </p:txBody>
      </p:sp>
      <p:sp>
        <p:nvSpPr>
          <p:cNvPr id="53" name="菱形 52"/>
          <p:cNvSpPr/>
          <p:nvPr/>
        </p:nvSpPr>
        <p:spPr>
          <a:xfrm>
            <a:off x="3377644" y="2206905"/>
            <a:ext cx="3336290" cy="805815"/>
          </a:xfrm>
          <a:prstGeom prst="diamond">
            <a:avLst/>
          </a:prstGeom>
          <a:solidFill>
            <a:srgbClr val="DFD8C3"/>
          </a:solidFill>
          <a:ln>
            <a:solidFill>
              <a:srgbClr val="DFD8C3"/>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rgbClr val="DFD8C3"/>
              </a:solidFill>
              <a:latin typeface="Arial" panose="020B0604020202090204" pitchFamily="34" charset="0"/>
              <a:ea typeface="微软雅黑" panose="020B0503020204020204" pitchFamily="34" charset="-122"/>
            </a:endParaRPr>
          </a:p>
        </p:txBody>
      </p:sp>
      <p:sp>
        <p:nvSpPr>
          <p:cNvPr id="54" name="文本框 53"/>
          <p:cNvSpPr txBox="1"/>
          <p:nvPr/>
        </p:nvSpPr>
        <p:spPr>
          <a:xfrm>
            <a:off x="1130538" y="2233716"/>
            <a:ext cx="2111375" cy="540385"/>
          </a:xfrm>
          <a:prstGeom prst="rect">
            <a:avLst/>
          </a:prstGeom>
          <a:noFill/>
        </p:spPr>
        <p:txBody>
          <a:bodyPr wrap="square" rtlCol="0">
            <a:noAutofit/>
          </a:bodyPr>
          <a:lstStyle/>
          <a:p>
            <a:pPr algn="r">
              <a:lnSpc>
                <a:spcPct val="140000"/>
              </a:lnSpc>
            </a:pPr>
            <a:r>
              <a:rPr lang="zh-CN" altLang="en-US" sz="2400" kern="100" dirty="0">
                <a:solidFill>
                  <a:srgbClr val="D8D0B7"/>
                </a:solidFill>
                <a:effectLst/>
                <a:latin typeface="微软雅黑" panose="020B0503020204020204" pitchFamily="34" charset="-122"/>
                <a:cs typeface="江城圆体 400W" panose="020B0500000000000000" pitchFamily="34" charset="-122"/>
              </a:rPr>
              <a:t>分面</a:t>
            </a:r>
            <a:r>
              <a:rPr lang="en-US" altLang="zh-CN" sz="2400" kern="100" dirty="0">
                <a:solidFill>
                  <a:srgbClr val="D8D0B7"/>
                </a:solidFill>
                <a:effectLst/>
                <a:latin typeface="微软雅黑" panose="020B0503020204020204" pitchFamily="34" charset="-122"/>
                <a:cs typeface="江城圆体 400W" panose="020B0500000000000000" pitchFamily="34" charset="-122"/>
              </a:rPr>
              <a:t>(Facets)</a:t>
            </a:r>
            <a:endParaRPr lang="zh-CN" altLang="en-US" sz="2400" kern="100" dirty="0">
              <a:solidFill>
                <a:srgbClr val="D8D0B7"/>
              </a:solidFill>
              <a:effectLst/>
              <a:latin typeface="微软雅黑" panose="020B0503020204020204" pitchFamily="34" charset="-122"/>
              <a:cs typeface="江城圆体 400W" panose="020B0500000000000000" pitchFamily="34" charset="-122"/>
            </a:endParaRPr>
          </a:p>
        </p:txBody>
      </p:sp>
      <p:sp>
        <p:nvSpPr>
          <p:cNvPr id="55" name="菱形 54"/>
          <p:cNvSpPr/>
          <p:nvPr/>
        </p:nvSpPr>
        <p:spPr>
          <a:xfrm>
            <a:off x="3352879" y="1752880"/>
            <a:ext cx="3336290" cy="805815"/>
          </a:xfrm>
          <a:prstGeom prst="diamond">
            <a:avLst/>
          </a:prstGeom>
          <a:solidFill>
            <a:srgbClr val="F0AE31"/>
          </a:solidFill>
          <a:ln>
            <a:solidFill>
              <a:srgbClr val="F0AE31"/>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56" name="文本框 55"/>
          <p:cNvSpPr txBox="1"/>
          <p:nvPr/>
        </p:nvSpPr>
        <p:spPr>
          <a:xfrm>
            <a:off x="803275" y="1779691"/>
            <a:ext cx="2413873" cy="540385"/>
          </a:xfrm>
          <a:prstGeom prst="rect">
            <a:avLst/>
          </a:prstGeom>
          <a:noFill/>
        </p:spPr>
        <p:txBody>
          <a:bodyPr wrap="square" rtlCol="0">
            <a:noAutofit/>
          </a:bodyPr>
          <a:lstStyle/>
          <a:p>
            <a:pPr algn="r">
              <a:lnSpc>
                <a:spcPct val="140000"/>
              </a:lnSpc>
            </a:pPr>
            <a:r>
              <a:rPr lang="zh-CN" altLang="en-US" sz="2400" kern="100" dirty="0">
                <a:solidFill>
                  <a:srgbClr val="F0AE31"/>
                </a:solidFill>
                <a:effectLst/>
                <a:latin typeface="微软雅黑" panose="020B0503020204020204" pitchFamily="34" charset="-122"/>
                <a:cs typeface="江城圆体 400W" panose="020B0500000000000000" pitchFamily="34" charset="-122"/>
              </a:rPr>
              <a:t>统计</a:t>
            </a:r>
            <a:r>
              <a:rPr lang="en-US" altLang="zh-CN" sz="2400" kern="100" dirty="0">
                <a:solidFill>
                  <a:srgbClr val="F0AE31"/>
                </a:solidFill>
                <a:effectLst/>
                <a:latin typeface="微软雅黑" panose="020B0503020204020204" pitchFamily="34" charset="-122"/>
                <a:cs typeface="江城圆体 400W" panose="020B0500000000000000" pitchFamily="34" charset="-122"/>
              </a:rPr>
              <a:t>(Statistics)</a:t>
            </a:r>
            <a:endParaRPr lang="zh-CN" altLang="en-US" sz="2400" kern="100" dirty="0">
              <a:solidFill>
                <a:srgbClr val="F0AE31"/>
              </a:solidFill>
              <a:effectLst/>
              <a:latin typeface="微软雅黑" panose="020B0503020204020204" pitchFamily="34" charset="-122"/>
              <a:cs typeface="江城圆体 400W" panose="020B0500000000000000" pitchFamily="34" charset="-122"/>
            </a:endParaRPr>
          </a:p>
        </p:txBody>
      </p:sp>
      <p:sp>
        <p:nvSpPr>
          <p:cNvPr id="9" name="文本框 8"/>
          <p:cNvSpPr txBox="1"/>
          <p:nvPr/>
        </p:nvSpPr>
        <p:spPr>
          <a:xfrm>
            <a:off x="8001000" y="990600"/>
            <a:ext cx="6806565" cy="927735"/>
          </a:xfrm>
          <a:prstGeom prst="rect">
            <a:avLst/>
          </a:prstGeom>
          <a:noFill/>
        </p:spPr>
        <p:txBody>
          <a:bodyPr wrap="square" rtlCol="0">
            <a:noAutofit/>
          </a:bodyPr>
          <a:p>
            <a:r>
              <a:rPr lang="zh-CN" altLang="en-US" sz="2800" dirty="0">
                <a:solidFill>
                  <a:srgbClr val="618CAC"/>
                </a:solidFill>
              </a:rPr>
              <a:t>如何将直角坐标系变为极坐标系</a:t>
            </a:r>
            <a:r>
              <a:rPr lang="en-US" altLang="zh-CN" sz="2800" dirty="0">
                <a:solidFill>
                  <a:srgbClr val="618CAC"/>
                </a:solidFill>
              </a:rPr>
              <a:t>？</a:t>
            </a:r>
            <a:endParaRPr lang="en-US" altLang="zh-CN" sz="2800" dirty="0">
              <a:solidFill>
                <a:srgbClr val="618CAC"/>
              </a:solidFill>
            </a:endParaRPr>
          </a:p>
        </p:txBody>
      </p:sp>
      <p:sp>
        <p:nvSpPr>
          <p:cNvPr id="2" name="文本框 1"/>
          <p:cNvSpPr txBox="1"/>
          <p:nvPr/>
        </p:nvSpPr>
        <p:spPr>
          <a:xfrm>
            <a:off x="685800" y="6705600"/>
            <a:ext cx="6583680" cy="935355"/>
          </a:xfrm>
          <a:prstGeom prst="rect">
            <a:avLst/>
          </a:prstGeom>
        </p:spPr>
        <p:txBody>
          <a:bodyPr>
            <a:noAutofit/>
          </a:bodyPr>
          <a:p>
            <a:pPr indent="0" fontAlgn="auto">
              <a:lnSpc>
                <a:spcPct val="150000"/>
              </a:lnSpc>
            </a:pPr>
            <a:r>
              <a:rPr lang="zh-CN" altLang="en-US" sz="2800" dirty="0">
                <a:solidFill>
                  <a:srgbClr val="618CAC"/>
                </a:solidFill>
              </a:rPr>
              <a:t>对原始数据进行统计变换，然后将变换后的结果传递给几何对象进行可视化</a:t>
            </a:r>
            <a:endParaRPr lang="zh-CN" altLang="en-US" sz="2800" dirty="0">
              <a:solidFill>
                <a:srgbClr val="618CA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2" presetClass="entr" presetSubtype="1"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 calcmode="lin" valueType="num">
                                      <p:cBhvr additive="base">
                                        <p:cTn id="10" dur="500" fill="hold"/>
                                        <p:tgtEl>
                                          <p:spTgt spid="55"/>
                                        </p:tgtEl>
                                        <p:attrNameLst>
                                          <p:attrName>ppt_x</p:attrName>
                                        </p:attrNameLst>
                                      </p:cBhvr>
                                      <p:tavLst>
                                        <p:tav tm="0">
                                          <p:val>
                                            <p:strVal val="#ppt_x"/>
                                          </p:val>
                                        </p:tav>
                                        <p:tav tm="100000">
                                          <p:val>
                                            <p:strVal val="#ppt_x"/>
                                          </p:val>
                                        </p:tav>
                                      </p:tavLst>
                                    </p:anim>
                                    <p:anim calcmode="lin" valueType="num">
                                      <p:cBhvr additive="base">
                                        <p:cTn id="11" dur="500" fill="hold"/>
                                        <p:tgtEl>
                                          <p:spTgt spid="55"/>
                                        </p:tgtEl>
                                        <p:attrNameLst>
                                          <p:attrName>ppt_y</p:attrName>
                                        </p:attrNameLst>
                                      </p:cBhvr>
                                      <p:tavLst>
                                        <p:tav tm="0">
                                          <p:val>
                                            <p:strVal val="0-#ppt_h/2"/>
                                          </p:val>
                                        </p:tav>
                                        <p:tav tm="100000">
                                          <p:val>
                                            <p:strVal val="#ppt_y"/>
                                          </p:val>
                                        </p:tav>
                                      </p:tavLst>
                                    </p:anim>
                                  </p:childTnLst>
                                </p:cTn>
                              </p:par>
                              <p:par>
                                <p:cTn id="12" presetID="2" presetClass="entr" presetSubtype="1" fill="hold" grpId="0" nodeType="withEffect">
                                  <p:stCondLst>
                                    <p:cond delay="0"/>
                                  </p:stCondLst>
                                  <p:childTnLst>
                                    <p:set>
                                      <p:cBhvr>
                                        <p:cTn id="13" dur="1" fill="hold">
                                          <p:stCondLst>
                                            <p:cond delay="0"/>
                                          </p:stCondLst>
                                        </p:cTn>
                                        <p:tgtEl>
                                          <p:spTgt spid="56"/>
                                        </p:tgtEl>
                                        <p:attrNameLst>
                                          <p:attrName>style.visibility</p:attrName>
                                        </p:attrNameLst>
                                      </p:cBhvr>
                                      <p:to>
                                        <p:strVal val="visible"/>
                                      </p:to>
                                    </p:set>
                                    <p:anim calcmode="lin" valueType="num">
                                      <p:cBhvr additive="base">
                                        <p:cTn id="14" dur="500" fill="hold"/>
                                        <p:tgtEl>
                                          <p:spTgt spid="56"/>
                                        </p:tgtEl>
                                        <p:attrNameLst>
                                          <p:attrName>ppt_x</p:attrName>
                                        </p:attrNameLst>
                                      </p:cBhvr>
                                      <p:tavLst>
                                        <p:tav tm="0">
                                          <p:val>
                                            <p:strVal val="#ppt_x"/>
                                          </p:val>
                                        </p:tav>
                                        <p:tav tm="100000">
                                          <p:val>
                                            <p:strVal val="#ppt_x"/>
                                          </p:val>
                                        </p:tav>
                                      </p:tavLst>
                                    </p:anim>
                                    <p:anim calcmode="lin" valueType="num">
                                      <p:cBhvr additive="base">
                                        <p:cTn id="15" dur="500" fill="hold"/>
                                        <p:tgtEl>
                                          <p:spTgt spid="56"/>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6" grpId="1" animBg="1"/>
      <p:bldP spid="55" grpId="0" bldLvl="0" animBg="1"/>
      <p:bldP spid="56" grpId="0"/>
      <p:bldP spid="9" grpId="0"/>
      <p:bldP spid="9"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06 </a:t>
            </a:r>
            <a:r>
              <a:rPr lang="zh-CN" altLang="en-US"/>
              <a:t>调整坐标系</a:t>
            </a:r>
            <a:endParaRPr lang="zh-CN" altLang="en-US"/>
          </a:p>
        </p:txBody>
      </p:sp>
      <p:pic>
        <p:nvPicPr>
          <p:cNvPr id="27" name="Picture 1" descr="01-ggplot2-7_files/figure-pptx/unnamed-chunk-14-1.png"/>
          <p:cNvPicPr>
            <a:picLocks noGrp="1" noChangeAspect="1"/>
          </p:cNvPicPr>
          <p:nvPr/>
        </p:nvPicPr>
        <p:blipFill>
          <a:blip r:embed="rId1"/>
          <a:stretch>
            <a:fillRect/>
          </a:stretch>
        </p:blipFill>
        <p:spPr bwMode="auto">
          <a:xfrm>
            <a:off x="7239000" y="1295373"/>
            <a:ext cx="7049770" cy="5644661"/>
          </a:xfrm>
          <a:prstGeom prst="rect">
            <a:avLst/>
          </a:prstGeom>
          <a:noFill/>
          <a:ln w="9525">
            <a:noFill/>
          </a:ln>
        </p:spPr>
      </p:pic>
      <p:sp>
        <p:nvSpPr>
          <p:cNvPr id="30" name="rect 102"/>
          <p:cNvSpPr/>
          <p:nvPr/>
        </p:nvSpPr>
        <p:spPr>
          <a:xfrm>
            <a:off x="358775" y="4922520"/>
            <a:ext cx="6286500" cy="1464945"/>
          </a:xfrm>
          <a:prstGeom prst="rect">
            <a:avLst/>
          </a:prstGeom>
          <a:solidFill>
            <a:srgbClr val="0A0E14">
              <a:alpha val="100000"/>
            </a:srgbClr>
          </a:solidFill>
          <a:ln w="0" cap="flat">
            <a:noFill/>
            <a:prstDash val="solid"/>
            <a:miter lim="0"/>
          </a:ln>
        </p:spPr>
        <p:txBody>
          <a:bodyPr rtlCol="0"/>
          <a:lstStyle/>
          <a:p>
            <a:pPr algn="ctr"/>
            <a:endParaRPr lang="zh-CN" altLang="en-US"/>
          </a:p>
        </p:txBody>
      </p:sp>
      <p:sp>
        <p:nvSpPr>
          <p:cNvPr id="31" name="textbox 106"/>
          <p:cNvSpPr/>
          <p:nvPr/>
        </p:nvSpPr>
        <p:spPr>
          <a:xfrm>
            <a:off x="368745" y="5013677"/>
            <a:ext cx="6756194" cy="1380490"/>
          </a:xfrm>
          <a:prstGeom prst="rect">
            <a:avLst/>
          </a:prstGeom>
          <a:noFill/>
          <a:ln w="0" cap="flat">
            <a:noFill/>
            <a:prstDash val="solid"/>
            <a:miter lim="0"/>
          </a:ln>
        </p:spPr>
        <p:txBody>
          <a:bodyPr vert="horz" wrap="square" lIns="0" tIns="0" rIns="0" bIns="0"/>
          <a:lstStyle/>
          <a:p>
            <a:pPr algn="l" rtl="0" eaLnBrk="0">
              <a:lnSpc>
                <a:spcPct val="97000"/>
              </a:lnSpc>
            </a:pPr>
            <a:endParaRPr sz="100" dirty="0">
              <a:latin typeface="Arial" panose="020B0604020202090204"/>
              <a:ea typeface="Arial" panose="020B0604020202090204"/>
              <a:cs typeface="Arial" panose="020B0604020202090204"/>
            </a:endParaRPr>
          </a:p>
          <a:p>
            <a:pPr marL="264795" indent="-252095" algn="l" rtl="0" eaLnBrk="0">
              <a:lnSpc>
                <a:spcPct val="113000"/>
              </a:lnSpc>
            </a:pPr>
            <a:r>
              <a:rPr sz="1600" kern="0" spc="0" dirty="0">
                <a:solidFill>
                  <a:srgbClr val="FFB454">
                    <a:alpha val="100000"/>
                  </a:srgbClr>
                </a:solidFill>
                <a:latin typeface="Menlo" panose="020B0609030804020204"/>
                <a:ea typeface="Menlo" panose="020B0609030804020204"/>
                <a:cs typeface="Menlo" panose="020B0609030804020204"/>
              </a:rPr>
              <a:t>ggplot</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B3B1AD">
                    <a:alpha val="100000"/>
                  </a:srgbClr>
                </a:solidFill>
                <a:latin typeface="Menlo" panose="020B0609030804020204"/>
                <a:ea typeface="Menlo" panose="020B0609030804020204"/>
                <a:cs typeface="Menlo" panose="020B0609030804020204"/>
              </a:rPr>
              <a:t>nightingale</a:t>
            </a:r>
            <a:r>
              <a:rPr sz="1600" kern="0" spc="30" dirty="0">
                <a:solidFill>
                  <a:srgbClr val="B3B1AD">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aes</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30" dirty="0">
                <a:solidFill>
                  <a:srgbClr val="59C2FF">
                    <a:alpha val="100000"/>
                  </a:srgbClr>
                </a:solidFill>
                <a:latin typeface="Menlo" panose="020B0609030804020204"/>
                <a:ea typeface="Menlo" panose="020B0609030804020204"/>
                <a:cs typeface="Menlo" panose="020B0609030804020204"/>
              </a:rPr>
              <a:t>x = </a:t>
            </a:r>
            <a:r>
              <a:rPr sz="1600" kern="0" spc="3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27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30" dirty="0">
                <a:solidFill>
                  <a:srgbClr val="B3B1AD">
                    <a:alpha val="100000"/>
                  </a:srgbClr>
                </a:solidFill>
                <a:latin typeface="Menlo" panose="020B0609030804020204"/>
                <a:ea typeface="Menlo" panose="020B0609030804020204"/>
                <a:cs typeface="Menlo" panose="020B0609030804020204"/>
              </a:rPr>
              <a:t>, </a:t>
            </a:r>
            <a:r>
              <a:rPr sz="1600" kern="0" spc="30" dirty="0">
                <a:solidFill>
                  <a:srgbClr val="59C2FF">
                    <a:alpha val="100000"/>
                  </a:srgbClr>
                </a:solidFill>
                <a:latin typeface="Menlo" panose="020B0609030804020204"/>
                <a:ea typeface="Menlo" panose="020B0609030804020204"/>
                <a:cs typeface="Menlo" panose="020B0609030804020204"/>
              </a:rPr>
              <a:t>y</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59C2FF">
                    <a:alpha val="100000"/>
                  </a:srgbClr>
                </a:solidFill>
                <a:latin typeface="Menlo" panose="020B0609030804020204"/>
                <a:ea typeface="Menlo" panose="020B0609030804020204"/>
                <a:cs typeface="Menlo" panose="020B0609030804020204"/>
              </a:rPr>
              <a:t>=</a:t>
            </a:r>
            <a:r>
              <a:rPr sz="1600" kern="0" spc="9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B3B1AD">
                    <a:alpha val="100000"/>
                  </a:srgbClr>
                </a:solidFill>
                <a:latin typeface="PingFang SC" panose="020B0400000000000000" charset="-122"/>
                <a:ea typeface="PingFang SC" panose="020B0400000000000000" charset="-122"/>
                <a:cs typeface="PingFang SC" panose="020B0400000000000000" charset="-122"/>
              </a:rPr>
              <a:t>总死亡⼈数</a:t>
            </a:r>
            <a:r>
              <a:rPr sz="1600" kern="0" spc="-27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2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fill</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20" dirty="0">
                <a:solidFill>
                  <a:srgbClr val="59C2FF">
                    <a:alpha val="100000"/>
                  </a:srgbClr>
                </a:solidFill>
                <a:latin typeface="Menlo" panose="020B0609030804020204"/>
                <a:ea typeface="Menlo" panose="020B0609030804020204"/>
                <a:cs typeface="Menlo" panose="020B0609030804020204"/>
              </a:rPr>
              <a:t>=</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20" dirty="0">
                <a:solidFill>
                  <a:srgbClr val="B3B1AD">
                    <a:alpha val="100000"/>
                  </a:srgbClr>
                </a:solidFill>
                <a:latin typeface="PingFang SC" panose="020B0400000000000000" charset="-122"/>
                <a:ea typeface="PingFang SC" panose="020B0400000000000000" charset="-122"/>
                <a:cs typeface="PingFang SC" panose="020B0400000000000000" charset="-122"/>
              </a:rPr>
              <a:t>死亡</a:t>
            </a:r>
            <a:r>
              <a:rPr sz="1600" kern="0" spc="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0" dirty="0">
                <a:solidFill>
                  <a:srgbClr val="FFB454">
                    <a:alpha val="100000"/>
                  </a:srgbClr>
                </a:solidFill>
                <a:latin typeface="Menlo" panose="020B0609030804020204"/>
                <a:ea typeface="Menlo" panose="020B0609030804020204"/>
                <a:cs typeface="Menlo" panose="020B0609030804020204"/>
              </a:rPr>
              <a:t>geom</a:t>
            </a:r>
            <a:r>
              <a:rPr sz="1600" kern="0" spc="3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col</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width</a:t>
            </a:r>
            <a:r>
              <a:rPr sz="1600" kern="0" spc="30" dirty="0">
                <a:solidFill>
                  <a:srgbClr val="59C2FF">
                    <a:alpha val="100000"/>
                  </a:srgbClr>
                </a:solidFill>
                <a:latin typeface="Menlo" panose="020B0609030804020204"/>
                <a:ea typeface="Menlo" panose="020B0609030804020204"/>
                <a:cs typeface="Menlo" panose="020B0609030804020204"/>
              </a:rPr>
              <a:t> =</a:t>
            </a:r>
            <a:r>
              <a:rPr sz="1600" kern="0" spc="21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E6B450">
                    <a:alpha val="100000"/>
                  </a:srgbClr>
                </a:solidFill>
                <a:latin typeface="Menlo" panose="020B0609030804020204"/>
                <a:ea typeface="Menlo" panose="020B0609030804020204"/>
                <a:cs typeface="Menlo" panose="020B0609030804020204"/>
              </a:rPr>
              <a:t>1</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120" dirty="0">
                <a:solidFill>
                  <a:srgbClr val="B3B1AD">
                    <a:alpha val="100000"/>
                  </a:srgbClr>
                </a:solidFill>
                <a:latin typeface="Menlo" panose="020B0609030804020204"/>
                <a:ea typeface="Menlo" panose="020B0609030804020204"/>
                <a:cs typeface="Menlo" panose="020B0609030804020204"/>
              </a:rPr>
              <a:t> </a:t>
            </a:r>
            <a:r>
              <a:rPr sz="1600" kern="0" spc="3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272415" algn="l" rtl="0" eaLnBrk="0">
              <a:lnSpc>
                <a:spcPts val="2175"/>
              </a:lnSpc>
            </a:pPr>
            <a:r>
              <a:rPr sz="1600" kern="0" spc="0" dirty="0">
                <a:solidFill>
                  <a:srgbClr val="FFB454">
                    <a:alpha val="100000"/>
                  </a:srgbClr>
                </a:solidFill>
                <a:latin typeface="Menlo" panose="020B0609030804020204"/>
                <a:ea typeface="Menlo" panose="020B0609030804020204"/>
                <a:cs typeface="Menlo" panose="020B0609030804020204"/>
              </a:rPr>
              <a:t>facet</a:t>
            </a:r>
            <a:r>
              <a:rPr sz="1600" kern="0" spc="4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wrap</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95E6CB">
                    <a:alpha val="100000"/>
                  </a:srgbClr>
                </a:solidFill>
                <a:latin typeface="Menlo" panose="020B0609030804020204"/>
                <a:ea typeface="Menlo" panose="020B0609030804020204"/>
                <a:cs typeface="Menlo" panose="020B0609030804020204"/>
              </a:rPr>
              <a:t>~</a:t>
            </a:r>
            <a:r>
              <a:rPr sz="1600" kern="0" spc="40" dirty="0">
                <a:solidFill>
                  <a:srgbClr val="B3B1AD">
                    <a:alpha val="100000"/>
                  </a:srgbClr>
                </a:solidFill>
                <a:latin typeface="PingFang SC" panose="020B0400000000000000" charset="-122"/>
                <a:ea typeface="PingFang SC" panose="020B0400000000000000" charset="-122"/>
                <a:cs typeface="PingFang SC" panose="020B0400000000000000" charset="-122"/>
              </a:rPr>
              <a:t>时期</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272415" algn="l" rtl="0" eaLnBrk="0">
              <a:lnSpc>
                <a:spcPts val="2255"/>
              </a:lnSpc>
            </a:pPr>
            <a:r>
              <a:rPr sz="1600" kern="0" spc="0" dirty="0">
                <a:solidFill>
                  <a:srgbClr val="FFB454">
                    <a:alpha val="100000"/>
                  </a:srgbClr>
                </a:solidFill>
                <a:latin typeface="Menlo" panose="020B0609030804020204"/>
                <a:ea typeface="Menlo" panose="020B0609030804020204"/>
                <a:cs typeface="Menlo" panose="020B0609030804020204"/>
              </a:rPr>
              <a:t>coord</a:t>
            </a:r>
            <a:r>
              <a:rPr sz="1600" kern="0" spc="7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polar</a:t>
            </a:r>
            <a:r>
              <a:rPr sz="1600" kern="0" spc="7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clip</a:t>
            </a:r>
            <a:r>
              <a:rPr sz="1600" kern="0" spc="70" dirty="0">
                <a:solidFill>
                  <a:srgbClr val="59C2FF">
                    <a:alpha val="100000"/>
                  </a:srgbClr>
                </a:solidFill>
                <a:latin typeface="Menlo" panose="020B0609030804020204"/>
                <a:ea typeface="Menlo" panose="020B0609030804020204"/>
                <a:cs typeface="Menlo" panose="020B0609030804020204"/>
              </a:rPr>
              <a:t> = </a:t>
            </a:r>
            <a:r>
              <a:rPr sz="1600" kern="0" spc="70" dirty="0">
                <a:solidFill>
                  <a:srgbClr val="C2D94C">
                    <a:alpha val="100000"/>
                  </a:srgbClr>
                </a:solidFill>
                <a:latin typeface="Menlo" panose="020B0609030804020204"/>
                <a:ea typeface="Menlo" panose="020B0609030804020204"/>
                <a:cs typeface="Menlo" panose="020B0609030804020204"/>
              </a:rPr>
              <a:t>"</a:t>
            </a:r>
            <a:r>
              <a:rPr sz="1600" kern="0" spc="0" dirty="0">
                <a:solidFill>
                  <a:srgbClr val="C2D94C">
                    <a:alpha val="100000"/>
                  </a:srgbClr>
                </a:solidFill>
                <a:latin typeface="Menlo" panose="020B0609030804020204"/>
                <a:ea typeface="Menlo" panose="020B0609030804020204"/>
                <a:cs typeface="Menlo" panose="020B0609030804020204"/>
              </a:rPr>
              <a:t>off</a:t>
            </a:r>
            <a:r>
              <a:rPr sz="1600" kern="0" spc="70" dirty="0">
                <a:solidFill>
                  <a:srgbClr val="C2D94C">
                    <a:alpha val="100000"/>
                  </a:srgbClr>
                </a:solidFill>
                <a:latin typeface="Menlo" panose="020B0609030804020204"/>
                <a:ea typeface="Menlo" panose="020B0609030804020204"/>
                <a:cs typeface="Menlo" panose="020B0609030804020204"/>
              </a:rPr>
              <a:t>"</a:t>
            </a:r>
            <a:r>
              <a:rPr sz="1600" kern="0" spc="7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start</a:t>
            </a:r>
            <a:r>
              <a:rPr sz="1600" kern="0" spc="90" dirty="0">
                <a:solidFill>
                  <a:srgbClr val="59C2FF">
                    <a:alpha val="100000"/>
                  </a:srgbClr>
                </a:solidFill>
                <a:latin typeface="Menlo" panose="020B0609030804020204"/>
                <a:ea typeface="Menlo" panose="020B0609030804020204"/>
                <a:cs typeface="Menlo" panose="020B0609030804020204"/>
              </a:rPr>
              <a:t> </a:t>
            </a:r>
            <a:r>
              <a:rPr sz="1600" kern="0" spc="70" dirty="0">
                <a:solidFill>
                  <a:srgbClr val="59C2FF">
                    <a:alpha val="100000"/>
                  </a:srgbClr>
                </a:solidFill>
                <a:latin typeface="Menlo" panose="020B0609030804020204"/>
                <a:ea typeface="Menlo" panose="020B0609030804020204"/>
                <a:cs typeface="Menlo" panose="020B0609030804020204"/>
              </a:rPr>
              <a:t>=</a:t>
            </a:r>
            <a:r>
              <a:rPr sz="1600" kern="0" spc="200" dirty="0">
                <a:solidFill>
                  <a:srgbClr val="59C2FF">
                    <a:alpha val="100000"/>
                  </a:srgbClr>
                </a:solidFill>
                <a:latin typeface="Menlo" panose="020B0609030804020204"/>
                <a:ea typeface="Menlo" panose="020B0609030804020204"/>
                <a:cs typeface="Menlo" panose="020B0609030804020204"/>
              </a:rPr>
              <a:t> </a:t>
            </a:r>
            <a:r>
              <a:rPr sz="1600" kern="0" spc="60" dirty="0">
                <a:solidFill>
                  <a:srgbClr val="E6B450">
                    <a:alpha val="100000"/>
                  </a:srgbClr>
                </a:solidFill>
                <a:latin typeface="Menlo" panose="020B0609030804020204"/>
                <a:ea typeface="Menlo" panose="020B0609030804020204"/>
                <a:cs typeface="Menlo" panose="020B0609030804020204"/>
              </a:rPr>
              <a:t>15</a:t>
            </a:r>
            <a:r>
              <a:rPr sz="1600" kern="0" spc="60" dirty="0">
                <a:solidFill>
                  <a:srgbClr val="B3B1AD">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252730" algn="l" rtl="0" eaLnBrk="0">
              <a:lnSpc>
                <a:spcPct val="87000"/>
              </a:lnSpc>
              <a:spcBef>
                <a:spcPts val="110"/>
              </a:spcBef>
            </a:pPr>
            <a:r>
              <a:rPr sz="1600" i="1" kern="0" spc="-50" dirty="0">
                <a:solidFill>
                  <a:srgbClr val="626A73">
                    <a:alpha val="100000"/>
                  </a:srgbClr>
                </a:solidFill>
                <a:latin typeface="Menlo" panose="020B0609030804020204"/>
                <a:ea typeface="Menlo" panose="020B0609030804020204"/>
                <a:cs typeface="Menlo" panose="020B0609030804020204"/>
              </a:rPr>
              <a:t>#</a:t>
            </a:r>
            <a:r>
              <a:rPr sz="1600" i="1" kern="0" spc="270" dirty="0">
                <a:solidFill>
                  <a:srgbClr val="626A73">
                    <a:alpha val="100000"/>
                  </a:srgbClr>
                </a:solidFill>
                <a:latin typeface="Menlo" panose="020B0609030804020204"/>
                <a:ea typeface="Menlo" panose="020B0609030804020204"/>
                <a:cs typeface="Menlo" panose="020B0609030804020204"/>
              </a:rPr>
              <a:t> </a:t>
            </a:r>
            <a:r>
              <a:rPr sz="1700" i="1" kern="0" spc="-50" dirty="0">
                <a:solidFill>
                  <a:srgbClr val="626A73">
                    <a:alpha val="100000"/>
                  </a:srgbClr>
                </a:solidFill>
                <a:latin typeface="PingFang SC" panose="020B0400000000000000" charset="-122"/>
                <a:ea typeface="PingFang SC" panose="020B0400000000000000" charset="-122"/>
                <a:cs typeface="PingFang SC" panose="020B0400000000000000" charset="-122"/>
              </a:rPr>
              <a:t>将直角坐标系变为极坐标系</a:t>
            </a:r>
            <a:endParaRPr sz="1700" dirty="0">
              <a:latin typeface="PingFang SC" panose="020B0400000000000000" charset="-122"/>
              <a:ea typeface="PingFang SC" panose="020B0400000000000000" charset="-122"/>
              <a:cs typeface="PingFang SC" panose="020B0400000000000000" charset="-122"/>
            </a:endParaRPr>
          </a:p>
        </p:txBody>
      </p:sp>
      <p:sp>
        <p:nvSpPr>
          <p:cNvPr id="4" name="Text 1"/>
          <p:cNvSpPr/>
          <p:nvPr/>
        </p:nvSpPr>
        <p:spPr>
          <a:xfrm>
            <a:off x="332827" y="4593725"/>
            <a:ext cx="2170509" cy="271224"/>
          </a:xfrm>
          <a:prstGeom prst="rect">
            <a:avLst/>
          </a:prstGeom>
          <a:noFill/>
        </p:spPr>
        <p:txBody>
          <a:bodyPr wrap="none" lIns="0" tIns="0" rIns="0" bIns="0" rtlCol="0" anchor="t"/>
          <a:lstStyle/>
          <a:p>
            <a:pPr marL="0" indent="0" algn="l">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代码</a:t>
            </a:r>
            <a:endParaRPr lang="en-US" sz="1700" dirty="0"/>
          </a:p>
        </p:txBody>
      </p:sp>
      <p:sp>
        <p:nvSpPr>
          <p:cNvPr id="13" name="Text 9"/>
          <p:cNvSpPr/>
          <p:nvPr/>
        </p:nvSpPr>
        <p:spPr>
          <a:xfrm>
            <a:off x="9070891" y="5662455"/>
            <a:ext cx="2170509" cy="271224"/>
          </a:xfrm>
          <a:prstGeom prst="rect">
            <a:avLst/>
          </a:prstGeom>
          <a:noFill/>
        </p:spPr>
        <p:txBody>
          <a:bodyPr wrap="none" lIns="0" tIns="0" rIns="0" bIns="0" rtlCol="0" anchor="t"/>
          <a:lstStyle/>
          <a:p>
            <a:pPr marL="0" indent="0" algn="ctr">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结果展示</a:t>
            </a:r>
            <a:endParaRPr lang="en-US" sz="1700" dirty="0"/>
          </a:p>
        </p:txBody>
      </p:sp>
      <p:sp>
        <p:nvSpPr>
          <p:cNvPr id="26" name="圆角矩形 25"/>
          <p:cNvSpPr/>
          <p:nvPr/>
        </p:nvSpPr>
        <p:spPr>
          <a:xfrm>
            <a:off x="487680" y="5822315"/>
            <a:ext cx="4697730" cy="361950"/>
          </a:xfrm>
          <a:prstGeom prst="roundRect">
            <a:avLst/>
          </a:prstGeom>
          <a:noFill/>
          <a:ln w="57150">
            <a:solidFill>
              <a:srgbClr val="FDEDC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2" name="组合 11"/>
          <p:cNvGrpSpPr/>
          <p:nvPr/>
        </p:nvGrpSpPr>
        <p:grpSpPr>
          <a:xfrm>
            <a:off x="381000" y="7871460"/>
            <a:ext cx="6494780" cy="276860"/>
            <a:chOff x="240" y="12396"/>
            <a:chExt cx="10228" cy="436"/>
          </a:xfrm>
        </p:grpSpPr>
        <p:sp>
          <p:nvSpPr>
            <p:cNvPr id="11" name="Text 8"/>
            <p:cNvSpPr/>
            <p:nvPr/>
          </p:nvSpPr>
          <p:spPr>
            <a:xfrm>
              <a:off x="240" y="12396"/>
              <a:ext cx="10229" cy="437"/>
            </a:xfrm>
            <a:prstGeom prst="rect">
              <a:avLst/>
            </a:prstGeom>
            <a:noFill/>
          </p:spPr>
          <p:txBody>
            <a:bodyPr wrap="none" lIns="0" tIns="0" rIns="0" bIns="0" rtlCol="0" anchor="t"/>
            <a:lstStyle/>
            <a:p>
              <a:pPr marL="0" indent="0" algn="l">
                <a:lnSpc>
                  <a:spcPts val="2150"/>
                </a:lnSpc>
                <a:buNone/>
              </a:pPr>
              <a:r>
                <a:rPr lang="en-US" sz="1400" dirty="0" err="1">
                  <a:solidFill>
                    <a:srgbClr val="4C4C4C"/>
                  </a:solidFill>
                  <a:latin typeface="黑体" panose="02010600030101010101" pitchFamily="49" charset="-122"/>
                  <a:ea typeface="黑体" panose="02010600030101010101" pitchFamily="49" charset="-122"/>
                  <a:cs typeface="Noto Serif" pitchFamily="34" charset="-120"/>
                </a:rPr>
                <a:t>进度</a:t>
              </a:r>
              <a:r>
                <a:rPr lang="en-US" sz="1400" dirty="0">
                  <a:solidFill>
                    <a:srgbClr val="4C4C4C"/>
                  </a:solidFill>
                  <a:latin typeface="黑体" panose="02010600030101010101" pitchFamily="49" charset="-122"/>
                  <a:ea typeface="黑体" panose="02010600030101010101" pitchFamily="49" charset="-122"/>
                  <a:cs typeface="Noto Serif" pitchFamily="34" charset="-120"/>
                </a:rPr>
                <a:t>： 5/5</a:t>
              </a:r>
              <a:endParaRPr lang="en-US" sz="1400" dirty="0">
                <a:latin typeface="黑体" panose="02010600030101010101" pitchFamily="49" charset="-122"/>
                <a:ea typeface="黑体" panose="02010600030101010101" pitchFamily="49" charset="-122"/>
              </a:endParaRPr>
            </a:p>
          </p:txBody>
        </p:sp>
        <p:sp>
          <p:nvSpPr>
            <p:cNvPr id="54" name="Shape 6"/>
            <p:cNvSpPr/>
            <p:nvPr/>
          </p:nvSpPr>
          <p:spPr>
            <a:xfrm>
              <a:off x="960" y="12480"/>
              <a:ext cx="8064" cy="270"/>
            </a:xfrm>
            <a:prstGeom prst="rect">
              <a:avLst/>
            </a:prstGeom>
            <a:solidFill>
              <a:srgbClr val="CBD5E0"/>
            </a:solidFill>
          </p:spPr>
          <p:txBody>
            <a:bodyPr/>
            <a:lstStyle/>
            <a:p>
              <a:endParaRPr lang="zh-CN" altLang="en-US" dirty="0"/>
            </a:p>
          </p:txBody>
        </p:sp>
        <p:sp>
          <p:nvSpPr>
            <p:cNvPr id="55" name="Shape 7"/>
            <p:cNvSpPr/>
            <p:nvPr/>
          </p:nvSpPr>
          <p:spPr>
            <a:xfrm>
              <a:off x="960" y="12480"/>
              <a:ext cx="7404" cy="270"/>
            </a:xfrm>
            <a:prstGeom prst="rect">
              <a:avLst/>
            </a:prstGeom>
            <a:solidFill>
              <a:srgbClr val="4299E1"/>
            </a:solidFill>
          </p:spPr>
          <p:txBody>
            <a:bodyPr/>
            <a:lstStyle/>
            <a:p>
              <a:endParaRPr lang="zh-CN" altLang="en-US"/>
            </a:p>
          </p:txBody>
        </p:sp>
      </p:grpSp>
      <p:sp>
        <p:nvSpPr>
          <p:cNvPr id="56" name="菱形 55"/>
          <p:cNvSpPr/>
          <p:nvPr/>
        </p:nvSpPr>
        <p:spPr>
          <a:xfrm>
            <a:off x="3200050" y="3617953"/>
            <a:ext cx="3336290" cy="805815"/>
          </a:xfrm>
          <a:prstGeom prst="diamond">
            <a:avLst/>
          </a:prstGeom>
          <a:solidFill>
            <a:srgbClr val="5695A0">
              <a:alpha val="66000"/>
            </a:srgbClr>
          </a:solidFill>
          <a:ln>
            <a:solidFill>
              <a:srgbClr val="5695A0"/>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57" name="文本框 56"/>
          <p:cNvSpPr txBox="1"/>
          <p:nvPr/>
        </p:nvSpPr>
        <p:spPr>
          <a:xfrm>
            <a:off x="1298575" y="3760334"/>
            <a:ext cx="1752409" cy="527321"/>
          </a:xfrm>
          <a:prstGeom prst="rect">
            <a:avLst/>
          </a:prstGeom>
          <a:noFill/>
        </p:spPr>
        <p:txBody>
          <a:bodyPr wrap="square" rtlCol="0">
            <a:noAutofit/>
          </a:bodyPr>
          <a:lstStyle/>
          <a:p>
            <a:pPr algn="r">
              <a:lnSpc>
                <a:spcPct val="140000"/>
              </a:lnSpc>
            </a:pPr>
            <a:r>
              <a:rPr lang="zh-CN" altLang="en-US" sz="2400" kern="100" dirty="0">
                <a:solidFill>
                  <a:srgbClr val="5695A0"/>
                </a:solidFill>
                <a:effectLst/>
                <a:latin typeface="微软雅黑" panose="020B0503020204020204" pitchFamily="34" charset="-122"/>
                <a:cs typeface="江城圆体 400W" panose="020B0500000000000000" pitchFamily="34" charset="-122"/>
              </a:rPr>
              <a:t>数据</a:t>
            </a:r>
            <a:r>
              <a:rPr lang="en-US" altLang="zh-CN" sz="2400" kern="100" dirty="0">
                <a:solidFill>
                  <a:srgbClr val="5695A0"/>
                </a:solidFill>
                <a:effectLst/>
                <a:latin typeface="微软雅黑" panose="020B0503020204020204" pitchFamily="34" charset="-122"/>
                <a:cs typeface="江城圆体 400W" panose="020B0500000000000000" pitchFamily="34" charset="-122"/>
              </a:rPr>
              <a:t>(Data)</a:t>
            </a:r>
            <a:endParaRPr lang="zh-CN" altLang="en-US" sz="2400" kern="100" dirty="0">
              <a:solidFill>
                <a:srgbClr val="5695A0"/>
              </a:solidFill>
              <a:effectLst/>
              <a:latin typeface="微软雅黑" panose="020B0503020204020204" pitchFamily="34" charset="-122"/>
              <a:cs typeface="江城圆体 400W" panose="020B0500000000000000" pitchFamily="34" charset="-122"/>
            </a:endParaRPr>
          </a:p>
        </p:txBody>
      </p:sp>
      <p:sp>
        <p:nvSpPr>
          <p:cNvPr id="58" name="菱形 57"/>
          <p:cNvSpPr/>
          <p:nvPr/>
        </p:nvSpPr>
        <p:spPr>
          <a:xfrm>
            <a:off x="3200685" y="3116303"/>
            <a:ext cx="3336290" cy="805815"/>
          </a:xfrm>
          <a:prstGeom prst="diamond">
            <a:avLst/>
          </a:prstGeom>
          <a:solidFill>
            <a:srgbClr val="3AA8A9">
              <a:alpha val="80000"/>
            </a:srgbClr>
          </a:solidFill>
          <a:ln>
            <a:solidFill>
              <a:srgbClr val="3AA8A9"/>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59" name="文本框 58"/>
          <p:cNvSpPr txBox="1"/>
          <p:nvPr/>
        </p:nvSpPr>
        <p:spPr>
          <a:xfrm>
            <a:off x="721169" y="3174229"/>
            <a:ext cx="2329180" cy="540385"/>
          </a:xfrm>
          <a:prstGeom prst="rect">
            <a:avLst/>
          </a:prstGeom>
          <a:noFill/>
        </p:spPr>
        <p:txBody>
          <a:bodyPr wrap="square" rtlCol="0">
            <a:noAutofit/>
          </a:bodyPr>
          <a:lstStyle/>
          <a:p>
            <a:pPr algn="r">
              <a:lnSpc>
                <a:spcPct val="140000"/>
              </a:lnSpc>
            </a:pPr>
            <a:r>
              <a:rPr lang="zh-CN" altLang="en-US" sz="2400" kern="100" dirty="0">
                <a:solidFill>
                  <a:srgbClr val="3AA8A9"/>
                </a:solidFill>
                <a:effectLst/>
                <a:latin typeface="微软雅黑" panose="020B0503020204020204" pitchFamily="34" charset="-122"/>
                <a:cs typeface="江城圆体 400W" panose="020B0500000000000000" pitchFamily="34" charset="-122"/>
              </a:rPr>
              <a:t>美学映射</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r>
              <a:rPr lang="en-US" altLang="zh-CN" sz="2400" kern="100" dirty="0" err="1">
                <a:solidFill>
                  <a:srgbClr val="3AA8A9"/>
                </a:solidFill>
                <a:effectLst/>
                <a:latin typeface="微软雅黑" panose="020B0503020204020204" pitchFamily="34" charset="-122"/>
                <a:cs typeface="江城圆体 400W" panose="020B0500000000000000" pitchFamily="34" charset="-122"/>
              </a:rPr>
              <a:t>Aes</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endParaRPr lang="zh-CN" altLang="en-US" sz="2400" kern="100" dirty="0">
              <a:solidFill>
                <a:srgbClr val="3AA8A9"/>
              </a:solidFill>
              <a:effectLst/>
              <a:latin typeface="微软雅黑" panose="020B0503020204020204" pitchFamily="34" charset="-122"/>
              <a:cs typeface="江城圆体 400W" panose="020B0500000000000000" pitchFamily="34" charset="-122"/>
            </a:endParaRPr>
          </a:p>
        </p:txBody>
      </p:sp>
      <p:sp>
        <p:nvSpPr>
          <p:cNvPr id="60" name="菱形 59"/>
          <p:cNvSpPr/>
          <p:nvPr/>
        </p:nvSpPr>
        <p:spPr>
          <a:xfrm>
            <a:off x="3186080" y="2646403"/>
            <a:ext cx="3336290" cy="805815"/>
          </a:xfrm>
          <a:prstGeom prst="diamond">
            <a:avLst/>
          </a:prstGeom>
          <a:solidFill>
            <a:srgbClr val="A8DAC8">
              <a:alpha val="80000"/>
            </a:srgbClr>
          </a:solidFill>
          <a:ln>
            <a:solidFill>
              <a:srgbClr val="A8DAC8"/>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1" name="文本框 60"/>
          <p:cNvSpPr txBox="1"/>
          <p:nvPr/>
        </p:nvSpPr>
        <p:spPr>
          <a:xfrm>
            <a:off x="604831" y="2632350"/>
            <a:ext cx="2595854" cy="540385"/>
          </a:xfrm>
          <a:prstGeom prst="rect">
            <a:avLst/>
          </a:prstGeom>
          <a:noFill/>
        </p:spPr>
        <p:txBody>
          <a:bodyPr wrap="square" rtlCol="0">
            <a:noAutofit/>
          </a:bodyPr>
          <a:lstStyle/>
          <a:p>
            <a:pPr algn="r">
              <a:lnSpc>
                <a:spcPct val="140000"/>
              </a:lnSpc>
            </a:pPr>
            <a:r>
              <a:rPr lang="zh-CN" altLang="en-US" sz="2400" kern="100" dirty="0">
                <a:solidFill>
                  <a:srgbClr val="A8DAC8"/>
                </a:solidFill>
                <a:effectLst/>
                <a:latin typeface="微软雅黑" panose="020B0503020204020204" pitchFamily="34" charset="-122"/>
                <a:cs typeface="江城圆体 400W" panose="020B0500000000000000" pitchFamily="34" charset="-122"/>
              </a:rPr>
              <a:t>几何对象</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r>
              <a:rPr lang="en-US" altLang="zh-CN" sz="2400" kern="100" dirty="0" err="1">
                <a:solidFill>
                  <a:srgbClr val="A8DAC8"/>
                </a:solidFill>
                <a:effectLst/>
                <a:latin typeface="微软雅黑" panose="020B0503020204020204" pitchFamily="34" charset="-122"/>
                <a:cs typeface="江城圆体 400W" panose="020B0500000000000000" pitchFamily="34" charset="-122"/>
              </a:rPr>
              <a:t>Geom</a:t>
            </a:r>
            <a:r>
              <a:rPr lang="zh-CN" altLang="en-US" sz="2400" kern="100" dirty="0">
                <a:solidFill>
                  <a:srgbClr val="A8DAC8"/>
                </a:solidFill>
                <a:latin typeface="微软雅黑" panose="020B0503020204020204" pitchFamily="34" charset="-122"/>
                <a:cs typeface="江城圆体 400W" panose="020B0500000000000000" pitchFamily="34" charset="-122"/>
              </a:rPr>
              <a:t>）</a:t>
            </a:r>
            <a:endParaRPr lang="zh-CN" altLang="en-US" sz="2400" kern="100" dirty="0">
              <a:solidFill>
                <a:srgbClr val="A8DAC8"/>
              </a:solidFill>
              <a:effectLst/>
              <a:latin typeface="微软雅黑" panose="020B0503020204020204" pitchFamily="34" charset="-122"/>
              <a:cs typeface="江城圆体 400W" panose="020B0500000000000000" pitchFamily="34" charset="-122"/>
            </a:endParaRPr>
          </a:p>
        </p:txBody>
      </p:sp>
      <p:sp>
        <p:nvSpPr>
          <p:cNvPr id="62" name="菱形 61"/>
          <p:cNvSpPr/>
          <p:nvPr/>
        </p:nvSpPr>
        <p:spPr>
          <a:xfrm>
            <a:off x="3200685" y="2128243"/>
            <a:ext cx="3336290" cy="805815"/>
          </a:xfrm>
          <a:prstGeom prst="diamond">
            <a:avLst/>
          </a:prstGeom>
          <a:solidFill>
            <a:srgbClr val="DFD8C3">
              <a:alpha val="80000"/>
            </a:srgbClr>
          </a:solidFill>
          <a:ln>
            <a:solidFill>
              <a:srgbClr val="DFD8C3"/>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3" name="文本框 62"/>
          <p:cNvSpPr txBox="1"/>
          <p:nvPr/>
        </p:nvSpPr>
        <p:spPr>
          <a:xfrm>
            <a:off x="953579" y="2155054"/>
            <a:ext cx="2111375" cy="540385"/>
          </a:xfrm>
          <a:prstGeom prst="rect">
            <a:avLst/>
          </a:prstGeom>
          <a:noFill/>
        </p:spPr>
        <p:txBody>
          <a:bodyPr wrap="square" rtlCol="0">
            <a:noAutofit/>
          </a:bodyPr>
          <a:lstStyle/>
          <a:p>
            <a:pPr algn="r">
              <a:lnSpc>
                <a:spcPct val="140000"/>
              </a:lnSpc>
            </a:pPr>
            <a:r>
              <a:rPr lang="zh-CN" altLang="en-US" sz="2400" kern="100" dirty="0">
                <a:solidFill>
                  <a:srgbClr val="DFD8C3"/>
                </a:solidFill>
                <a:effectLst/>
                <a:latin typeface="微软雅黑" panose="020B0503020204020204" pitchFamily="34" charset="-122"/>
                <a:cs typeface="江城圆体 400W" panose="020B0500000000000000" pitchFamily="34" charset="-122"/>
              </a:rPr>
              <a:t>分面</a:t>
            </a:r>
            <a:r>
              <a:rPr lang="en-US" altLang="zh-CN" sz="2400" kern="100" dirty="0">
                <a:solidFill>
                  <a:srgbClr val="DFD8C3"/>
                </a:solidFill>
                <a:effectLst/>
                <a:latin typeface="微软雅黑" panose="020B0503020204020204" pitchFamily="34" charset="-122"/>
                <a:cs typeface="江城圆体 400W" panose="020B0500000000000000" pitchFamily="34" charset="-122"/>
              </a:rPr>
              <a:t>(Facets)</a:t>
            </a:r>
            <a:endParaRPr lang="zh-CN" altLang="en-US" sz="2400" kern="100" dirty="0">
              <a:solidFill>
                <a:srgbClr val="DFD8C3"/>
              </a:solidFill>
              <a:effectLst/>
              <a:latin typeface="微软雅黑" panose="020B0503020204020204" pitchFamily="34" charset="-122"/>
              <a:cs typeface="江城圆体 400W" panose="020B0500000000000000" pitchFamily="34" charset="-122"/>
            </a:endParaRPr>
          </a:p>
        </p:txBody>
      </p:sp>
      <p:sp>
        <p:nvSpPr>
          <p:cNvPr id="65" name="文本框 64"/>
          <p:cNvSpPr txBox="1"/>
          <p:nvPr/>
        </p:nvSpPr>
        <p:spPr>
          <a:xfrm>
            <a:off x="444336" y="1701029"/>
            <a:ext cx="2595854" cy="540385"/>
          </a:xfrm>
          <a:prstGeom prst="rect">
            <a:avLst/>
          </a:prstGeom>
          <a:noFill/>
        </p:spPr>
        <p:txBody>
          <a:bodyPr wrap="square" rtlCol="0">
            <a:noAutofit/>
          </a:bodyPr>
          <a:lstStyle/>
          <a:p>
            <a:pPr algn="r">
              <a:lnSpc>
                <a:spcPct val="140000"/>
              </a:lnSpc>
            </a:pPr>
            <a:r>
              <a:rPr lang="zh-CN" altLang="en-US" sz="2400" kern="100" dirty="0">
                <a:solidFill>
                  <a:srgbClr val="F0AE31"/>
                </a:solidFill>
                <a:effectLst/>
                <a:latin typeface="微软雅黑" panose="020B0503020204020204" pitchFamily="34" charset="-122"/>
                <a:cs typeface="江城圆体 400W" panose="020B0500000000000000" pitchFamily="34" charset="-122"/>
              </a:rPr>
              <a:t>统计</a:t>
            </a:r>
            <a:r>
              <a:rPr lang="en-US" altLang="zh-CN" sz="2400" kern="100" dirty="0">
                <a:solidFill>
                  <a:srgbClr val="F0AE31"/>
                </a:solidFill>
                <a:effectLst/>
                <a:latin typeface="微软雅黑" panose="020B0503020204020204" pitchFamily="34" charset="-122"/>
                <a:cs typeface="江城圆体 400W" panose="020B0500000000000000" pitchFamily="34" charset="-122"/>
              </a:rPr>
              <a:t>(Statistics)</a:t>
            </a:r>
            <a:endParaRPr lang="zh-CN" altLang="en-US" sz="2400" kern="100" dirty="0">
              <a:solidFill>
                <a:srgbClr val="F0AE31"/>
              </a:solidFill>
              <a:effectLst/>
              <a:latin typeface="微软雅黑" panose="020B0503020204020204" pitchFamily="34" charset="-122"/>
              <a:cs typeface="江城圆体 400W" panose="020B0500000000000000" pitchFamily="34" charset="-122"/>
            </a:endParaRPr>
          </a:p>
        </p:txBody>
      </p:sp>
      <p:sp>
        <p:nvSpPr>
          <p:cNvPr id="67" name="文本框 66"/>
          <p:cNvSpPr txBox="1"/>
          <p:nvPr/>
        </p:nvSpPr>
        <p:spPr>
          <a:xfrm>
            <a:off x="953579" y="1245734"/>
            <a:ext cx="2111375" cy="540385"/>
          </a:xfrm>
          <a:prstGeom prst="rect">
            <a:avLst/>
          </a:prstGeom>
          <a:noFill/>
        </p:spPr>
        <p:txBody>
          <a:bodyPr wrap="square" rtlCol="0">
            <a:noAutofit/>
          </a:bodyPr>
          <a:lstStyle/>
          <a:p>
            <a:pPr algn="r">
              <a:lnSpc>
                <a:spcPct val="140000"/>
              </a:lnSpc>
            </a:pPr>
            <a:r>
              <a:rPr lang="zh-CN" altLang="en-US" sz="2400" kern="100" dirty="0">
                <a:ln>
                  <a:solidFill>
                    <a:srgbClr val="D48433"/>
                  </a:solidFill>
                </a:ln>
                <a:solidFill>
                  <a:srgbClr val="D48433"/>
                </a:solidFill>
                <a:effectLst/>
                <a:latin typeface="微软雅黑" panose="020B0503020204020204" pitchFamily="34" charset="-122"/>
                <a:cs typeface="江城圆体 400W" panose="020B0500000000000000" pitchFamily="34" charset="-122"/>
              </a:rPr>
              <a:t>坐标系</a:t>
            </a:r>
            <a:r>
              <a:rPr lang="en-US" altLang="zh-CN" sz="2400" kern="100" dirty="0">
                <a:ln>
                  <a:solidFill>
                    <a:srgbClr val="D48433"/>
                  </a:solidFill>
                </a:ln>
                <a:solidFill>
                  <a:srgbClr val="D48433"/>
                </a:solidFill>
                <a:effectLst/>
                <a:latin typeface="微软雅黑" panose="020B0503020204020204" pitchFamily="34" charset="-122"/>
                <a:cs typeface="江城圆体 400W" panose="020B0500000000000000" pitchFamily="34" charset="-122"/>
              </a:rPr>
              <a:t>(Coord)</a:t>
            </a:r>
            <a:endParaRPr lang="zh-CN" altLang="en-US" sz="2400" kern="100" dirty="0">
              <a:ln>
                <a:solidFill>
                  <a:srgbClr val="D48433"/>
                </a:solidFill>
              </a:ln>
              <a:solidFill>
                <a:srgbClr val="D48433"/>
              </a:solidFill>
              <a:effectLst/>
              <a:latin typeface="微软雅黑" panose="020B0503020204020204" pitchFamily="34" charset="-122"/>
              <a:cs typeface="江城圆体 400W" panose="020B0500000000000000" pitchFamily="34" charset="-122"/>
            </a:endParaRPr>
          </a:p>
        </p:txBody>
      </p:sp>
      <p:sp>
        <p:nvSpPr>
          <p:cNvPr id="71" name="圆角矩形 25"/>
          <p:cNvSpPr/>
          <p:nvPr/>
        </p:nvSpPr>
        <p:spPr>
          <a:xfrm flipV="1">
            <a:off x="8153400" y="2743200"/>
            <a:ext cx="2813050" cy="2960370"/>
          </a:xfrm>
          <a:prstGeom prst="roundRect">
            <a:avLst/>
          </a:prstGeom>
          <a:noFill/>
          <a:ln w="57150">
            <a:solidFill>
              <a:srgbClr val="FDEDC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3" name="菱形 72"/>
          <p:cNvSpPr/>
          <p:nvPr/>
        </p:nvSpPr>
        <p:spPr>
          <a:xfrm>
            <a:off x="3225450" y="1724977"/>
            <a:ext cx="3336290" cy="805815"/>
          </a:xfrm>
          <a:prstGeom prst="diamond">
            <a:avLst/>
          </a:prstGeom>
          <a:solidFill>
            <a:srgbClr val="F0AE31"/>
          </a:solidFill>
          <a:ln>
            <a:solidFill>
              <a:srgbClr val="F0AE31"/>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6" name="菱形 65"/>
          <p:cNvSpPr/>
          <p:nvPr/>
        </p:nvSpPr>
        <p:spPr>
          <a:xfrm>
            <a:off x="3200685" y="1218923"/>
            <a:ext cx="3336290" cy="805815"/>
          </a:xfrm>
          <a:prstGeom prst="diamond">
            <a:avLst/>
          </a:prstGeom>
          <a:solidFill>
            <a:srgbClr val="D48433"/>
          </a:solidFill>
          <a:ln>
            <a:solidFill>
              <a:srgbClr val="D48433"/>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 name="圆角矩形 25"/>
          <p:cNvSpPr/>
          <p:nvPr/>
        </p:nvSpPr>
        <p:spPr>
          <a:xfrm flipV="1">
            <a:off x="11269345" y="2719705"/>
            <a:ext cx="2813050" cy="2960370"/>
          </a:xfrm>
          <a:prstGeom prst="roundRect">
            <a:avLst/>
          </a:prstGeom>
          <a:noFill/>
          <a:ln w="57150">
            <a:solidFill>
              <a:srgbClr val="FDEDC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143000" y="7086600"/>
            <a:ext cx="10520680" cy="927735"/>
          </a:xfrm>
          <a:prstGeom prst="rect">
            <a:avLst/>
          </a:prstGeom>
          <a:noFill/>
        </p:spPr>
        <p:txBody>
          <a:bodyPr wrap="square" rtlCol="0">
            <a:noAutofit/>
          </a:bodyPr>
          <a:p>
            <a:r>
              <a:rPr lang="zh-CN" altLang="en-US" sz="2800" dirty="0">
                <a:solidFill>
                  <a:srgbClr val="618CAC"/>
                </a:solidFill>
              </a:rPr>
              <a:t>如何调整作图细节</a:t>
            </a:r>
            <a:r>
              <a:rPr lang="en-US" altLang="zh-CN" sz="2800" dirty="0">
                <a:solidFill>
                  <a:srgbClr val="618CAC"/>
                </a:solidFill>
              </a:rPr>
              <a:t>，</a:t>
            </a:r>
            <a:r>
              <a:rPr lang="zh-CN" altLang="en-US" sz="2800" dirty="0">
                <a:solidFill>
                  <a:srgbClr val="618CAC"/>
                </a:solidFill>
              </a:rPr>
              <a:t>例如背景颜色</a:t>
            </a:r>
            <a:r>
              <a:rPr lang="en-US" altLang="zh-CN" sz="2800" dirty="0">
                <a:solidFill>
                  <a:srgbClr val="618CAC"/>
                </a:solidFill>
              </a:rPr>
              <a:t>、</a:t>
            </a:r>
            <a:r>
              <a:rPr lang="zh-CN" altLang="en-US" sz="2800" dirty="0">
                <a:solidFill>
                  <a:srgbClr val="618CAC"/>
                </a:solidFill>
              </a:rPr>
              <a:t>字体大小</a:t>
            </a:r>
            <a:r>
              <a:rPr lang="en-US" altLang="zh-CN" sz="2800" dirty="0">
                <a:solidFill>
                  <a:srgbClr val="618CAC"/>
                </a:solidFill>
              </a:rPr>
              <a:t>、</a:t>
            </a:r>
            <a:r>
              <a:rPr lang="zh-CN" altLang="en-US" sz="2800" dirty="0">
                <a:solidFill>
                  <a:srgbClr val="618CAC"/>
                </a:solidFill>
              </a:rPr>
              <a:t>网格线</a:t>
            </a:r>
            <a:r>
              <a:rPr lang="en-US" altLang="zh-CN" sz="2800" dirty="0">
                <a:solidFill>
                  <a:srgbClr val="618CAC"/>
                </a:solidFill>
              </a:rPr>
              <a:t>？</a:t>
            </a:r>
            <a:endParaRPr lang="en-US" altLang="zh-CN" sz="2800" dirty="0">
              <a:solidFill>
                <a:srgbClr val="618CAC"/>
              </a:solidFill>
            </a:endParaRPr>
          </a:p>
        </p:txBody>
      </p:sp>
      <p:pic>
        <p:nvPicPr>
          <p:cNvPr id="14" name="图片 13" descr="提问问题"/>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91800" y="6324600"/>
            <a:ext cx="1561465" cy="15614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additive="base">
                                        <p:cTn id="11" dur="500" fill="hold"/>
                                        <p:tgtEl>
                                          <p:spTgt spid="71"/>
                                        </p:tgtEl>
                                        <p:attrNameLst>
                                          <p:attrName>ppt_x</p:attrName>
                                        </p:attrNameLst>
                                      </p:cBhvr>
                                      <p:tavLst>
                                        <p:tav tm="0">
                                          <p:val>
                                            <p:strVal val="#ppt_x"/>
                                          </p:val>
                                        </p:tav>
                                        <p:tav tm="100000">
                                          <p:val>
                                            <p:strVal val="#ppt_x"/>
                                          </p:val>
                                        </p:tav>
                                      </p:tavLst>
                                    </p:anim>
                                    <p:anim calcmode="lin" valueType="num">
                                      <p:cBhvr additive="base">
                                        <p:cTn id="12" dur="500" fill="hold"/>
                                        <p:tgtEl>
                                          <p:spTgt spid="71"/>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9" fill="hold" grpId="1" nodeType="afterEffect">
                                  <p:stCondLst>
                                    <p:cond delay="0"/>
                                  </p:stCondLst>
                                  <p:childTnLst>
                                    <p:set>
                                      <p:cBhvr>
                                        <p:cTn id="15" dur="1" fill="hold">
                                          <p:stCondLst>
                                            <p:cond delay="0"/>
                                          </p:stCondLst>
                                        </p:cTn>
                                        <p:tgtEl>
                                          <p:spTgt spid="66"/>
                                        </p:tgtEl>
                                        <p:attrNameLst>
                                          <p:attrName>style.visibility</p:attrName>
                                        </p:attrNameLst>
                                      </p:cBhvr>
                                      <p:to>
                                        <p:strVal val="visible"/>
                                      </p:to>
                                    </p:set>
                                    <p:anim calcmode="lin" valueType="num">
                                      <p:cBhvr additive="base">
                                        <p:cTn id="16" dur="500" fill="hold"/>
                                        <p:tgtEl>
                                          <p:spTgt spid="66"/>
                                        </p:tgtEl>
                                        <p:attrNameLst>
                                          <p:attrName>ppt_x</p:attrName>
                                        </p:attrNameLst>
                                      </p:cBhvr>
                                      <p:tavLst>
                                        <p:tav tm="0">
                                          <p:val>
                                            <p:strVal val="0-#ppt_w/2"/>
                                          </p:val>
                                        </p:tav>
                                        <p:tav tm="100000">
                                          <p:val>
                                            <p:strVal val="#ppt_x"/>
                                          </p:val>
                                        </p:tav>
                                      </p:tavLst>
                                    </p:anim>
                                    <p:anim calcmode="lin" valueType="num">
                                      <p:cBhvr additive="base">
                                        <p:cTn id="17" dur="500" fill="hold"/>
                                        <p:tgtEl>
                                          <p:spTgt spid="66"/>
                                        </p:tgtEl>
                                        <p:attrNameLst>
                                          <p:attrName>ppt_y</p:attrName>
                                        </p:attrNameLst>
                                      </p:cBhvr>
                                      <p:tavLst>
                                        <p:tav tm="0">
                                          <p:val>
                                            <p:strVal val="0-#ppt_h/2"/>
                                          </p:val>
                                        </p:tav>
                                        <p:tav tm="100000">
                                          <p:val>
                                            <p:strVal val="#ppt_y"/>
                                          </p:val>
                                        </p:tav>
                                      </p:tavLst>
                                    </p:anim>
                                  </p:childTnLst>
                                </p:cTn>
                              </p:par>
                              <p:par>
                                <p:cTn id="18" presetID="2" presetClass="entr" presetSubtype="9" fill="hold" grpId="1" nodeType="withEffect">
                                  <p:stCondLst>
                                    <p:cond delay="0"/>
                                  </p:stCondLst>
                                  <p:childTnLst>
                                    <p:set>
                                      <p:cBhvr>
                                        <p:cTn id="19" dur="1" fill="hold">
                                          <p:stCondLst>
                                            <p:cond delay="0"/>
                                          </p:stCondLst>
                                        </p:cTn>
                                        <p:tgtEl>
                                          <p:spTgt spid="67"/>
                                        </p:tgtEl>
                                        <p:attrNameLst>
                                          <p:attrName>style.visibility</p:attrName>
                                        </p:attrNameLst>
                                      </p:cBhvr>
                                      <p:to>
                                        <p:strVal val="visible"/>
                                      </p:to>
                                    </p:set>
                                    <p:anim calcmode="lin" valueType="num">
                                      <p:cBhvr additive="base">
                                        <p:cTn id="20" dur="500" fill="hold"/>
                                        <p:tgtEl>
                                          <p:spTgt spid="67"/>
                                        </p:tgtEl>
                                        <p:attrNameLst>
                                          <p:attrName>ppt_x</p:attrName>
                                        </p:attrNameLst>
                                      </p:cBhvr>
                                      <p:tavLst>
                                        <p:tav tm="0">
                                          <p:val>
                                            <p:strVal val="0-#ppt_w/2"/>
                                          </p:val>
                                        </p:tav>
                                        <p:tav tm="100000">
                                          <p:val>
                                            <p:strVal val="#ppt_x"/>
                                          </p:val>
                                        </p:tav>
                                      </p:tavLst>
                                    </p:anim>
                                    <p:anim calcmode="lin" valueType="num">
                                      <p:cBhvr additive="base">
                                        <p:cTn id="21" dur="500" fill="hold"/>
                                        <p:tgtEl>
                                          <p:spTgt spid="67"/>
                                        </p:tgtEl>
                                        <p:attrNameLst>
                                          <p:attrName>ppt_y</p:attrName>
                                        </p:attrNameLst>
                                      </p:cBhvr>
                                      <p:tavLst>
                                        <p:tav tm="0">
                                          <p:val>
                                            <p:strVal val="0-#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6" grpId="1" animBg="1"/>
      <p:bldP spid="67" grpId="0"/>
      <p:bldP spid="67" grpId="1"/>
      <p:bldP spid="71" grpId="0" bldLvl="0" animBg="1"/>
      <p:bldP spid="71" grpId="1" animBg="1"/>
      <p:bldP spid="66" grpId="0" animBg="1"/>
      <p:bldP spid="66" grpId="1" bldLvl="0" animBg="1"/>
      <p:bldP spid="6" grpId="0" bldLvl="0" animBg="1"/>
      <p:bldP spid="6" grpId="1" animBg="1"/>
      <p:bldP spid="9" grpId="0"/>
      <p:bldP spid="9"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p>
            <a:r>
              <a:rPr lang="zh-CN" altLang="en-US"/>
              <a:t>主题</a:t>
            </a:r>
            <a:r>
              <a:rPr lang="en-US" altLang="zh-CN"/>
              <a:t>--</a:t>
            </a:r>
            <a:r>
              <a:rPr lang="zh-CN" altLang="en-US"/>
              <a:t>优化作图</a:t>
            </a:r>
            <a:r>
              <a:rPr lang="zh-CN" altLang="en-US"/>
              <a:t>细节</a:t>
            </a:r>
            <a:endParaRPr lang="zh-CN" altLang="en-US"/>
          </a:p>
        </p:txBody>
      </p:sp>
      <p:graphicFrame>
        <p:nvGraphicFramePr>
          <p:cNvPr id="36" name="table 112"/>
          <p:cNvGraphicFramePr>
            <a:graphicFrameLocks noGrp="1"/>
          </p:cNvGraphicFramePr>
          <p:nvPr/>
        </p:nvGraphicFramePr>
        <p:xfrm>
          <a:off x="305036" y="4724249"/>
          <a:ext cx="7166897" cy="3318828"/>
        </p:xfrm>
        <a:graphic>
          <a:graphicData uri="http://schemas.openxmlformats.org/drawingml/2006/table">
            <a:tbl>
              <a:tblPr/>
              <a:tblGrid>
                <a:gridCol w="7166897"/>
              </a:tblGrid>
              <a:tr h="3032405">
                <a:tc>
                  <a:txBody>
                    <a:bodyPr/>
                    <a:lstStyle/>
                    <a:p>
                      <a:pPr algn="l" rtl="0" eaLnBrk="0">
                        <a:lnSpc>
                          <a:spcPct val="106000"/>
                        </a:lnSpc>
                      </a:pPr>
                      <a:endParaRPr sz="300" dirty="0">
                        <a:latin typeface="Arial" panose="020B0604020202090204"/>
                        <a:ea typeface="Arial" panose="020B0604020202090204"/>
                        <a:cs typeface="Arial" panose="020B0604020202090204"/>
                      </a:endParaRPr>
                    </a:p>
                    <a:p>
                      <a:pPr marL="107315" algn="l" rtl="0" eaLnBrk="0">
                        <a:lnSpc>
                          <a:spcPts val="2215"/>
                        </a:lnSpc>
                        <a:spcBef>
                          <a:spcPts val="0"/>
                        </a:spcBef>
                      </a:pPr>
                      <a:r>
                        <a:rPr sz="1600" kern="0" spc="0" dirty="0">
                          <a:solidFill>
                            <a:srgbClr val="FFB454">
                              <a:alpha val="100000"/>
                            </a:srgbClr>
                          </a:solidFill>
                          <a:latin typeface="Menlo" panose="020B0609030804020204"/>
                          <a:ea typeface="Menlo" panose="020B0609030804020204"/>
                          <a:cs typeface="Menlo" panose="020B0609030804020204"/>
                        </a:rPr>
                        <a:t>ggplot</a:t>
                      </a:r>
                      <a:r>
                        <a:rPr sz="1600" kern="0" spc="21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B3B1AD">
                              <a:alpha val="100000"/>
                            </a:srgbClr>
                          </a:solidFill>
                          <a:latin typeface="Menlo" panose="020B0609030804020204"/>
                          <a:ea typeface="Menlo" panose="020B0609030804020204"/>
                          <a:cs typeface="Menlo" panose="020B0609030804020204"/>
                        </a:rPr>
                        <a:t>nightingale</a:t>
                      </a:r>
                      <a:r>
                        <a:rPr sz="1600" kern="0" spc="210" dirty="0">
                          <a:solidFill>
                            <a:srgbClr val="B3B1AD">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60045" indent="635" algn="l" rtl="0" eaLnBrk="0">
                        <a:lnSpc>
                          <a:spcPct val="112000"/>
                        </a:lnSpc>
                        <a:spcBef>
                          <a:spcPts val="10"/>
                        </a:spcBef>
                      </a:pPr>
                      <a:r>
                        <a:rPr sz="1600" kern="0" spc="0" dirty="0">
                          <a:solidFill>
                            <a:srgbClr val="FFB454">
                              <a:alpha val="100000"/>
                            </a:srgbClr>
                          </a:solidFill>
                          <a:latin typeface="Menlo" panose="020B0609030804020204"/>
                          <a:ea typeface="Menlo" panose="020B0609030804020204"/>
                          <a:cs typeface="Menlo" panose="020B0609030804020204"/>
                        </a:rPr>
                        <a:t>aes</a:t>
                      </a:r>
                      <a:r>
                        <a:rPr sz="1600" kern="0" spc="10" dirty="0">
                          <a:solidFill>
                            <a:srgbClr val="B3B1AD">
                              <a:alpha val="100000"/>
                            </a:srgbClr>
                          </a:solidFill>
                          <a:latin typeface="Menlo" panose="020B0609030804020204"/>
                          <a:ea typeface="Menlo" panose="020B0609030804020204"/>
                          <a:cs typeface="Menlo" panose="020B0609030804020204"/>
                        </a:rPr>
                        <a:t>(</a:t>
                      </a:r>
                      <a:r>
                        <a:rPr sz="1600" kern="0" spc="10" dirty="0">
                          <a:solidFill>
                            <a:srgbClr val="59C2FF">
                              <a:alpha val="100000"/>
                            </a:srgbClr>
                          </a:solidFill>
                          <a:latin typeface="Menlo" panose="020B0609030804020204"/>
                          <a:ea typeface="Menlo" panose="020B0609030804020204"/>
                          <a:cs typeface="Menlo" panose="020B0609030804020204"/>
                        </a:rPr>
                        <a:t>x = </a:t>
                      </a:r>
                      <a:r>
                        <a:rPr sz="1600" kern="0" spc="1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死亡原因</a:t>
                      </a:r>
                      <a:r>
                        <a:rPr sz="1600" kern="0" spc="-27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10" dirty="0">
                          <a:solidFill>
                            <a:srgbClr val="B3B1AD">
                              <a:alpha val="100000"/>
                            </a:srgbClr>
                          </a:solidFill>
                          <a:latin typeface="Menlo" panose="020B0609030804020204"/>
                          <a:ea typeface="Menlo" panose="020B0609030804020204"/>
                          <a:cs typeface="Menlo" panose="020B0609030804020204"/>
                        </a:rPr>
                        <a:t>, </a:t>
                      </a:r>
                      <a:r>
                        <a:rPr sz="1600" kern="0" spc="10" dirty="0">
                          <a:solidFill>
                            <a:srgbClr val="59C2FF">
                              <a:alpha val="100000"/>
                            </a:srgbClr>
                          </a:solidFill>
                          <a:latin typeface="Menlo" panose="020B0609030804020204"/>
                          <a:ea typeface="Menlo" panose="020B0609030804020204"/>
                          <a:cs typeface="Menlo" panose="020B0609030804020204"/>
                        </a:rPr>
                        <a:t>y</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10" dirty="0">
                          <a:solidFill>
                            <a:srgbClr val="59C2FF">
                              <a:alpha val="100000"/>
                            </a:srgbClr>
                          </a:solidFill>
                          <a:latin typeface="Menlo" panose="020B0609030804020204"/>
                          <a:ea typeface="Menlo" panose="020B0609030804020204"/>
                          <a:cs typeface="Menlo" panose="020B0609030804020204"/>
                        </a:rPr>
                        <a:t>=</a:t>
                      </a:r>
                      <a:r>
                        <a:rPr sz="1600" kern="0" spc="90" dirty="0">
                          <a:solidFill>
                            <a:srgbClr val="59C2FF">
                              <a:alpha val="100000"/>
                            </a:srgbClr>
                          </a:solidFill>
                          <a:latin typeface="Menlo" panose="020B0609030804020204"/>
                          <a:ea typeface="Menlo" panose="020B0609030804020204"/>
                          <a:cs typeface="Menlo" panose="020B0609030804020204"/>
                        </a:rPr>
                        <a:t> </a:t>
                      </a:r>
                      <a:r>
                        <a:rPr sz="1600" kern="0" spc="10" dirty="0">
                          <a:solidFill>
                            <a:srgbClr val="B3B1AD">
                              <a:alpha val="100000"/>
                            </a:srgbClr>
                          </a:solidFill>
                          <a:latin typeface="PingFang SC" panose="020B0400000000000000" charset="-122"/>
                          <a:ea typeface="PingFang SC" panose="020B0400000000000000" charset="-122"/>
                          <a:cs typeface="PingFang SC" panose="020B0400000000000000" charset="-122"/>
                        </a:rPr>
                        <a:t>总死亡⼈数</a:t>
                      </a:r>
                      <a:r>
                        <a:rPr sz="1600" kern="0" spc="-270" dirty="0">
                          <a:solidFill>
                            <a:srgbClr val="B3B1AD">
                              <a:alpha val="100000"/>
                            </a:srgbClr>
                          </a:solidFill>
                          <a:latin typeface="PingFang SC" panose="020B0400000000000000" charset="-122"/>
                          <a:ea typeface="PingFang SC" panose="020B0400000000000000" charset="-122"/>
                          <a:cs typeface="PingFang SC" panose="020B0400000000000000" charset="-122"/>
                        </a:rPr>
                        <a:t> </a:t>
                      </a:r>
                      <a:r>
                        <a:rPr sz="1600" kern="0" spc="1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fill</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10" dirty="0">
                          <a:solidFill>
                            <a:srgbClr val="59C2FF">
                              <a:alpha val="100000"/>
                            </a:srgbClr>
                          </a:solidFill>
                          <a:latin typeface="Menlo" panose="020B0609030804020204"/>
                          <a:ea typeface="Menlo" panose="020B0609030804020204"/>
                          <a:cs typeface="Menlo" panose="020B0609030804020204"/>
                        </a:rPr>
                        <a:t>=</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10" dirty="0">
                          <a:solidFill>
                            <a:srgbClr val="B3B1AD">
                              <a:alpha val="100000"/>
                            </a:srgbClr>
                          </a:solidFill>
                          <a:latin typeface="PingFang SC" panose="020B0400000000000000" charset="-122"/>
                          <a:ea typeface="PingFang SC" panose="020B0400000000000000" charset="-122"/>
                          <a:cs typeface="PingFang SC" panose="020B0400000000000000" charset="-122"/>
                        </a:rPr>
                        <a:t>死亡原</a:t>
                      </a:r>
                      <a:r>
                        <a:rPr sz="1600" kern="0" spc="0" dirty="0">
                          <a:solidFill>
                            <a:srgbClr val="B3B1AD">
                              <a:alpha val="100000"/>
                            </a:srgbClr>
                          </a:solidFill>
                          <a:latin typeface="PingFang SC" panose="020B0400000000000000" charset="-122"/>
                          <a:ea typeface="PingFang SC" panose="020B0400000000000000" charset="-122"/>
                          <a:cs typeface="PingFang SC" panose="020B0400000000000000" charset="-122"/>
                        </a:rPr>
                        <a:t>因</a:t>
                      </a:r>
                      <a:r>
                        <a:rPr sz="1600" kern="0" spc="0" dirty="0">
                          <a:solidFill>
                            <a:srgbClr val="B3B1AD">
                              <a:alpha val="100000"/>
                            </a:srgbClr>
                          </a:solidFill>
                          <a:latin typeface="Menlo" panose="020B0609030804020204"/>
                          <a:ea typeface="Menlo" panose="020B0609030804020204"/>
                          <a:cs typeface="Menlo" panose="020B0609030804020204"/>
                        </a:rPr>
                        <a:t>))</a:t>
                      </a:r>
                      <a:r>
                        <a:rPr sz="1600" kern="0" spc="110" dirty="0">
                          <a:solidFill>
                            <a:srgbClr val="B3B1AD">
                              <a:alpha val="100000"/>
                            </a:srgbClr>
                          </a:solidFill>
                          <a:latin typeface="Menlo" panose="020B0609030804020204"/>
                          <a:ea typeface="Menlo" panose="020B0609030804020204"/>
                          <a:cs typeface="Menlo" panose="020B0609030804020204"/>
                        </a:rPr>
                        <a:t> </a:t>
                      </a:r>
                      <a:r>
                        <a:rPr sz="1600" kern="0" spc="0" dirty="0">
                          <a:solidFill>
                            <a:srgbClr val="95E6CB">
                              <a:alpha val="100000"/>
                            </a:srgbClr>
                          </a:solidFill>
                          <a:latin typeface="Menlo" panose="020B0609030804020204"/>
                          <a:ea typeface="Menlo" panose="020B0609030804020204"/>
                          <a:cs typeface="Menlo" panose="020B0609030804020204"/>
                        </a:rPr>
                        <a:t>+             </a:t>
                      </a:r>
                      <a:r>
                        <a:rPr sz="1600" kern="0" spc="0" dirty="0">
                          <a:solidFill>
                            <a:srgbClr val="FFB454">
                              <a:alpha val="100000"/>
                            </a:srgbClr>
                          </a:solidFill>
                          <a:latin typeface="Menlo" panose="020B0609030804020204"/>
                          <a:ea typeface="Menlo" panose="020B0609030804020204"/>
                          <a:cs typeface="Menlo" panose="020B0609030804020204"/>
                        </a:rPr>
                        <a:t>geom</a:t>
                      </a:r>
                      <a:r>
                        <a:rPr sz="1600" kern="0" spc="3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col</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width</a:t>
                      </a:r>
                      <a:r>
                        <a:rPr sz="1600" kern="0" spc="30" dirty="0">
                          <a:solidFill>
                            <a:srgbClr val="59C2FF">
                              <a:alpha val="100000"/>
                            </a:srgbClr>
                          </a:solidFill>
                          <a:latin typeface="Menlo" panose="020B0609030804020204"/>
                          <a:ea typeface="Menlo" panose="020B0609030804020204"/>
                          <a:cs typeface="Menlo" panose="020B0609030804020204"/>
                        </a:rPr>
                        <a:t> =</a:t>
                      </a:r>
                      <a:r>
                        <a:rPr sz="1600" kern="0" spc="210" dirty="0">
                          <a:solidFill>
                            <a:srgbClr val="59C2FF">
                              <a:alpha val="100000"/>
                            </a:srgbClr>
                          </a:solidFill>
                          <a:latin typeface="Menlo" panose="020B0609030804020204"/>
                          <a:ea typeface="Menlo" panose="020B0609030804020204"/>
                          <a:cs typeface="Menlo" panose="020B0609030804020204"/>
                        </a:rPr>
                        <a:t> </a:t>
                      </a:r>
                      <a:r>
                        <a:rPr sz="1600" kern="0" spc="30" dirty="0">
                          <a:solidFill>
                            <a:srgbClr val="E6B450">
                              <a:alpha val="100000"/>
                            </a:srgbClr>
                          </a:solidFill>
                          <a:latin typeface="Menlo" panose="020B0609030804020204"/>
                          <a:ea typeface="Menlo" panose="020B0609030804020204"/>
                          <a:cs typeface="Menlo" panose="020B0609030804020204"/>
                        </a:rPr>
                        <a:t>1</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120" dirty="0">
                          <a:solidFill>
                            <a:srgbClr val="B3B1AD">
                              <a:alpha val="100000"/>
                            </a:srgbClr>
                          </a:solidFill>
                          <a:latin typeface="Menlo" panose="020B0609030804020204"/>
                          <a:ea typeface="Menlo" panose="020B0609030804020204"/>
                          <a:cs typeface="Menlo" panose="020B0609030804020204"/>
                        </a:rPr>
                        <a:t> </a:t>
                      </a:r>
                      <a:r>
                        <a:rPr sz="1600" kern="0" spc="3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67030" algn="l" rtl="0" eaLnBrk="0">
                        <a:lnSpc>
                          <a:spcPts val="2135"/>
                        </a:lnSpc>
                      </a:pPr>
                      <a:r>
                        <a:rPr sz="1600" kern="0" spc="0" dirty="0">
                          <a:solidFill>
                            <a:srgbClr val="FFB454">
                              <a:alpha val="100000"/>
                            </a:srgbClr>
                          </a:solidFill>
                          <a:latin typeface="Menlo" panose="020B0609030804020204"/>
                          <a:ea typeface="Menlo" panose="020B0609030804020204"/>
                          <a:cs typeface="Menlo" panose="020B0609030804020204"/>
                        </a:rPr>
                        <a:t>facet</a:t>
                      </a:r>
                      <a:r>
                        <a:rPr sz="1600" kern="0" spc="4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wrap</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95E6CB">
                              <a:alpha val="100000"/>
                            </a:srgbClr>
                          </a:solidFill>
                          <a:latin typeface="Menlo" panose="020B0609030804020204"/>
                          <a:ea typeface="Menlo" panose="020B0609030804020204"/>
                          <a:cs typeface="Menlo" panose="020B0609030804020204"/>
                        </a:rPr>
                        <a:t>~</a:t>
                      </a:r>
                      <a:r>
                        <a:rPr sz="1600" kern="0" spc="40" dirty="0">
                          <a:solidFill>
                            <a:srgbClr val="B3B1AD">
                              <a:alpha val="100000"/>
                            </a:srgbClr>
                          </a:solidFill>
                          <a:latin typeface="PingFang SC" panose="020B0400000000000000" charset="-122"/>
                          <a:ea typeface="PingFang SC" panose="020B0400000000000000" charset="-122"/>
                          <a:cs typeface="PingFang SC" panose="020B0400000000000000" charset="-122"/>
                        </a:rPr>
                        <a:t>时期</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67030" algn="l" rtl="0" eaLnBrk="0">
                        <a:lnSpc>
                          <a:spcPts val="2215"/>
                        </a:lnSpc>
                      </a:pPr>
                      <a:r>
                        <a:rPr sz="1600" kern="0" spc="0" dirty="0">
                          <a:solidFill>
                            <a:srgbClr val="FFB454">
                              <a:alpha val="100000"/>
                            </a:srgbClr>
                          </a:solidFill>
                          <a:latin typeface="Menlo" panose="020B0609030804020204"/>
                          <a:ea typeface="Menlo" panose="020B0609030804020204"/>
                          <a:cs typeface="Menlo" panose="020B0609030804020204"/>
                        </a:rPr>
                        <a:t>coord</a:t>
                      </a:r>
                      <a:r>
                        <a:rPr sz="1600" kern="0" spc="5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polar</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clip</a:t>
                      </a:r>
                      <a:r>
                        <a:rPr sz="1600" kern="0" spc="50" dirty="0">
                          <a:solidFill>
                            <a:srgbClr val="59C2FF">
                              <a:alpha val="100000"/>
                            </a:srgbClr>
                          </a:solidFill>
                          <a:latin typeface="Menlo" panose="020B0609030804020204"/>
                          <a:ea typeface="Menlo" panose="020B0609030804020204"/>
                          <a:cs typeface="Menlo" panose="020B0609030804020204"/>
                        </a:rPr>
                        <a:t> = </a:t>
                      </a:r>
                      <a:r>
                        <a:rPr sz="1600" kern="0" spc="50" dirty="0">
                          <a:solidFill>
                            <a:srgbClr val="C2D94C">
                              <a:alpha val="100000"/>
                            </a:srgbClr>
                          </a:solidFill>
                          <a:latin typeface="Menlo" panose="020B0609030804020204"/>
                          <a:ea typeface="Menlo" panose="020B0609030804020204"/>
                          <a:cs typeface="Menlo" panose="020B0609030804020204"/>
                        </a:rPr>
                        <a:t>"</a:t>
                      </a:r>
                      <a:r>
                        <a:rPr sz="1600" kern="0" spc="0" dirty="0">
                          <a:solidFill>
                            <a:srgbClr val="C2D94C">
                              <a:alpha val="100000"/>
                            </a:srgbClr>
                          </a:solidFill>
                          <a:latin typeface="Menlo" panose="020B0609030804020204"/>
                          <a:ea typeface="Menlo" panose="020B0609030804020204"/>
                          <a:cs typeface="Menlo" panose="020B0609030804020204"/>
                        </a:rPr>
                        <a:t>off</a:t>
                      </a:r>
                      <a:r>
                        <a:rPr sz="1600" kern="0" spc="50" dirty="0">
                          <a:solidFill>
                            <a:srgbClr val="C2D94C">
                              <a:alpha val="100000"/>
                            </a:srgbClr>
                          </a:solidFill>
                          <a:latin typeface="Menlo" panose="020B0609030804020204"/>
                          <a:ea typeface="Menlo" panose="020B0609030804020204"/>
                          <a:cs typeface="Menlo" panose="020B0609030804020204"/>
                        </a:rPr>
                        <a:t>"</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start</a:t>
                      </a:r>
                      <a:r>
                        <a:rPr sz="1600" kern="0" spc="100" dirty="0">
                          <a:solidFill>
                            <a:srgbClr val="59C2FF">
                              <a:alpha val="100000"/>
                            </a:srgbClr>
                          </a:solidFill>
                          <a:latin typeface="Menlo" panose="020B0609030804020204"/>
                          <a:ea typeface="Menlo" panose="020B0609030804020204"/>
                          <a:cs typeface="Menlo" panose="020B0609030804020204"/>
                        </a:rPr>
                        <a:t> </a:t>
                      </a:r>
                      <a:r>
                        <a:rPr sz="1600" kern="0" spc="50" dirty="0">
                          <a:solidFill>
                            <a:srgbClr val="59C2FF">
                              <a:alpha val="100000"/>
                            </a:srgbClr>
                          </a:solidFill>
                          <a:latin typeface="Menlo" panose="020B0609030804020204"/>
                          <a:ea typeface="Menlo" panose="020B0609030804020204"/>
                          <a:cs typeface="Menlo" panose="020B0609030804020204"/>
                        </a:rPr>
                        <a:t>=</a:t>
                      </a:r>
                      <a:r>
                        <a:rPr sz="1600" kern="0" spc="200" dirty="0">
                          <a:solidFill>
                            <a:srgbClr val="59C2FF">
                              <a:alpha val="100000"/>
                            </a:srgbClr>
                          </a:solidFill>
                          <a:latin typeface="Menlo" panose="020B0609030804020204"/>
                          <a:ea typeface="Menlo" panose="020B0609030804020204"/>
                          <a:cs typeface="Menlo" panose="020B0609030804020204"/>
                        </a:rPr>
                        <a:t> </a:t>
                      </a:r>
                      <a:r>
                        <a:rPr sz="1600" kern="0" spc="50" dirty="0">
                          <a:solidFill>
                            <a:srgbClr val="E6B450">
                              <a:alpha val="100000"/>
                            </a:srgbClr>
                          </a:solidFill>
                          <a:latin typeface="Menlo" panose="020B0609030804020204"/>
                          <a:ea typeface="Menlo" panose="020B0609030804020204"/>
                          <a:cs typeface="Menlo" panose="020B0609030804020204"/>
                        </a:rPr>
                        <a:t>15</a:t>
                      </a:r>
                      <a:r>
                        <a:rPr sz="1600" kern="0" spc="5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68935" algn="l" rtl="0" eaLnBrk="0">
                        <a:lnSpc>
                          <a:spcPts val="1985"/>
                        </a:lnSpc>
                        <a:spcBef>
                          <a:spcPts val="75"/>
                        </a:spcBef>
                      </a:pPr>
                      <a:r>
                        <a:rPr sz="1600" kern="0" spc="0" dirty="0">
                          <a:solidFill>
                            <a:srgbClr val="FFB454">
                              <a:alpha val="100000"/>
                            </a:srgbClr>
                          </a:solidFill>
                          <a:latin typeface="Menlo" panose="020B0609030804020204"/>
                          <a:ea typeface="Menlo" panose="020B0609030804020204"/>
                          <a:cs typeface="Menlo" panose="020B0609030804020204"/>
                        </a:rPr>
                        <a:t>scale</a:t>
                      </a:r>
                      <a:r>
                        <a:rPr sz="1600" kern="0" spc="40" dirty="0">
                          <a:solidFill>
                            <a:srgbClr val="FFB454">
                              <a:alpha val="100000"/>
                            </a:srgbClr>
                          </a:solidFill>
                          <a:latin typeface="Menlo" panose="020B0609030804020204"/>
                          <a:ea typeface="Menlo" panose="020B0609030804020204"/>
                          <a:cs typeface="Menlo" panose="020B0609030804020204"/>
                        </a:rPr>
                        <a:t>_y_</a:t>
                      </a:r>
                      <a:r>
                        <a:rPr sz="1600" kern="0" spc="0" dirty="0">
                          <a:solidFill>
                            <a:srgbClr val="FFB454">
                              <a:alpha val="100000"/>
                            </a:srgbClr>
                          </a:solidFill>
                          <a:latin typeface="Menlo" panose="020B0609030804020204"/>
                          <a:ea typeface="Menlo" panose="020B0609030804020204"/>
                          <a:cs typeface="Menlo" panose="020B0609030804020204"/>
                        </a:rPr>
                        <a:t>sqrt</a:t>
                      </a:r>
                      <a:r>
                        <a:rPr sz="1600" kern="0" spc="40" dirty="0">
                          <a:solidFill>
                            <a:srgbClr val="B3B1AD">
                              <a:alpha val="100000"/>
                            </a:srgbClr>
                          </a:solidFill>
                          <a:latin typeface="Menlo" panose="020B0609030804020204"/>
                          <a:ea typeface="Menlo" panose="020B0609030804020204"/>
                          <a:cs typeface="Menlo" panose="020B0609030804020204"/>
                        </a:rPr>
                        <a:t>()</a:t>
                      </a:r>
                      <a:r>
                        <a:rPr sz="1600" kern="0" spc="40" dirty="0">
                          <a:solidFill>
                            <a:srgbClr val="95E6CB">
                              <a:alpha val="100000"/>
                            </a:srgbClr>
                          </a:solidFill>
                          <a:latin typeface="Menlo" panose="020B0609030804020204"/>
                          <a:ea typeface="Menlo" panose="020B0609030804020204"/>
                          <a:cs typeface="Menlo" panose="020B0609030804020204"/>
                        </a:rPr>
                        <a:t>+</a:t>
                      </a:r>
                      <a:endParaRPr sz="1600" dirty="0">
                        <a:latin typeface="Menlo" panose="020B0609030804020204"/>
                        <a:ea typeface="Menlo" panose="020B0609030804020204"/>
                        <a:cs typeface="Menlo" panose="020B0609030804020204"/>
                      </a:endParaRPr>
                    </a:p>
                    <a:p>
                      <a:pPr marL="372110" algn="l" rtl="0" eaLnBrk="0">
                        <a:lnSpc>
                          <a:spcPts val="2215"/>
                        </a:lnSpc>
                      </a:pPr>
                      <a:r>
                        <a:rPr sz="1600" kern="0" spc="0" dirty="0">
                          <a:solidFill>
                            <a:srgbClr val="FFB454">
                              <a:alpha val="100000"/>
                            </a:srgbClr>
                          </a:solidFill>
                          <a:latin typeface="Menlo" panose="020B0609030804020204"/>
                          <a:ea typeface="Menlo" panose="020B0609030804020204"/>
                          <a:cs typeface="Menlo" panose="020B0609030804020204"/>
                        </a:rPr>
                        <a:t>labs</a:t>
                      </a:r>
                      <a:r>
                        <a:rPr sz="1600" kern="0" spc="20" dirty="0">
                          <a:solidFill>
                            <a:srgbClr val="B3B1AD">
                              <a:alpha val="100000"/>
                            </a:srgbClr>
                          </a:solidFill>
                          <a:latin typeface="Menlo" panose="020B0609030804020204"/>
                          <a:ea typeface="Menlo" panose="020B0609030804020204"/>
                          <a:cs typeface="Menlo" panose="020B0609030804020204"/>
                        </a:rPr>
                        <a:t>(</a:t>
                      </a:r>
                      <a:r>
                        <a:rPr sz="1600" kern="0" spc="20" dirty="0">
                          <a:solidFill>
                            <a:srgbClr val="59C2FF">
                              <a:alpha val="100000"/>
                            </a:srgbClr>
                          </a:solidFill>
                          <a:latin typeface="Menlo" panose="020B0609030804020204"/>
                          <a:ea typeface="Menlo" panose="020B0609030804020204"/>
                          <a:cs typeface="Menlo" panose="020B0609030804020204"/>
                        </a:rPr>
                        <a:t>x=</a:t>
                      </a:r>
                      <a:r>
                        <a:rPr sz="1600" kern="0" spc="20" dirty="0">
                          <a:solidFill>
                            <a:srgbClr val="C2D94C">
                              <a:alpha val="100000"/>
                            </a:srgbClr>
                          </a:solidFill>
                          <a:latin typeface="Menlo" panose="020B0609030804020204"/>
                          <a:ea typeface="Menlo" panose="020B0609030804020204"/>
                          <a:cs typeface="Menlo" panose="020B0609030804020204"/>
                        </a:rPr>
                        <a:t>"</a:t>
                      </a:r>
                      <a:r>
                        <a:rPr sz="1600" kern="0" spc="20" dirty="0">
                          <a:solidFill>
                            <a:srgbClr val="C2D94C">
                              <a:alpha val="100000"/>
                            </a:srgbClr>
                          </a:solidFill>
                          <a:latin typeface="PingFang SC" panose="020B0400000000000000" charset="-122"/>
                          <a:ea typeface="PingFang SC" panose="020B0400000000000000" charset="-122"/>
                          <a:cs typeface="PingFang SC" panose="020B0400000000000000" charset="-122"/>
                        </a:rPr>
                        <a:t>英军⼠兵死亡原因</a:t>
                      </a:r>
                      <a:r>
                        <a:rPr sz="1600" kern="0" spc="20" dirty="0">
                          <a:solidFill>
                            <a:srgbClr val="C2D94C">
                              <a:alpha val="100000"/>
                            </a:srgbClr>
                          </a:solidFill>
                          <a:latin typeface="Menlo" panose="020B0609030804020204"/>
                          <a:ea typeface="Menlo" panose="020B0609030804020204"/>
                          <a:cs typeface="Menlo" panose="020B0609030804020204"/>
                        </a:rPr>
                        <a:t>"</a:t>
                      </a:r>
                      <a:r>
                        <a:rPr sz="1600" kern="0" spc="20" dirty="0">
                          <a:solidFill>
                            <a:srgbClr val="B3B1AD">
                              <a:alpha val="100000"/>
                            </a:srgbClr>
                          </a:solidFill>
                          <a:latin typeface="Menlo" panose="020B0609030804020204"/>
                          <a:ea typeface="Menlo" panose="020B0609030804020204"/>
                          <a:cs typeface="Menlo" panose="020B0609030804020204"/>
                        </a:rPr>
                        <a:t>, </a:t>
                      </a:r>
                      <a:r>
                        <a:rPr sz="1600" i="1" kern="0" spc="20" dirty="0">
                          <a:solidFill>
                            <a:srgbClr val="626A73">
                              <a:alpha val="100000"/>
                            </a:srgbClr>
                          </a:solidFill>
                          <a:latin typeface="Menlo" panose="020B0609030804020204"/>
                          <a:ea typeface="Menlo" panose="020B0609030804020204"/>
                          <a:cs typeface="Menlo" panose="020B0609030804020204"/>
                        </a:rPr>
                        <a:t># </a:t>
                      </a:r>
                      <a:r>
                        <a:rPr sz="1700" i="1" kern="0" spc="20" dirty="0">
                          <a:solidFill>
                            <a:srgbClr val="626A73">
                              <a:alpha val="100000"/>
                            </a:srgbClr>
                          </a:solidFill>
                          <a:latin typeface="PingFang SC" panose="020B0400000000000000" charset="-122"/>
                          <a:ea typeface="PingFang SC" panose="020B0400000000000000" charset="-122"/>
                          <a:cs typeface="PingFang SC" panose="020B0400000000000000" charset="-122"/>
                        </a:rPr>
                        <a:t>设置</a:t>
                      </a:r>
                      <a:r>
                        <a:rPr sz="1600" i="1" kern="0" spc="20" dirty="0">
                          <a:solidFill>
                            <a:srgbClr val="626A73">
                              <a:alpha val="100000"/>
                            </a:srgbClr>
                          </a:solidFill>
                          <a:latin typeface="Menlo" panose="020B0609030804020204"/>
                          <a:ea typeface="Menlo" panose="020B0609030804020204"/>
                          <a:cs typeface="Menlo" panose="020B0609030804020204"/>
                        </a:rPr>
                        <a:t>x</a:t>
                      </a:r>
                      <a:r>
                        <a:rPr sz="1700" i="1" kern="0" spc="20" dirty="0">
                          <a:solidFill>
                            <a:srgbClr val="626A73">
                              <a:alpha val="100000"/>
                            </a:srgbClr>
                          </a:solidFill>
                          <a:latin typeface="PingFang SC" panose="020B0400000000000000" charset="-122"/>
                          <a:ea typeface="PingFang SC" panose="020B0400000000000000" charset="-122"/>
                          <a:cs typeface="PingFang SC" panose="020B0400000000000000" charset="-122"/>
                        </a:rPr>
                        <a:t>轴标签</a:t>
                      </a:r>
                      <a:endParaRPr sz="1700" dirty="0">
                        <a:latin typeface="PingFang SC" panose="020B0400000000000000" charset="-122"/>
                        <a:ea typeface="PingFang SC" panose="020B0400000000000000" charset="-122"/>
                        <a:cs typeface="PingFang SC" panose="020B0400000000000000" charset="-122"/>
                      </a:endParaRPr>
                    </a:p>
                    <a:p>
                      <a:pPr marL="988695" algn="l" rtl="0" eaLnBrk="0">
                        <a:lnSpc>
                          <a:spcPct val="86000"/>
                        </a:lnSpc>
                        <a:spcBef>
                          <a:spcPts val="185"/>
                        </a:spcBef>
                      </a:pPr>
                      <a:r>
                        <a:rPr sz="1600" kern="0" spc="10" dirty="0">
                          <a:solidFill>
                            <a:srgbClr val="59C2FF">
                              <a:alpha val="100000"/>
                            </a:srgbClr>
                          </a:solidFill>
                          <a:latin typeface="Menlo" panose="020B0609030804020204"/>
                          <a:ea typeface="Menlo" panose="020B0609030804020204"/>
                          <a:cs typeface="Menlo" panose="020B0609030804020204"/>
                        </a:rPr>
                        <a:t>y=</a:t>
                      </a:r>
                      <a:r>
                        <a:rPr sz="1600" kern="0" spc="10" dirty="0">
                          <a:solidFill>
                            <a:srgbClr val="C2D94C">
                              <a:alpha val="100000"/>
                            </a:srgbClr>
                          </a:solidFill>
                          <a:latin typeface="Menlo" panose="020B0609030804020204"/>
                          <a:ea typeface="Menlo" panose="020B0609030804020204"/>
                          <a:cs typeface="Menlo" panose="020B0609030804020204"/>
                        </a:rPr>
                        <a:t>"</a:t>
                      </a:r>
                      <a:r>
                        <a:rPr sz="1600" kern="0" spc="10" dirty="0">
                          <a:solidFill>
                            <a:srgbClr val="C2D94C">
                              <a:alpha val="100000"/>
                            </a:srgbClr>
                          </a:solidFill>
                          <a:latin typeface="PingFang SC" panose="020B0400000000000000" charset="-122"/>
                          <a:ea typeface="PingFang SC" panose="020B0400000000000000" charset="-122"/>
                          <a:cs typeface="PingFang SC" panose="020B0400000000000000" charset="-122"/>
                        </a:rPr>
                        <a:t>总死亡⼈数</a:t>
                      </a:r>
                      <a:r>
                        <a:rPr sz="1600" kern="0" spc="10" dirty="0">
                          <a:solidFill>
                            <a:srgbClr val="C2D94C">
                              <a:alpha val="100000"/>
                            </a:srgbClr>
                          </a:solidFill>
                          <a:latin typeface="Menlo" panose="020B0609030804020204"/>
                          <a:ea typeface="Menlo" panose="020B0609030804020204"/>
                          <a:cs typeface="Menlo" panose="020B0609030804020204"/>
                        </a:rPr>
                        <a:t>"</a:t>
                      </a:r>
                      <a:r>
                        <a:rPr sz="1600" kern="0" spc="10" dirty="0">
                          <a:solidFill>
                            <a:srgbClr val="B3B1AD">
                              <a:alpha val="100000"/>
                            </a:srgbClr>
                          </a:solidFill>
                          <a:latin typeface="Menlo" panose="020B0609030804020204"/>
                          <a:ea typeface="Menlo" panose="020B0609030804020204"/>
                          <a:cs typeface="Menlo" panose="020B0609030804020204"/>
                        </a:rPr>
                        <a:t>,       </a:t>
                      </a:r>
                      <a:r>
                        <a:rPr sz="1600" i="1" kern="0" spc="10" dirty="0">
                          <a:solidFill>
                            <a:srgbClr val="626A73">
                              <a:alpha val="100000"/>
                            </a:srgbClr>
                          </a:solidFill>
                          <a:latin typeface="Menlo" panose="020B0609030804020204"/>
                          <a:ea typeface="Menlo" panose="020B0609030804020204"/>
                          <a:cs typeface="Menlo" panose="020B0609030804020204"/>
                        </a:rPr>
                        <a:t>#</a:t>
                      </a:r>
                      <a:r>
                        <a:rPr sz="1600" i="1" kern="0" spc="270" dirty="0">
                          <a:solidFill>
                            <a:srgbClr val="626A73">
                              <a:alpha val="100000"/>
                            </a:srgbClr>
                          </a:solidFill>
                          <a:latin typeface="Menlo" panose="020B0609030804020204"/>
                          <a:ea typeface="Menlo" panose="020B0609030804020204"/>
                          <a:cs typeface="Menlo" panose="020B0609030804020204"/>
                        </a:rPr>
                        <a:t> </a:t>
                      </a:r>
                      <a:r>
                        <a:rPr sz="1700" i="1" kern="0" spc="10" dirty="0">
                          <a:solidFill>
                            <a:srgbClr val="626A73">
                              <a:alpha val="100000"/>
                            </a:srgbClr>
                          </a:solidFill>
                          <a:latin typeface="PingFang SC" panose="020B0400000000000000" charset="-122"/>
                          <a:ea typeface="PingFang SC" panose="020B0400000000000000" charset="-122"/>
                          <a:cs typeface="PingFang SC" panose="020B0400000000000000" charset="-122"/>
                        </a:rPr>
                        <a:t>设置</a:t>
                      </a:r>
                      <a:r>
                        <a:rPr sz="1600" i="1" kern="0" spc="10" dirty="0">
                          <a:solidFill>
                            <a:srgbClr val="626A73">
                              <a:alpha val="100000"/>
                            </a:srgbClr>
                          </a:solidFill>
                          <a:latin typeface="Menlo" panose="020B0609030804020204"/>
                          <a:ea typeface="Menlo" panose="020B0609030804020204"/>
                          <a:cs typeface="Menlo" panose="020B0609030804020204"/>
                        </a:rPr>
                        <a:t>y</a:t>
                      </a:r>
                      <a:r>
                        <a:rPr sz="1700" i="1" kern="0" spc="10" dirty="0">
                          <a:solidFill>
                            <a:srgbClr val="626A73">
                              <a:alpha val="100000"/>
                            </a:srgbClr>
                          </a:solidFill>
                          <a:latin typeface="PingFang SC" panose="020B0400000000000000" charset="-122"/>
                          <a:ea typeface="PingFang SC" panose="020B0400000000000000" charset="-122"/>
                          <a:cs typeface="PingFang SC" panose="020B0400000000000000" charset="-122"/>
                        </a:rPr>
                        <a:t>轴标签</a:t>
                      </a:r>
                      <a:endParaRPr sz="1700" dirty="0">
                        <a:latin typeface="PingFang SC" panose="020B0400000000000000" charset="-122"/>
                        <a:ea typeface="PingFang SC" panose="020B0400000000000000" charset="-122"/>
                        <a:cs typeface="PingFang SC" panose="020B0400000000000000" charset="-122"/>
                      </a:endParaRPr>
                    </a:p>
                    <a:p>
                      <a:pPr marL="978535" indent="12700" algn="l" rtl="0" eaLnBrk="0">
                        <a:lnSpc>
                          <a:spcPct val="108000"/>
                        </a:lnSpc>
                        <a:spcBef>
                          <a:spcPts val="25"/>
                        </a:spcBef>
                      </a:pPr>
                      <a:r>
                        <a:rPr sz="1600" kern="0" spc="0" dirty="0">
                          <a:solidFill>
                            <a:srgbClr val="59C2FF">
                              <a:alpha val="100000"/>
                            </a:srgbClr>
                          </a:solidFill>
                          <a:latin typeface="Menlo" panose="020B0609030804020204"/>
                          <a:ea typeface="Menlo" panose="020B0609030804020204"/>
                          <a:cs typeface="Menlo" panose="020B0609030804020204"/>
                        </a:rPr>
                        <a:t>title</a:t>
                      </a:r>
                      <a:r>
                        <a:rPr sz="1600" kern="0" spc="40" dirty="0">
                          <a:solidFill>
                            <a:srgbClr val="59C2FF">
                              <a:alpha val="100000"/>
                            </a:srgbClr>
                          </a:solidFill>
                          <a:latin typeface="Menlo" panose="020B0609030804020204"/>
                          <a:ea typeface="Menlo" panose="020B0609030804020204"/>
                          <a:cs typeface="Menlo" panose="020B0609030804020204"/>
                        </a:rPr>
                        <a:t> = </a:t>
                      </a:r>
                      <a:r>
                        <a:rPr sz="1600" kern="0" spc="40" dirty="0">
                          <a:solidFill>
                            <a:srgbClr val="C2D94C">
                              <a:alpha val="100000"/>
                            </a:srgbClr>
                          </a:solidFill>
                          <a:latin typeface="Menlo" panose="020B0609030804020204"/>
                          <a:ea typeface="Menlo" panose="020B0609030804020204"/>
                          <a:cs typeface="Menlo" panose="020B0609030804020204"/>
                        </a:rPr>
                        <a:t>"1854-1856</a:t>
                      </a:r>
                      <a:r>
                        <a:rPr sz="1600" kern="0" spc="40" dirty="0">
                          <a:solidFill>
                            <a:srgbClr val="C2D94C">
                              <a:alpha val="100000"/>
                            </a:srgbClr>
                          </a:solidFill>
                          <a:latin typeface="PingFang SC" panose="020B0400000000000000" charset="-122"/>
                          <a:ea typeface="PingFang SC" panose="020B0400000000000000" charset="-122"/>
                          <a:cs typeface="PingFang SC" panose="020B0400000000000000" charset="-122"/>
                        </a:rPr>
                        <a:t>年克⾥⽶亚战争</a:t>
                      </a:r>
                      <a:r>
                        <a:rPr sz="1600" kern="0" spc="40" dirty="0">
                          <a:solidFill>
                            <a:srgbClr val="95E6CB">
                              <a:alpha val="100000"/>
                            </a:srgbClr>
                          </a:solidFill>
                          <a:latin typeface="Menlo" panose="020B0609030804020204"/>
                          <a:ea typeface="Menlo" panose="020B0609030804020204"/>
                          <a:cs typeface="Menlo" panose="020B0609030804020204"/>
                        </a:rPr>
                        <a:t>\n</a:t>
                      </a:r>
                      <a:r>
                        <a:rPr sz="1600" kern="0" spc="40" dirty="0">
                          <a:solidFill>
                            <a:srgbClr val="C2D94C">
                              <a:alpha val="100000"/>
                            </a:srgbClr>
                          </a:solidFill>
                          <a:latin typeface="PingFang SC" panose="020B0400000000000000" charset="-122"/>
                          <a:ea typeface="PingFang SC" panose="020B0400000000000000" charset="-122"/>
                          <a:cs typeface="PingFang SC" panose="020B0400000000000000" charset="-122"/>
                        </a:rPr>
                        <a:t>英军⼠兵死亡原因分析</a:t>
                      </a:r>
                      <a:r>
                        <a:rPr sz="1600" kern="0" spc="40" dirty="0">
                          <a:solidFill>
                            <a:srgbClr val="C2D94C">
                              <a:alpha val="100000"/>
                            </a:srgbClr>
                          </a:solidFill>
                          <a:latin typeface="Menlo" panose="020B0609030804020204"/>
                          <a:ea typeface="Menlo" panose="020B0609030804020204"/>
                          <a:cs typeface="Menlo" panose="020B0609030804020204"/>
                        </a:rPr>
                        <a:t>"</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30" dirty="0">
                          <a:solidFill>
                            <a:srgbClr val="95E6CB">
                              <a:alpha val="100000"/>
                            </a:srgbClr>
                          </a:solidFill>
                          <a:latin typeface="Menlo" panose="020B0609030804020204"/>
                          <a:ea typeface="Menlo" panose="020B0609030804020204"/>
                          <a:cs typeface="Menlo" panose="020B0609030804020204"/>
                        </a:rPr>
                        <a:t>+</a:t>
                      </a:r>
                      <a:r>
                        <a:rPr sz="1600" kern="0" spc="0" dirty="0">
                          <a:solidFill>
                            <a:srgbClr val="95E6CB">
                              <a:alpha val="100000"/>
                            </a:srgbClr>
                          </a:solidFill>
                          <a:latin typeface="Menlo" panose="020B0609030804020204"/>
                          <a:ea typeface="Menlo" panose="020B0609030804020204"/>
                          <a:cs typeface="Menlo" panose="020B0609030804020204"/>
                        </a:rPr>
                        <a:t>    </a:t>
                      </a:r>
                      <a:r>
                        <a:rPr sz="1600" i="1" kern="0" spc="-50" dirty="0">
                          <a:solidFill>
                            <a:srgbClr val="626A73">
                              <a:alpha val="100000"/>
                            </a:srgbClr>
                          </a:solidFill>
                          <a:latin typeface="Menlo" panose="020B0609030804020204"/>
                          <a:ea typeface="Menlo" panose="020B0609030804020204"/>
                          <a:cs typeface="Menlo" panose="020B0609030804020204"/>
                        </a:rPr>
                        <a:t>#</a:t>
                      </a:r>
                      <a:r>
                        <a:rPr sz="1600" i="1" kern="0" spc="270" dirty="0">
                          <a:solidFill>
                            <a:srgbClr val="626A73">
                              <a:alpha val="100000"/>
                            </a:srgbClr>
                          </a:solidFill>
                          <a:latin typeface="Menlo" panose="020B0609030804020204"/>
                          <a:ea typeface="Menlo" panose="020B0609030804020204"/>
                          <a:cs typeface="Menlo" panose="020B0609030804020204"/>
                        </a:rPr>
                        <a:t> </a:t>
                      </a:r>
                      <a:r>
                        <a:rPr sz="1700" i="1" kern="0" spc="-50" dirty="0">
                          <a:solidFill>
                            <a:srgbClr val="626A73">
                              <a:alpha val="100000"/>
                            </a:srgbClr>
                          </a:solidFill>
                          <a:latin typeface="PingFang SC" panose="020B0400000000000000" charset="-122"/>
                          <a:ea typeface="PingFang SC" panose="020B0400000000000000" charset="-122"/>
                          <a:cs typeface="PingFang SC" panose="020B0400000000000000" charset="-122"/>
                        </a:rPr>
                        <a:t>设置图表标题</a:t>
                      </a:r>
                      <a:endParaRPr sz="1700" dirty="0">
                        <a:latin typeface="PingFang SC" panose="020B0400000000000000" charset="-122"/>
                        <a:ea typeface="PingFang SC" panose="020B0400000000000000" charset="-122"/>
                        <a:cs typeface="PingFang SC" panose="020B0400000000000000" charset="-122"/>
                      </a:endParaRPr>
                    </a:p>
                    <a:p>
                      <a:pPr marL="360680" algn="l" rtl="0" eaLnBrk="0">
                        <a:lnSpc>
                          <a:spcPts val="2215"/>
                        </a:lnSpc>
                        <a:spcBef>
                          <a:spcPts val="45"/>
                        </a:spcBef>
                      </a:pPr>
                      <a:r>
                        <a:rPr sz="1600" kern="0" spc="0" dirty="0">
                          <a:solidFill>
                            <a:srgbClr val="FFB454">
                              <a:alpha val="100000"/>
                            </a:srgbClr>
                          </a:solidFill>
                          <a:latin typeface="Menlo" panose="020B0609030804020204"/>
                          <a:ea typeface="Menlo" panose="020B0609030804020204"/>
                          <a:cs typeface="Menlo" panose="020B0609030804020204"/>
                        </a:rPr>
                        <a:t>theme</a:t>
                      </a:r>
                      <a:r>
                        <a:rPr sz="1600" kern="0" spc="10" dirty="0">
                          <a:solidFill>
                            <a:srgbClr val="FFB454">
                              <a:alpha val="100000"/>
                            </a:srgbClr>
                          </a:solidFill>
                          <a:latin typeface="Menlo" panose="020B0609030804020204"/>
                          <a:ea typeface="Menlo" panose="020B0609030804020204"/>
                          <a:cs typeface="Menlo" panose="020B0609030804020204"/>
                        </a:rPr>
                        <a:t>_</a:t>
                      </a:r>
                      <a:r>
                        <a:rPr sz="1600" kern="0" spc="0" dirty="0">
                          <a:solidFill>
                            <a:srgbClr val="FFB454">
                              <a:alpha val="100000"/>
                            </a:srgbClr>
                          </a:solidFill>
                          <a:latin typeface="Menlo" panose="020B0609030804020204"/>
                          <a:ea typeface="Menlo" panose="020B0609030804020204"/>
                          <a:cs typeface="Menlo" panose="020B0609030804020204"/>
                        </a:rPr>
                        <a:t>minimal</a:t>
                      </a:r>
                      <a:r>
                        <a:rPr sz="1600" kern="0" spc="10" dirty="0">
                          <a:solidFill>
                            <a:srgbClr val="B3B1AD">
                              <a:alpha val="100000"/>
                            </a:srgbClr>
                          </a:solidFill>
                          <a:latin typeface="Menlo" panose="020B0609030804020204"/>
                          <a:ea typeface="Menlo" panose="020B0609030804020204"/>
                          <a:cs typeface="Menlo" panose="020B0609030804020204"/>
                        </a:rPr>
                        <a:t>()</a:t>
                      </a:r>
                      <a:r>
                        <a:rPr sz="1600" kern="0" spc="10" dirty="0">
                          <a:solidFill>
                            <a:srgbClr val="95E6CB">
                              <a:alpha val="100000"/>
                            </a:srgbClr>
                          </a:solidFill>
                          <a:latin typeface="Menlo" panose="020B0609030804020204"/>
                          <a:ea typeface="Menlo" panose="020B0609030804020204"/>
                          <a:cs typeface="Menlo" panose="020B0609030804020204"/>
                        </a:rPr>
                        <a:t>+  </a:t>
                      </a:r>
                      <a:r>
                        <a:rPr sz="1600" i="1" kern="0" spc="10" dirty="0">
                          <a:solidFill>
                            <a:srgbClr val="626A73">
                              <a:alpha val="100000"/>
                            </a:srgbClr>
                          </a:solidFill>
                          <a:latin typeface="Menlo" panose="020B0609030804020204"/>
                          <a:ea typeface="Menlo" panose="020B0609030804020204"/>
                          <a:cs typeface="Menlo" panose="020B0609030804020204"/>
                        </a:rPr>
                        <a:t>#</a:t>
                      </a:r>
                      <a:r>
                        <a:rPr sz="1600" i="1" kern="0" spc="320" dirty="0">
                          <a:solidFill>
                            <a:srgbClr val="626A73">
                              <a:alpha val="100000"/>
                            </a:srgbClr>
                          </a:solidFill>
                          <a:latin typeface="Menlo" panose="020B0609030804020204"/>
                          <a:ea typeface="Menlo" panose="020B0609030804020204"/>
                          <a:cs typeface="Menlo" panose="020B0609030804020204"/>
                        </a:rPr>
                        <a:t> </a:t>
                      </a:r>
                      <a:r>
                        <a:rPr sz="1700" i="1" kern="0" spc="10" dirty="0">
                          <a:solidFill>
                            <a:srgbClr val="626A73">
                              <a:alpha val="100000"/>
                            </a:srgbClr>
                          </a:solidFill>
                          <a:latin typeface="PingFang SC" panose="020B0400000000000000" charset="-122"/>
                          <a:ea typeface="PingFang SC" panose="020B0400000000000000" charset="-122"/>
                          <a:cs typeface="PingFang SC" panose="020B0400000000000000" charset="-122"/>
                        </a:rPr>
                        <a:t>设置主题</a:t>
                      </a:r>
                      <a:endParaRPr sz="1700" dirty="0">
                        <a:latin typeface="PingFang SC" panose="020B0400000000000000" charset="-122"/>
                        <a:ea typeface="PingFang SC" panose="020B0400000000000000" charset="-122"/>
                        <a:cs typeface="PingFang SC" panose="020B0400000000000000" charset="-122"/>
                      </a:endParaRPr>
                    </a:p>
                    <a:p>
                      <a:pPr marL="360680" algn="l" rtl="0" eaLnBrk="0">
                        <a:lnSpc>
                          <a:spcPts val="2215"/>
                        </a:lnSpc>
                      </a:pPr>
                      <a:r>
                        <a:rPr sz="1600" kern="0" spc="0" dirty="0">
                          <a:solidFill>
                            <a:srgbClr val="FFB454">
                              <a:alpha val="100000"/>
                            </a:srgbClr>
                          </a:solidFill>
                          <a:latin typeface="Menlo" panose="020B0609030804020204"/>
                          <a:ea typeface="Menlo" panose="020B0609030804020204"/>
                          <a:cs typeface="Menlo" panose="020B0609030804020204"/>
                        </a:rPr>
                        <a:t>theme</a:t>
                      </a:r>
                      <a:r>
                        <a:rPr sz="1600" kern="0" spc="30" dirty="0">
                          <a:solidFill>
                            <a:srgbClr val="B3B1AD">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legend</a:t>
                      </a:r>
                      <a:r>
                        <a:rPr sz="1600" kern="0" spc="30" dirty="0">
                          <a:solidFill>
                            <a:srgbClr val="59C2FF">
                              <a:alpha val="100000"/>
                            </a:srgbClr>
                          </a:solidFill>
                          <a:latin typeface="Menlo" panose="020B0609030804020204"/>
                          <a:ea typeface="Menlo" panose="020B0609030804020204"/>
                          <a:cs typeface="Menlo" panose="020B0609030804020204"/>
                        </a:rPr>
                        <a:t>.</a:t>
                      </a:r>
                      <a:r>
                        <a:rPr sz="1600" kern="0" spc="0" dirty="0">
                          <a:solidFill>
                            <a:srgbClr val="59C2FF">
                              <a:alpha val="100000"/>
                            </a:srgbClr>
                          </a:solidFill>
                          <a:latin typeface="Menlo" panose="020B0609030804020204"/>
                          <a:ea typeface="Menlo" panose="020B0609030804020204"/>
                          <a:cs typeface="Menlo" panose="020B0609030804020204"/>
                        </a:rPr>
                        <a:t>position</a:t>
                      </a:r>
                      <a:r>
                        <a:rPr sz="1600" kern="0" spc="30" dirty="0">
                          <a:solidFill>
                            <a:srgbClr val="59C2FF">
                              <a:alpha val="100000"/>
                            </a:srgbClr>
                          </a:solidFill>
                          <a:latin typeface="Menlo" panose="020B0609030804020204"/>
                          <a:ea typeface="Menlo" panose="020B0609030804020204"/>
                          <a:cs typeface="Menlo" panose="020B0609030804020204"/>
                        </a:rPr>
                        <a:t> = </a:t>
                      </a:r>
                      <a:r>
                        <a:rPr sz="1600" kern="0" spc="30" dirty="0">
                          <a:solidFill>
                            <a:srgbClr val="C2D94C">
                              <a:alpha val="100000"/>
                            </a:srgbClr>
                          </a:solidFill>
                          <a:latin typeface="Menlo" panose="020B0609030804020204"/>
                          <a:ea typeface="Menlo" panose="020B0609030804020204"/>
                          <a:cs typeface="Menlo" panose="020B0609030804020204"/>
                        </a:rPr>
                        <a:t>"</a:t>
                      </a:r>
                      <a:r>
                        <a:rPr sz="1600" kern="0" spc="0" dirty="0">
                          <a:solidFill>
                            <a:srgbClr val="C2D94C">
                              <a:alpha val="100000"/>
                            </a:srgbClr>
                          </a:solidFill>
                          <a:latin typeface="Menlo" panose="020B0609030804020204"/>
                          <a:ea typeface="Menlo" panose="020B0609030804020204"/>
                          <a:cs typeface="Menlo" panose="020B0609030804020204"/>
                        </a:rPr>
                        <a:t>bottom</a:t>
                      </a:r>
                      <a:r>
                        <a:rPr sz="1600" kern="0" spc="30" dirty="0">
                          <a:solidFill>
                            <a:srgbClr val="C2D94C">
                              <a:alpha val="100000"/>
                            </a:srgbClr>
                          </a:solidFill>
                          <a:latin typeface="Menlo" panose="020B0609030804020204"/>
                          <a:ea typeface="Menlo" panose="020B0609030804020204"/>
                          <a:cs typeface="Menlo" panose="020B0609030804020204"/>
                        </a:rPr>
                        <a:t>"</a:t>
                      </a:r>
                      <a:r>
                        <a:rPr sz="1600" kern="0" spc="30" dirty="0">
                          <a:solidFill>
                            <a:srgbClr val="B3B1AD">
                              <a:alpha val="100000"/>
                            </a:srgbClr>
                          </a:solidFill>
                          <a:latin typeface="Menlo" panose="020B0609030804020204"/>
                          <a:ea typeface="Menlo" panose="020B0609030804020204"/>
                          <a:cs typeface="Menlo" panose="020B0609030804020204"/>
                        </a:rPr>
                        <a:t>) </a:t>
                      </a:r>
                      <a:r>
                        <a:rPr sz="1600" i="1" kern="0" spc="30" dirty="0">
                          <a:solidFill>
                            <a:srgbClr val="626A73">
                              <a:alpha val="100000"/>
                            </a:srgbClr>
                          </a:solidFill>
                          <a:latin typeface="Menlo" panose="020B0609030804020204"/>
                          <a:ea typeface="Menlo" panose="020B0609030804020204"/>
                          <a:cs typeface="Menlo" panose="020B0609030804020204"/>
                        </a:rPr>
                        <a:t>#</a:t>
                      </a:r>
                      <a:r>
                        <a:rPr sz="1600" i="1" kern="0" spc="280" dirty="0">
                          <a:solidFill>
                            <a:srgbClr val="626A73">
                              <a:alpha val="100000"/>
                            </a:srgbClr>
                          </a:solidFill>
                          <a:latin typeface="Menlo" panose="020B0609030804020204"/>
                          <a:ea typeface="Menlo" panose="020B0609030804020204"/>
                          <a:cs typeface="Menlo" panose="020B0609030804020204"/>
                        </a:rPr>
                        <a:t> </a:t>
                      </a:r>
                      <a:r>
                        <a:rPr sz="1700" i="1" kern="0" spc="30" dirty="0">
                          <a:solidFill>
                            <a:srgbClr val="626A73">
                              <a:alpha val="100000"/>
                            </a:srgbClr>
                          </a:solidFill>
                          <a:latin typeface="PingFang SC" panose="020B0400000000000000" charset="-122"/>
                          <a:ea typeface="PingFang SC" panose="020B0400000000000000" charset="-122"/>
                          <a:cs typeface="PingFang SC" panose="020B0400000000000000" charset="-122"/>
                        </a:rPr>
                        <a:t>设置图例位置</a:t>
                      </a:r>
                      <a:endParaRPr sz="1700" dirty="0">
                        <a:latin typeface="PingFang SC" panose="020B0400000000000000" charset="-122"/>
                        <a:ea typeface="PingFang SC" panose="020B0400000000000000" charset="-122"/>
                        <a:cs typeface="PingFang SC" panose="020B0400000000000000" charset="-122"/>
                      </a:endParaRPr>
                    </a:p>
                  </a:txBody>
                  <a:tcPr marL="0" marR="0" marT="0" marB="0">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0A0E14"/>
                    </a:solidFill>
                  </a:tcPr>
                </a:tc>
              </a:tr>
            </a:tbl>
          </a:graphicData>
        </a:graphic>
      </p:graphicFrame>
      <p:pic>
        <p:nvPicPr>
          <p:cNvPr id="35" name="Picture 1" descr="01-ggplot2-7_files/figure-pptx/unnamed-chunk-16-1.png"/>
          <p:cNvPicPr>
            <a:picLocks noGrp="1" noChangeAspect="1"/>
          </p:cNvPicPr>
          <p:nvPr/>
        </p:nvPicPr>
        <p:blipFill>
          <a:blip r:embed="rId1"/>
          <a:stretch>
            <a:fillRect/>
          </a:stretch>
        </p:blipFill>
        <p:spPr bwMode="auto">
          <a:xfrm>
            <a:off x="7604648" y="780203"/>
            <a:ext cx="6991791" cy="5584638"/>
          </a:xfrm>
          <a:prstGeom prst="rect">
            <a:avLst/>
          </a:prstGeom>
          <a:noFill/>
          <a:ln w="9525">
            <a:noFill/>
          </a:ln>
        </p:spPr>
      </p:pic>
      <p:sp>
        <p:nvSpPr>
          <p:cNvPr id="4" name="Text 1"/>
          <p:cNvSpPr/>
          <p:nvPr/>
        </p:nvSpPr>
        <p:spPr>
          <a:xfrm>
            <a:off x="299791" y="4378958"/>
            <a:ext cx="1908622" cy="213843"/>
          </a:xfrm>
          <a:prstGeom prst="rect">
            <a:avLst/>
          </a:prstGeom>
          <a:noFill/>
        </p:spPr>
        <p:txBody>
          <a:bodyPr wrap="none" lIns="0" tIns="0" rIns="0" bIns="0" rtlCol="0" anchor="t"/>
          <a:lstStyle/>
          <a:p>
            <a:pPr marL="0" indent="0" algn="l">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代码</a:t>
            </a:r>
            <a:endParaRPr lang="en-US" sz="1700" dirty="0"/>
          </a:p>
        </p:txBody>
      </p:sp>
      <p:sp>
        <p:nvSpPr>
          <p:cNvPr id="13" name="Text 9"/>
          <p:cNvSpPr/>
          <p:nvPr/>
        </p:nvSpPr>
        <p:spPr>
          <a:xfrm>
            <a:off x="10363200" y="6431014"/>
            <a:ext cx="2170509" cy="271224"/>
          </a:xfrm>
          <a:prstGeom prst="rect">
            <a:avLst/>
          </a:prstGeom>
          <a:noFill/>
        </p:spPr>
        <p:txBody>
          <a:bodyPr wrap="none" lIns="0" tIns="0" rIns="0" bIns="0" rtlCol="0" anchor="t"/>
          <a:lstStyle/>
          <a:p>
            <a:pPr marL="0" indent="0" algn="ctr">
              <a:lnSpc>
                <a:spcPts val="2100"/>
              </a:lnSpc>
              <a:buNone/>
            </a:pPr>
            <a:r>
              <a:rPr lang="en-US" sz="1700" dirty="0">
                <a:solidFill>
                  <a:srgbClr val="3A3A3A"/>
                </a:solidFill>
                <a:latin typeface="Noto Serif Medium" pitchFamily="34" charset="0"/>
                <a:ea typeface="Noto Serif Medium" pitchFamily="34" charset="-122"/>
                <a:cs typeface="Noto Serif Medium" pitchFamily="34" charset="-120"/>
              </a:rPr>
              <a:t>结果展示</a:t>
            </a:r>
            <a:endParaRPr lang="en-US" sz="1700" dirty="0"/>
          </a:p>
        </p:txBody>
      </p:sp>
      <p:sp>
        <p:nvSpPr>
          <p:cNvPr id="12" name="圆角矩形 11"/>
          <p:cNvSpPr/>
          <p:nvPr/>
        </p:nvSpPr>
        <p:spPr>
          <a:xfrm>
            <a:off x="553085" y="7439025"/>
            <a:ext cx="6074410" cy="621665"/>
          </a:xfrm>
          <a:prstGeom prst="roundRect">
            <a:avLst/>
          </a:prstGeom>
          <a:noFill/>
          <a:ln w="57150">
            <a:solidFill>
              <a:srgbClr val="4DA5E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 name="组合 4"/>
          <p:cNvGrpSpPr/>
          <p:nvPr/>
        </p:nvGrpSpPr>
        <p:grpSpPr>
          <a:xfrm>
            <a:off x="7816215" y="7799705"/>
            <a:ext cx="6494780" cy="276860"/>
            <a:chOff x="240" y="12283"/>
            <a:chExt cx="10228" cy="436"/>
          </a:xfrm>
        </p:grpSpPr>
        <p:sp>
          <p:nvSpPr>
            <p:cNvPr id="54" name="Shape 6"/>
            <p:cNvSpPr/>
            <p:nvPr/>
          </p:nvSpPr>
          <p:spPr>
            <a:xfrm>
              <a:off x="1011" y="12360"/>
              <a:ext cx="8064" cy="270"/>
            </a:xfrm>
            <a:prstGeom prst="rect">
              <a:avLst/>
            </a:prstGeom>
            <a:solidFill>
              <a:srgbClr val="CBD5E0"/>
            </a:solidFill>
          </p:spPr>
          <p:txBody>
            <a:bodyPr/>
            <a:lstStyle/>
            <a:p>
              <a:endParaRPr lang="zh-CN" altLang="en-US" dirty="0"/>
            </a:p>
          </p:txBody>
        </p:sp>
        <p:grpSp>
          <p:nvGrpSpPr>
            <p:cNvPr id="3" name="组合 2"/>
            <p:cNvGrpSpPr/>
            <p:nvPr/>
          </p:nvGrpSpPr>
          <p:grpSpPr>
            <a:xfrm>
              <a:off x="240" y="12283"/>
              <a:ext cx="10228" cy="436"/>
              <a:chOff x="240" y="12283"/>
              <a:chExt cx="10228" cy="436"/>
            </a:xfrm>
          </p:grpSpPr>
          <p:sp>
            <p:nvSpPr>
              <p:cNvPr id="11" name="Text 8"/>
              <p:cNvSpPr/>
              <p:nvPr/>
            </p:nvSpPr>
            <p:spPr>
              <a:xfrm>
                <a:off x="240" y="12283"/>
                <a:ext cx="10229" cy="437"/>
              </a:xfrm>
              <a:prstGeom prst="rect">
                <a:avLst/>
              </a:prstGeom>
              <a:noFill/>
            </p:spPr>
            <p:txBody>
              <a:bodyPr wrap="none" lIns="0" tIns="0" rIns="0" bIns="0" rtlCol="0" anchor="t"/>
              <a:lstStyle/>
              <a:p>
                <a:pPr marL="0" indent="0" algn="l">
                  <a:lnSpc>
                    <a:spcPts val="2150"/>
                  </a:lnSpc>
                  <a:buNone/>
                </a:pPr>
                <a:r>
                  <a:rPr lang="en-US" sz="1400" dirty="0" err="1">
                    <a:solidFill>
                      <a:srgbClr val="4C4C4C"/>
                    </a:solidFill>
                    <a:latin typeface="黑体" panose="02010600030101010101" pitchFamily="49" charset="-122"/>
                    <a:ea typeface="黑体" panose="02010600030101010101" pitchFamily="49" charset="-122"/>
                    <a:cs typeface="Noto Serif" pitchFamily="34" charset="-120"/>
                  </a:rPr>
                  <a:t>进度</a:t>
                </a:r>
                <a:r>
                  <a:rPr lang="en-US" sz="1400" dirty="0">
                    <a:solidFill>
                      <a:srgbClr val="4C4C4C"/>
                    </a:solidFill>
                    <a:latin typeface="黑体" panose="02010600030101010101" pitchFamily="49" charset="-122"/>
                    <a:ea typeface="黑体" panose="02010600030101010101" pitchFamily="49" charset="-122"/>
                    <a:cs typeface="Noto Serif" pitchFamily="34" charset="-120"/>
                  </a:rPr>
                  <a:t>： 5/5</a:t>
                </a:r>
                <a:endParaRPr lang="en-US" sz="1400" dirty="0">
                  <a:latin typeface="黑体" panose="02010600030101010101" pitchFamily="49" charset="-122"/>
                  <a:ea typeface="黑体" panose="02010600030101010101" pitchFamily="49" charset="-122"/>
                </a:endParaRPr>
              </a:p>
            </p:txBody>
          </p:sp>
          <p:sp>
            <p:nvSpPr>
              <p:cNvPr id="55" name="Shape 7"/>
              <p:cNvSpPr/>
              <p:nvPr/>
            </p:nvSpPr>
            <p:spPr>
              <a:xfrm>
                <a:off x="1011" y="12360"/>
                <a:ext cx="8064" cy="270"/>
              </a:xfrm>
              <a:prstGeom prst="rect">
                <a:avLst/>
              </a:prstGeom>
              <a:solidFill>
                <a:srgbClr val="4299E1"/>
              </a:solidFill>
            </p:spPr>
            <p:txBody>
              <a:bodyPr/>
              <a:lstStyle/>
              <a:p>
                <a:endParaRPr lang="zh-CN" altLang="en-US"/>
              </a:p>
            </p:txBody>
          </p:sp>
        </p:grpSp>
      </p:grpSp>
      <p:sp>
        <p:nvSpPr>
          <p:cNvPr id="56" name="菱形 55"/>
          <p:cNvSpPr/>
          <p:nvPr/>
        </p:nvSpPr>
        <p:spPr>
          <a:xfrm>
            <a:off x="3451224" y="3890172"/>
            <a:ext cx="2933743" cy="635334"/>
          </a:xfrm>
          <a:prstGeom prst="diamond">
            <a:avLst/>
          </a:prstGeom>
          <a:solidFill>
            <a:srgbClr val="5695A0">
              <a:alpha val="66000"/>
            </a:srgbClr>
          </a:solidFill>
          <a:ln>
            <a:solidFill>
              <a:srgbClr val="5695A0"/>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57" name="文本框 56"/>
          <p:cNvSpPr txBox="1"/>
          <p:nvPr/>
        </p:nvSpPr>
        <p:spPr>
          <a:xfrm>
            <a:off x="1204753" y="3909708"/>
            <a:ext cx="1791961" cy="364476"/>
          </a:xfrm>
          <a:prstGeom prst="rect">
            <a:avLst/>
          </a:prstGeom>
          <a:noFill/>
        </p:spPr>
        <p:txBody>
          <a:bodyPr wrap="square" rtlCol="0">
            <a:noAutofit/>
          </a:bodyPr>
          <a:lstStyle/>
          <a:p>
            <a:pPr algn="r">
              <a:lnSpc>
                <a:spcPct val="140000"/>
              </a:lnSpc>
            </a:pPr>
            <a:r>
              <a:rPr lang="zh-CN" altLang="en-US" sz="2400" kern="100" dirty="0">
                <a:solidFill>
                  <a:srgbClr val="5695A0"/>
                </a:solidFill>
                <a:effectLst/>
                <a:latin typeface="微软雅黑" panose="020B0503020204020204" pitchFamily="34" charset="-122"/>
                <a:cs typeface="江城圆体 400W" panose="020B0500000000000000" pitchFamily="34" charset="-122"/>
              </a:rPr>
              <a:t>数据</a:t>
            </a:r>
            <a:r>
              <a:rPr lang="en-US" altLang="zh-CN" sz="2400" kern="100" dirty="0">
                <a:solidFill>
                  <a:srgbClr val="5695A0"/>
                </a:solidFill>
                <a:effectLst/>
                <a:latin typeface="微软雅黑" panose="020B0503020204020204" pitchFamily="34" charset="-122"/>
                <a:cs typeface="江城圆体 400W" panose="020B0500000000000000" pitchFamily="34" charset="-122"/>
              </a:rPr>
              <a:t>(Data)</a:t>
            </a:r>
            <a:endParaRPr lang="zh-CN" altLang="en-US" sz="2400" kern="100" dirty="0">
              <a:solidFill>
                <a:srgbClr val="5695A0"/>
              </a:solidFill>
              <a:effectLst/>
              <a:latin typeface="微软雅黑" panose="020B0503020204020204" pitchFamily="34" charset="-122"/>
              <a:cs typeface="江城圆体 400W" panose="020B0500000000000000" pitchFamily="34" charset="-122"/>
            </a:endParaRPr>
          </a:p>
        </p:txBody>
      </p:sp>
      <p:sp>
        <p:nvSpPr>
          <p:cNvPr id="58" name="菱形 57"/>
          <p:cNvSpPr/>
          <p:nvPr/>
        </p:nvSpPr>
        <p:spPr>
          <a:xfrm>
            <a:off x="3451859" y="3388522"/>
            <a:ext cx="2933743" cy="635334"/>
          </a:xfrm>
          <a:prstGeom prst="diamond">
            <a:avLst/>
          </a:prstGeom>
          <a:solidFill>
            <a:srgbClr val="3AA8A9">
              <a:alpha val="80000"/>
            </a:srgbClr>
          </a:solidFill>
          <a:ln>
            <a:solidFill>
              <a:srgbClr val="3AA8A9"/>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59" name="文本框 58"/>
          <p:cNvSpPr txBox="1"/>
          <p:nvPr/>
        </p:nvSpPr>
        <p:spPr>
          <a:xfrm>
            <a:off x="972343" y="3390293"/>
            <a:ext cx="2048148" cy="426059"/>
          </a:xfrm>
          <a:prstGeom prst="rect">
            <a:avLst/>
          </a:prstGeom>
          <a:noFill/>
        </p:spPr>
        <p:txBody>
          <a:bodyPr wrap="square" rtlCol="0">
            <a:noAutofit/>
          </a:bodyPr>
          <a:lstStyle/>
          <a:p>
            <a:pPr algn="r">
              <a:lnSpc>
                <a:spcPct val="140000"/>
              </a:lnSpc>
            </a:pPr>
            <a:r>
              <a:rPr lang="zh-CN" altLang="en-US" sz="2400" kern="100" dirty="0">
                <a:solidFill>
                  <a:srgbClr val="3AA8A9"/>
                </a:solidFill>
                <a:effectLst/>
                <a:latin typeface="微软雅黑" panose="020B0503020204020204" pitchFamily="34" charset="-122"/>
                <a:cs typeface="江城圆体 400W" panose="020B0500000000000000" pitchFamily="34" charset="-122"/>
              </a:rPr>
              <a:t>美学映射</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r>
              <a:rPr lang="en-US" altLang="zh-CN" sz="2400" kern="100" dirty="0" err="1">
                <a:solidFill>
                  <a:srgbClr val="3AA8A9"/>
                </a:solidFill>
                <a:effectLst/>
                <a:latin typeface="微软雅黑" panose="020B0503020204020204" pitchFamily="34" charset="-122"/>
                <a:cs typeface="江城圆体 400W" panose="020B0500000000000000" pitchFamily="34" charset="-122"/>
              </a:rPr>
              <a:t>Aes</a:t>
            </a:r>
            <a:r>
              <a:rPr lang="en-US" altLang="zh-CN" sz="2400" kern="100" dirty="0">
                <a:solidFill>
                  <a:srgbClr val="3AA8A9"/>
                </a:solidFill>
                <a:effectLst/>
                <a:latin typeface="微软雅黑" panose="020B0503020204020204" pitchFamily="34" charset="-122"/>
                <a:cs typeface="江城圆体 400W" panose="020B0500000000000000" pitchFamily="34" charset="-122"/>
              </a:rPr>
              <a:t>)</a:t>
            </a:r>
            <a:endParaRPr lang="zh-CN" altLang="en-US" sz="2400" kern="100" dirty="0">
              <a:solidFill>
                <a:srgbClr val="3AA8A9"/>
              </a:solidFill>
              <a:effectLst/>
              <a:latin typeface="微软雅黑" panose="020B0503020204020204" pitchFamily="34" charset="-122"/>
              <a:cs typeface="江城圆体 400W" panose="020B0500000000000000" pitchFamily="34" charset="-122"/>
            </a:endParaRPr>
          </a:p>
        </p:txBody>
      </p:sp>
      <p:sp>
        <p:nvSpPr>
          <p:cNvPr id="60" name="菱形 59"/>
          <p:cNvSpPr/>
          <p:nvPr/>
        </p:nvSpPr>
        <p:spPr>
          <a:xfrm>
            <a:off x="3437254" y="2918622"/>
            <a:ext cx="2933743" cy="635334"/>
          </a:xfrm>
          <a:prstGeom prst="diamond">
            <a:avLst/>
          </a:prstGeom>
          <a:solidFill>
            <a:srgbClr val="A8DAC8">
              <a:alpha val="80000"/>
            </a:srgbClr>
          </a:solidFill>
          <a:ln>
            <a:solidFill>
              <a:srgbClr val="A8DAC8"/>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1" name="文本框 60"/>
          <p:cNvSpPr txBox="1"/>
          <p:nvPr/>
        </p:nvSpPr>
        <p:spPr>
          <a:xfrm>
            <a:off x="434852" y="2827048"/>
            <a:ext cx="2766735" cy="561474"/>
          </a:xfrm>
          <a:prstGeom prst="rect">
            <a:avLst/>
          </a:prstGeom>
          <a:noFill/>
        </p:spPr>
        <p:txBody>
          <a:bodyPr wrap="square" rtlCol="0">
            <a:noAutofit/>
          </a:bodyPr>
          <a:lstStyle/>
          <a:p>
            <a:pPr algn="r">
              <a:lnSpc>
                <a:spcPct val="140000"/>
              </a:lnSpc>
            </a:pPr>
            <a:r>
              <a:rPr lang="zh-CN" altLang="en-US" sz="2400" kern="100" dirty="0">
                <a:solidFill>
                  <a:srgbClr val="A8DAC8"/>
                </a:solidFill>
                <a:effectLst/>
                <a:latin typeface="微软雅黑" panose="020B0503020204020204" pitchFamily="34" charset="-122"/>
                <a:cs typeface="江城圆体 400W" panose="020B0500000000000000" pitchFamily="34" charset="-122"/>
              </a:rPr>
              <a:t>几何对象</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r>
              <a:rPr lang="en-US" altLang="zh-CN" sz="2400" kern="100" dirty="0" err="1">
                <a:solidFill>
                  <a:srgbClr val="A8DAC8"/>
                </a:solidFill>
                <a:effectLst/>
                <a:latin typeface="微软雅黑" panose="020B0503020204020204" pitchFamily="34" charset="-122"/>
                <a:cs typeface="江城圆体 400W" panose="020B0500000000000000" pitchFamily="34" charset="-122"/>
              </a:rPr>
              <a:t>Geom</a:t>
            </a:r>
            <a:r>
              <a:rPr lang="en-US" altLang="zh-CN" sz="2400" kern="100" dirty="0">
                <a:solidFill>
                  <a:srgbClr val="A8DAC8"/>
                </a:solidFill>
                <a:effectLst/>
                <a:latin typeface="微软雅黑" panose="020B0503020204020204" pitchFamily="34" charset="-122"/>
                <a:cs typeface="江城圆体 400W" panose="020B0500000000000000" pitchFamily="34" charset="-122"/>
              </a:rPr>
              <a:t>)</a:t>
            </a:r>
            <a:endParaRPr lang="zh-CN" altLang="en-US" sz="2400" kern="100" dirty="0">
              <a:solidFill>
                <a:srgbClr val="A8DAC8"/>
              </a:solidFill>
              <a:effectLst/>
              <a:latin typeface="微软雅黑" panose="020B0503020204020204" pitchFamily="34" charset="-122"/>
              <a:cs typeface="江城圆体 400W" panose="020B0500000000000000" pitchFamily="34" charset="-122"/>
            </a:endParaRPr>
          </a:p>
        </p:txBody>
      </p:sp>
      <p:sp>
        <p:nvSpPr>
          <p:cNvPr id="62" name="菱形 61"/>
          <p:cNvSpPr/>
          <p:nvPr/>
        </p:nvSpPr>
        <p:spPr>
          <a:xfrm>
            <a:off x="3451859" y="2400462"/>
            <a:ext cx="2933743" cy="635334"/>
          </a:xfrm>
          <a:prstGeom prst="diamond">
            <a:avLst/>
          </a:prstGeom>
          <a:solidFill>
            <a:srgbClr val="D8D0B7">
              <a:alpha val="80000"/>
            </a:srgbClr>
          </a:solidFill>
          <a:ln>
            <a:solidFill>
              <a:srgbClr val="D8D0B7"/>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3" name="文本框 62"/>
          <p:cNvSpPr txBox="1"/>
          <p:nvPr/>
        </p:nvSpPr>
        <p:spPr>
          <a:xfrm>
            <a:off x="1204753" y="2371118"/>
            <a:ext cx="1856623" cy="426059"/>
          </a:xfrm>
          <a:prstGeom prst="rect">
            <a:avLst/>
          </a:prstGeom>
          <a:noFill/>
        </p:spPr>
        <p:txBody>
          <a:bodyPr wrap="square" rtlCol="0">
            <a:noAutofit/>
          </a:bodyPr>
          <a:lstStyle/>
          <a:p>
            <a:pPr algn="r">
              <a:lnSpc>
                <a:spcPct val="140000"/>
              </a:lnSpc>
            </a:pPr>
            <a:r>
              <a:rPr lang="zh-CN" altLang="en-US" sz="2400" kern="100" dirty="0">
                <a:solidFill>
                  <a:srgbClr val="D8D0B7"/>
                </a:solidFill>
                <a:effectLst/>
                <a:latin typeface="微软雅黑" panose="020B0503020204020204" pitchFamily="34" charset="-122"/>
                <a:cs typeface="江城圆体 400W" panose="020B0500000000000000" pitchFamily="34" charset="-122"/>
              </a:rPr>
              <a:t>分面</a:t>
            </a:r>
            <a:r>
              <a:rPr lang="en-US" altLang="zh-CN" sz="2400" kern="100" dirty="0">
                <a:solidFill>
                  <a:srgbClr val="D8D0B7"/>
                </a:solidFill>
                <a:effectLst/>
                <a:latin typeface="微软雅黑" panose="020B0503020204020204" pitchFamily="34" charset="-122"/>
                <a:cs typeface="江城圆体 400W" panose="020B0500000000000000" pitchFamily="34" charset="-122"/>
              </a:rPr>
              <a:t>(Facets)</a:t>
            </a:r>
            <a:endParaRPr lang="zh-CN" altLang="en-US" sz="2400" kern="100" dirty="0">
              <a:solidFill>
                <a:srgbClr val="D8D0B7"/>
              </a:solidFill>
              <a:effectLst/>
              <a:latin typeface="微软雅黑" panose="020B0503020204020204" pitchFamily="34" charset="-122"/>
              <a:cs typeface="江城圆体 400W" panose="020B0500000000000000" pitchFamily="34" charset="-122"/>
            </a:endParaRPr>
          </a:p>
        </p:txBody>
      </p:sp>
      <p:sp>
        <p:nvSpPr>
          <p:cNvPr id="64" name="菱形 63"/>
          <p:cNvSpPr/>
          <p:nvPr/>
        </p:nvSpPr>
        <p:spPr>
          <a:xfrm>
            <a:off x="3427094" y="1946437"/>
            <a:ext cx="2933743" cy="635334"/>
          </a:xfrm>
          <a:prstGeom prst="diamond">
            <a:avLst/>
          </a:prstGeom>
          <a:solidFill>
            <a:srgbClr val="EE9B00">
              <a:alpha val="80000"/>
            </a:srgbClr>
          </a:solidFill>
          <a:ln>
            <a:no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5" name="文本框 64"/>
          <p:cNvSpPr txBox="1"/>
          <p:nvPr/>
        </p:nvSpPr>
        <p:spPr>
          <a:xfrm>
            <a:off x="280036" y="1917093"/>
            <a:ext cx="2756575" cy="483369"/>
          </a:xfrm>
          <a:prstGeom prst="rect">
            <a:avLst/>
          </a:prstGeom>
          <a:noFill/>
        </p:spPr>
        <p:txBody>
          <a:bodyPr wrap="square" rtlCol="0">
            <a:noAutofit/>
          </a:bodyPr>
          <a:lstStyle/>
          <a:p>
            <a:pPr algn="r">
              <a:lnSpc>
                <a:spcPct val="140000"/>
              </a:lnSpc>
            </a:pPr>
            <a:r>
              <a:rPr lang="zh-CN" altLang="en-US" sz="2400" kern="100" dirty="0">
                <a:solidFill>
                  <a:srgbClr val="F0AE31"/>
                </a:solidFill>
                <a:effectLst/>
                <a:latin typeface="微软雅黑" panose="020B0503020204020204" pitchFamily="34" charset="-122"/>
                <a:cs typeface="江城圆体 400W" panose="020B0500000000000000" pitchFamily="34" charset="-122"/>
              </a:rPr>
              <a:t>统计</a:t>
            </a:r>
            <a:r>
              <a:rPr lang="en-US" altLang="zh-CN" sz="2400" kern="100" dirty="0">
                <a:solidFill>
                  <a:srgbClr val="F0AE31"/>
                </a:solidFill>
                <a:effectLst/>
                <a:latin typeface="微软雅黑" panose="020B0503020204020204" pitchFamily="34" charset="-122"/>
                <a:cs typeface="江城圆体 400W" panose="020B0500000000000000" pitchFamily="34" charset="-122"/>
              </a:rPr>
              <a:t>(Statistics)</a:t>
            </a:r>
            <a:endParaRPr lang="zh-CN" altLang="en-US" sz="2400" kern="100" dirty="0">
              <a:solidFill>
                <a:srgbClr val="F0AE31"/>
              </a:solidFill>
              <a:effectLst/>
              <a:latin typeface="微软雅黑" panose="020B0503020204020204" pitchFamily="34" charset="-122"/>
              <a:cs typeface="江城圆体 400W" panose="020B0500000000000000" pitchFamily="34" charset="-122"/>
            </a:endParaRPr>
          </a:p>
        </p:txBody>
      </p:sp>
      <p:sp>
        <p:nvSpPr>
          <p:cNvPr id="67" name="文本框 66"/>
          <p:cNvSpPr txBox="1"/>
          <p:nvPr/>
        </p:nvSpPr>
        <p:spPr>
          <a:xfrm>
            <a:off x="304801" y="1461798"/>
            <a:ext cx="2756576" cy="541691"/>
          </a:xfrm>
          <a:prstGeom prst="rect">
            <a:avLst/>
          </a:prstGeom>
          <a:noFill/>
        </p:spPr>
        <p:txBody>
          <a:bodyPr wrap="square" rtlCol="0">
            <a:noAutofit/>
          </a:bodyPr>
          <a:lstStyle/>
          <a:p>
            <a:pPr algn="r">
              <a:lnSpc>
                <a:spcPct val="140000"/>
              </a:lnSpc>
            </a:pPr>
            <a:r>
              <a:rPr lang="zh-CN" altLang="en-US" sz="2400" kern="100" dirty="0">
                <a:ln>
                  <a:solidFill>
                    <a:srgbClr val="D48433"/>
                  </a:solidFill>
                </a:ln>
                <a:solidFill>
                  <a:srgbClr val="D48433"/>
                </a:solidFill>
                <a:effectLst/>
                <a:latin typeface="微软雅黑" panose="020B0503020204020204" pitchFamily="34" charset="-122"/>
                <a:cs typeface="江城圆体 400W" panose="020B0500000000000000" pitchFamily="34" charset="-122"/>
              </a:rPr>
              <a:t>坐标系</a:t>
            </a:r>
            <a:r>
              <a:rPr lang="en-US" altLang="zh-CN" sz="2400" kern="100" dirty="0">
                <a:ln>
                  <a:solidFill>
                    <a:srgbClr val="D48433"/>
                  </a:solidFill>
                </a:ln>
                <a:solidFill>
                  <a:srgbClr val="D48433"/>
                </a:solidFill>
                <a:effectLst/>
                <a:latin typeface="微软雅黑" panose="020B0503020204020204" pitchFamily="34" charset="-122"/>
                <a:cs typeface="江城圆体 400W" panose="020B0500000000000000" pitchFamily="34" charset="-122"/>
              </a:rPr>
              <a:t>(Coord)</a:t>
            </a:r>
            <a:endParaRPr lang="zh-CN" altLang="en-US" sz="2400" kern="100" dirty="0">
              <a:ln>
                <a:solidFill>
                  <a:srgbClr val="D48433"/>
                </a:solidFill>
              </a:ln>
              <a:solidFill>
                <a:srgbClr val="D48433"/>
              </a:solidFill>
              <a:effectLst/>
              <a:latin typeface="微软雅黑" panose="020B0503020204020204" pitchFamily="34" charset="-122"/>
              <a:cs typeface="江城圆体 400W" panose="020B0500000000000000" pitchFamily="34" charset="-122"/>
            </a:endParaRPr>
          </a:p>
        </p:txBody>
      </p:sp>
      <p:sp>
        <p:nvSpPr>
          <p:cNvPr id="69" name="文本框 68"/>
          <p:cNvSpPr txBox="1"/>
          <p:nvPr/>
        </p:nvSpPr>
        <p:spPr>
          <a:xfrm>
            <a:off x="762000" y="941098"/>
            <a:ext cx="2284771" cy="490829"/>
          </a:xfrm>
          <a:prstGeom prst="rect">
            <a:avLst/>
          </a:prstGeom>
          <a:noFill/>
        </p:spPr>
        <p:txBody>
          <a:bodyPr wrap="square" rtlCol="0">
            <a:noAutofit/>
          </a:bodyPr>
          <a:lstStyle/>
          <a:p>
            <a:pPr algn="r">
              <a:lnSpc>
                <a:spcPct val="140000"/>
              </a:lnSpc>
            </a:pPr>
            <a:r>
              <a:rPr lang="zh-CN" altLang="en-US" sz="2400" kern="100" dirty="0">
                <a:ln>
                  <a:solidFill>
                    <a:srgbClr val="BB3E03"/>
                  </a:solidFill>
                </a:ln>
                <a:solidFill>
                  <a:srgbClr val="BB3E03"/>
                </a:solidFill>
                <a:effectLst/>
                <a:latin typeface="微软雅黑" panose="020B0503020204020204" pitchFamily="34" charset="-122"/>
                <a:cs typeface="江城圆体 400W" panose="020B0500000000000000" pitchFamily="34" charset="-122"/>
              </a:rPr>
              <a:t>主题</a:t>
            </a:r>
            <a:r>
              <a:rPr lang="en-US" altLang="zh-CN" sz="2400" kern="100" dirty="0">
                <a:ln>
                  <a:solidFill>
                    <a:srgbClr val="BB3E03"/>
                  </a:solidFill>
                </a:ln>
                <a:solidFill>
                  <a:srgbClr val="BB3E03"/>
                </a:solidFill>
                <a:effectLst/>
                <a:latin typeface="微软雅黑" panose="020B0503020204020204" pitchFamily="34" charset="-122"/>
                <a:cs typeface="江城圆体 400W" panose="020B0500000000000000" pitchFamily="34" charset="-122"/>
              </a:rPr>
              <a:t>(Theme)</a:t>
            </a:r>
            <a:endParaRPr lang="zh-CN" altLang="en-US" sz="2400" kern="100" dirty="0">
              <a:ln>
                <a:solidFill>
                  <a:srgbClr val="BB3E03"/>
                </a:solidFill>
              </a:ln>
              <a:solidFill>
                <a:srgbClr val="BB3E03"/>
              </a:solidFill>
              <a:effectLst/>
              <a:latin typeface="微软雅黑" panose="020B0503020204020204" pitchFamily="34" charset="-122"/>
              <a:cs typeface="江城圆体 400W" panose="020B0500000000000000" pitchFamily="34" charset="-122"/>
            </a:endParaRPr>
          </a:p>
        </p:txBody>
      </p:sp>
      <p:sp>
        <p:nvSpPr>
          <p:cNvPr id="34" name="菱形 33"/>
          <p:cNvSpPr/>
          <p:nvPr/>
        </p:nvSpPr>
        <p:spPr>
          <a:xfrm>
            <a:off x="3427094" y="1936780"/>
            <a:ext cx="2933743" cy="635334"/>
          </a:xfrm>
          <a:prstGeom prst="diamond">
            <a:avLst/>
          </a:prstGeom>
          <a:solidFill>
            <a:srgbClr val="F0AE31"/>
          </a:solidFill>
          <a:ln>
            <a:solidFill>
              <a:srgbClr val="F0AE31"/>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6" name="菱形 65"/>
          <p:cNvSpPr/>
          <p:nvPr/>
        </p:nvSpPr>
        <p:spPr>
          <a:xfrm>
            <a:off x="3451859" y="1491142"/>
            <a:ext cx="2933743" cy="635334"/>
          </a:xfrm>
          <a:prstGeom prst="diamond">
            <a:avLst/>
          </a:prstGeom>
          <a:solidFill>
            <a:srgbClr val="D48433"/>
          </a:solidFill>
          <a:ln>
            <a:solidFill>
              <a:srgbClr val="D48433"/>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a:solidFill>
                <a:sysClr val="window" lastClr="FFFFFF"/>
              </a:solidFill>
              <a:latin typeface="Arial" panose="020B0604020202090204" pitchFamily="34" charset="0"/>
              <a:ea typeface="微软雅黑" panose="020B0503020204020204" pitchFamily="34" charset="-122"/>
            </a:endParaRPr>
          </a:p>
        </p:txBody>
      </p:sp>
      <p:sp>
        <p:nvSpPr>
          <p:cNvPr id="68" name="菱形 67"/>
          <p:cNvSpPr/>
          <p:nvPr/>
        </p:nvSpPr>
        <p:spPr>
          <a:xfrm>
            <a:off x="3437254" y="970442"/>
            <a:ext cx="2933743" cy="635334"/>
          </a:xfrm>
          <a:prstGeom prst="diamond">
            <a:avLst/>
          </a:prstGeom>
          <a:solidFill>
            <a:srgbClr val="BB3E03"/>
          </a:solidFill>
          <a:ln>
            <a:solidFill>
              <a:srgbClr val="BB3E03"/>
            </a:solidFill>
          </a:ln>
        </p:spPr>
        <p:style>
          <a:lnRef idx="2">
            <a:srgbClr val="84C1F4">
              <a:shade val="15000"/>
            </a:srgbClr>
          </a:lnRef>
          <a:fillRef idx="1">
            <a:srgbClr val="84C1F4"/>
          </a:fillRef>
          <a:effectRef idx="0">
            <a:srgbClr val="84C1F4"/>
          </a:effectRef>
          <a:fontRef idx="minor">
            <a:sysClr val="window" lastClr="FFFFFF"/>
          </a:fontRef>
        </p:style>
        <p:txBody>
          <a:bodyPr rtlCol="0" anchor="ctr"/>
          <a:lstStyle/>
          <a:p>
            <a:pPr algn="ctr"/>
            <a:endParaRPr lang="zh-CN" altLang="en-US" dirty="0">
              <a:solidFill>
                <a:sysClr val="window" lastClr="FFFFFF"/>
              </a:solidFill>
              <a:latin typeface="Arial" panose="020B0604020202090204" pitchFamily="34" charset="0"/>
              <a:ea typeface="微软雅黑" panose="020B0503020204020204" pitchFamily="34" charset="-122"/>
            </a:endParaRPr>
          </a:p>
        </p:txBody>
      </p:sp>
      <p:sp>
        <p:nvSpPr>
          <p:cNvPr id="37" name="圆角矩形 11"/>
          <p:cNvSpPr/>
          <p:nvPr/>
        </p:nvSpPr>
        <p:spPr>
          <a:xfrm>
            <a:off x="9144000" y="5562600"/>
            <a:ext cx="4618990" cy="606425"/>
          </a:xfrm>
          <a:prstGeom prst="roundRect">
            <a:avLst/>
          </a:prstGeom>
          <a:noFill/>
          <a:ln w="57150">
            <a:solidFill>
              <a:srgbClr val="4DA5E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Text 3"/>
          <p:cNvSpPr/>
          <p:nvPr/>
        </p:nvSpPr>
        <p:spPr>
          <a:xfrm>
            <a:off x="8305800" y="6858635"/>
            <a:ext cx="7250430" cy="1481455"/>
          </a:xfrm>
          <a:prstGeom prst="rect">
            <a:avLst/>
          </a:prstGeom>
          <a:noFill/>
        </p:spPr>
        <p:txBody>
          <a:bodyPr wrap="none" lIns="0" tIns="0" rIns="0" bIns="0" rtlCol="0" anchor="t"/>
          <a:p>
            <a:pPr marL="0" indent="0" algn="l">
              <a:lnSpc>
                <a:spcPct val="150000"/>
              </a:lnSpc>
              <a:buNone/>
            </a:pPr>
            <a:r>
              <a:rPr lang="zh-CN" altLang="en-US" sz="24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恭喜你</a:t>
            </a:r>
            <a:r>
              <a:rPr lang="en-US" altLang="zh-CN" sz="24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你的</a:t>
            </a:r>
            <a:r>
              <a:rPr lang="en-US" altLang="zh-CN" sz="24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ggplot2</a:t>
            </a:r>
            <a:r>
              <a:rPr lang="zh-CN" altLang="en-US" sz="2400" b="1" dirty="0" err="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绘图技能已点亮</a:t>
            </a:r>
            <a:r>
              <a:rPr lang="en-US" altLang="zh-CN" sz="24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childTnLst>
                          </p:cTn>
                        </p:par>
                        <p:par>
                          <p:cTn id="11" fill="hold">
                            <p:stCondLst>
                              <p:cond delay="500"/>
                            </p:stCondLst>
                            <p:childTnLst>
                              <p:par>
                                <p:cTn id="12" presetID="2" presetClass="entr" presetSubtype="1" fill="hold" grpId="1" nodeType="afterEffect">
                                  <p:stCondLst>
                                    <p:cond delay="0"/>
                                  </p:stCondLst>
                                  <p:childTnLst>
                                    <p:set>
                                      <p:cBhvr>
                                        <p:cTn id="13" dur="1" fill="hold">
                                          <p:stCondLst>
                                            <p:cond delay="0"/>
                                          </p:stCondLst>
                                        </p:cTn>
                                        <p:tgtEl>
                                          <p:spTgt spid="68"/>
                                        </p:tgtEl>
                                        <p:attrNameLst>
                                          <p:attrName>style.visibility</p:attrName>
                                        </p:attrNameLst>
                                      </p:cBhvr>
                                      <p:to>
                                        <p:strVal val="visible"/>
                                      </p:to>
                                    </p:set>
                                    <p:anim calcmode="lin" valueType="num">
                                      <p:cBhvr additive="base">
                                        <p:cTn id="14" dur="500" fill="hold"/>
                                        <p:tgtEl>
                                          <p:spTgt spid="68"/>
                                        </p:tgtEl>
                                        <p:attrNameLst>
                                          <p:attrName>ppt_x</p:attrName>
                                        </p:attrNameLst>
                                      </p:cBhvr>
                                      <p:tavLst>
                                        <p:tav tm="0">
                                          <p:val>
                                            <p:strVal val="#ppt_x"/>
                                          </p:val>
                                        </p:tav>
                                        <p:tav tm="100000">
                                          <p:val>
                                            <p:strVal val="#ppt_x"/>
                                          </p:val>
                                        </p:tav>
                                      </p:tavLst>
                                    </p:anim>
                                    <p:anim calcmode="lin" valueType="num">
                                      <p:cBhvr additive="base">
                                        <p:cTn id="15" dur="500" fill="hold"/>
                                        <p:tgtEl>
                                          <p:spTgt spid="68"/>
                                        </p:tgtEl>
                                        <p:attrNameLst>
                                          <p:attrName>ppt_y</p:attrName>
                                        </p:attrNameLst>
                                      </p:cBhvr>
                                      <p:tavLst>
                                        <p:tav tm="0">
                                          <p:val>
                                            <p:strVal val="0-#ppt_h/2"/>
                                          </p:val>
                                        </p:tav>
                                        <p:tav tm="100000">
                                          <p:val>
                                            <p:strVal val="#ppt_y"/>
                                          </p:val>
                                        </p:tav>
                                      </p:tavLst>
                                    </p:anim>
                                  </p:childTnLst>
                                </p:cTn>
                              </p:par>
                              <p:par>
                                <p:cTn id="16" presetID="2" presetClass="entr" presetSubtype="1" fill="hold" grpId="1" nodeType="withEffect">
                                  <p:stCondLst>
                                    <p:cond delay="0"/>
                                  </p:stCondLst>
                                  <p:childTnLst>
                                    <p:set>
                                      <p:cBhvr>
                                        <p:cTn id="17" dur="1" fill="hold">
                                          <p:stCondLst>
                                            <p:cond delay="0"/>
                                          </p:stCondLst>
                                        </p:cTn>
                                        <p:tgtEl>
                                          <p:spTgt spid="69"/>
                                        </p:tgtEl>
                                        <p:attrNameLst>
                                          <p:attrName>style.visibility</p:attrName>
                                        </p:attrNameLst>
                                      </p:cBhvr>
                                      <p:to>
                                        <p:strVal val="visible"/>
                                      </p:to>
                                    </p:set>
                                    <p:anim calcmode="lin" valueType="num">
                                      <p:cBhvr additive="base">
                                        <p:cTn id="18" dur="500" fill="hold"/>
                                        <p:tgtEl>
                                          <p:spTgt spid="69"/>
                                        </p:tgtEl>
                                        <p:attrNameLst>
                                          <p:attrName>ppt_x</p:attrName>
                                        </p:attrNameLst>
                                      </p:cBhvr>
                                      <p:tavLst>
                                        <p:tav tm="0">
                                          <p:val>
                                            <p:strVal val="#ppt_x"/>
                                          </p:val>
                                        </p:tav>
                                        <p:tav tm="100000">
                                          <p:val>
                                            <p:strVal val="#ppt_x"/>
                                          </p:val>
                                        </p:tav>
                                      </p:tavLst>
                                    </p:anim>
                                    <p:anim calcmode="lin" valueType="num">
                                      <p:cBhvr additive="base">
                                        <p:cTn id="19" dur="500" fill="hold"/>
                                        <p:tgtEl>
                                          <p:spTgt spid="69"/>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2000" fill="hold"/>
                                        <p:tgtEl>
                                          <p:spTgt spid="20">
                                            <p:txEl>
                                              <p:pRg st="0" end="0"/>
                                            </p:txEl>
                                          </p:spTgt>
                                        </p:tgtEl>
                                        <p:attrNameLst>
                                          <p:attrName>style.color</p:attrName>
                                        </p:attrNameLst>
                                      </p:cBhvr>
                                      <p:to>
                                        <a:srgbClr val="9924C0"/>
                                      </p:to>
                                    </p:animClr>
                                    <p:animClr clrSpc="rgb" dir="cw">
                                      <p:cBhvr>
                                        <p:cTn id="28" dur="2000" fill="hold"/>
                                        <p:tgtEl>
                                          <p:spTgt spid="20">
                                            <p:txEl>
                                              <p:pRg st="0" end="0"/>
                                            </p:txEl>
                                          </p:spTgt>
                                        </p:tgtEl>
                                        <p:attrNameLst>
                                          <p:attrName>fillcolor</p:attrName>
                                        </p:attrNameLst>
                                      </p:cBhvr>
                                      <p:to>
                                        <a:srgbClr val="9924C0"/>
                                      </p:to>
                                    </p:animClr>
                                    <p:set>
                                      <p:cBhvr>
                                        <p:cTn id="29" dur="2000" fill="hold"/>
                                        <p:tgtEl>
                                          <p:spTgt spid="20">
                                            <p:txEl>
                                              <p:pRg st="0" end="0"/>
                                            </p:txEl>
                                          </p:spTgt>
                                        </p:tgtEl>
                                        <p:attrNameLst>
                                          <p:attrName>fill.type</p:attrName>
                                        </p:attrNameLst>
                                      </p:cBhvr>
                                      <p:to>
                                        <p:strVal val="solid"/>
                                      </p:to>
                                    </p:set>
                                    <p:set>
                                      <p:cBhvr>
                                        <p:cTn id="30" dur="2000" fill="hold"/>
                                        <p:tgtEl>
                                          <p:spTgt spid="20">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P spid="67" grpId="0"/>
      <p:bldP spid="69" grpId="0"/>
      <p:bldP spid="69" grpId="1"/>
      <p:bldP spid="66" grpId="0" animBg="1"/>
      <p:bldP spid="68" grpId="0" animBg="1"/>
      <p:bldP spid="68" grpId="1" bldLvl="0" animBg="1"/>
      <p:bldP spid="37" grpId="0" bldLvl="0" animBg="1"/>
      <p:bldP spid="37"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代码报错怎么办</a:t>
            </a:r>
            <a:r>
              <a:rPr lang="en-US" altLang="zh-CN"/>
              <a:t>？</a:t>
            </a:r>
            <a:endParaRPr lang="en-US" altLang="zh-CN"/>
          </a:p>
        </p:txBody>
      </p:sp>
      <p:pic>
        <p:nvPicPr>
          <p:cNvPr id="7" name="图片 6" descr="代码报错"/>
          <p:cNvPicPr>
            <a:picLocks noChangeAspect="1"/>
          </p:cNvPicPr>
          <p:nvPr/>
        </p:nvPicPr>
        <p:blipFill>
          <a:blip r:embed="rId1"/>
          <a:stretch>
            <a:fillRect/>
          </a:stretch>
        </p:blipFill>
        <p:spPr>
          <a:xfrm>
            <a:off x="1371600" y="1219200"/>
            <a:ext cx="11127740" cy="2819400"/>
          </a:xfrm>
          <a:prstGeom prst="rect">
            <a:avLst/>
          </a:prstGeom>
        </p:spPr>
      </p:pic>
      <p:pic>
        <p:nvPicPr>
          <p:cNvPr id="9" name="图片 8"/>
          <p:cNvPicPr>
            <a:picLocks noChangeAspect="1"/>
          </p:cNvPicPr>
          <p:nvPr/>
        </p:nvPicPr>
        <p:blipFill>
          <a:blip r:embed="rId2"/>
          <a:stretch>
            <a:fillRect/>
          </a:stretch>
        </p:blipFill>
        <p:spPr>
          <a:xfrm>
            <a:off x="1447800" y="4343400"/>
            <a:ext cx="9410700" cy="1609725"/>
          </a:xfrm>
          <a:prstGeom prst="rect">
            <a:avLst/>
          </a:prstGeom>
        </p:spPr>
      </p:pic>
      <p:pic>
        <p:nvPicPr>
          <p:cNvPr id="8" name="图片 7"/>
          <p:cNvPicPr>
            <a:picLocks noChangeAspect="1"/>
          </p:cNvPicPr>
          <p:nvPr/>
        </p:nvPicPr>
        <p:blipFill>
          <a:blip r:embed="rId3"/>
          <a:stretch>
            <a:fillRect/>
          </a:stretch>
        </p:blipFill>
        <p:spPr>
          <a:xfrm>
            <a:off x="4800600" y="5181600"/>
            <a:ext cx="7791450" cy="2590800"/>
          </a:xfrm>
          <a:prstGeom prst="rect">
            <a:avLst/>
          </a:prstGeom>
        </p:spPr>
      </p:pic>
      <p:pic>
        <p:nvPicPr>
          <p:cNvPr id="10" name="图片 9"/>
          <p:cNvPicPr>
            <a:picLocks noChangeAspect="1"/>
          </p:cNvPicPr>
          <p:nvPr/>
        </p:nvPicPr>
        <p:blipFill>
          <a:blip r:embed="rId4"/>
          <a:stretch>
            <a:fillRect/>
          </a:stretch>
        </p:blipFill>
        <p:spPr>
          <a:xfrm>
            <a:off x="1219200" y="6096000"/>
            <a:ext cx="3575050" cy="965200"/>
          </a:xfrm>
          <a:prstGeom prst="rect">
            <a:avLst/>
          </a:prstGeom>
        </p:spPr>
      </p:pic>
      <p:sp>
        <p:nvSpPr>
          <p:cNvPr id="11" name="文本框 10"/>
          <p:cNvSpPr txBox="1"/>
          <p:nvPr/>
        </p:nvSpPr>
        <p:spPr>
          <a:xfrm>
            <a:off x="1245235" y="7245350"/>
            <a:ext cx="3549015" cy="460375"/>
          </a:xfrm>
          <a:prstGeom prst="rect">
            <a:avLst/>
          </a:prstGeom>
          <a:noFill/>
        </p:spPr>
        <p:txBody>
          <a:bodyPr wrap="square" rtlCol="0">
            <a:spAutoFit/>
          </a:bodyPr>
          <a:p>
            <a:pPr algn="ctr"/>
            <a:r>
              <a:rPr lang="zh-CN" altLang="en-US" sz="2400" dirty="0"/>
              <a:t>知识</a:t>
            </a:r>
            <a:r>
              <a:rPr lang="zh-CN" altLang="en-US" sz="2400" dirty="0"/>
              <a:t>助理</a:t>
            </a:r>
            <a:endParaRPr lang="zh-CN"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76"/>
          <p:cNvSpPr>
            <a:spLocks noGrp="1"/>
          </p:cNvSpPr>
          <p:nvPr>
            <p:ph type="title"/>
          </p:nvPr>
        </p:nvSpPr>
        <p:spPr/>
        <p:txBody>
          <a:bodyPr>
            <a:normAutofit/>
          </a:bodyPr>
          <a:p>
            <a:r>
              <a:rPr lang="en-US" altLang="zh-CN"/>
              <a:t>ggplot2</a:t>
            </a:r>
            <a:r>
              <a:rPr lang="zh-CN" altLang="en-US"/>
              <a:t>图形语法</a:t>
            </a:r>
            <a:r>
              <a:rPr lang="zh-CN" altLang="en-US"/>
              <a:t>总结</a:t>
            </a:r>
            <a:endParaRPr lang="zh-CN" altLang="en-US"/>
          </a:p>
        </p:txBody>
      </p:sp>
      <p:sp>
        <p:nvSpPr>
          <p:cNvPr id="7" name="文本框 6"/>
          <p:cNvSpPr txBox="1"/>
          <p:nvPr/>
        </p:nvSpPr>
        <p:spPr>
          <a:xfrm>
            <a:off x="579120" y="1273175"/>
            <a:ext cx="2565400" cy="460375"/>
          </a:xfrm>
          <a:prstGeom prst="rect">
            <a:avLst/>
          </a:prstGeom>
          <a:solidFill>
            <a:srgbClr val="F6C678"/>
          </a:solidFill>
        </p:spPr>
        <p:txBody>
          <a:bodyPr wrap="square" rtlCol="0">
            <a:spAutoFit/>
          </a:bodyPr>
          <a:lstStyle/>
          <a:p>
            <a:r>
              <a:rPr lang="en-US" altLang="zh-CN" sz="2400" b="1">
                <a:solidFill>
                  <a:schemeClr val="bg1"/>
                </a:solidFill>
                <a:latin typeface="黑体" panose="02010600030101010101" pitchFamily="49" charset="-122"/>
                <a:ea typeface="黑体" panose="02010600030101010101" pitchFamily="49" charset="-122"/>
                <a:cs typeface="黑体" panose="02010600030101010101" pitchFamily="49" charset="-122"/>
              </a:rPr>
              <a:t>ggplot2</a:t>
            </a:r>
            <a:r>
              <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rPr>
              <a:t>图形组件</a:t>
            </a:r>
            <a:endPar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endParaRPr>
          </a:p>
        </p:txBody>
      </p:sp>
      <p:sp>
        <p:nvSpPr>
          <p:cNvPr id="28" name="文本框 27"/>
          <p:cNvSpPr txBox="1"/>
          <p:nvPr/>
        </p:nvSpPr>
        <p:spPr>
          <a:xfrm>
            <a:off x="7391400" y="1371600"/>
            <a:ext cx="3425825" cy="502920"/>
          </a:xfrm>
          <a:prstGeom prst="rect">
            <a:avLst/>
          </a:prstGeom>
          <a:solidFill>
            <a:srgbClr val="F6C678"/>
          </a:solidFill>
        </p:spPr>
        <p:txBody>
          <a:bodyPr wrap="square" rtlCol="0">
            <a:noAutofit/>
          </a:bodyPr>
          <a:p>
            <a:r>
              <a:rPr lang="en-US" altLang="zh-CN" sz="2400" b="1">
                <a:solidFill>
                  <a:schemeClr val="bg1"/>
                </a:solidFill>
                <a:latin typeface="黑体" panose="02010600030101010101" pitchFamily="49" charset="-122"/>
                <a:ea typeface="黑体" panose="02010600030101010101" pitchFamily="49" charset="-122"/>
                <a:cs typeface="黑体" panose="02010600030101010101" pitchFamily="49" charset="-122"/>
              </a:rPr>
              <a:t>ggplot2</a:t>
            </a:r>
            <a:r>
              <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rPr>
              <a:t>图形实现</a:t>
            </a:r>
            <a:r>
              <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rPr>
              <a:t>代码</a:t>
            </a:r>
            <a:endParaRPr lang="zh-CN" altLang="en-US" sz="2400" b="1">
              <a:solidFill>
                <a:schemeClr val="bg1"/>
              </a:solidFill>
              <a:latin typeface="黑体" panose="02010600030101010101" pitchFamily="49" charset="-122"/>
              <a:ea typeface="黑体" panose="02010600030101010101" pitchFamily="49" charset="-122"/>
              <a:cs typeface="黑体" panose="02010600030101010101" pitchFamily="49" charset="-122"/>
            </a:endParaRPr>
          </a:p>
        </p:txBody>
      </p:sp>
      <p:pic>
        <p:nvPicPr>
          <p:cNvPr id="30" name="图片 29"/>
          <p:cNvPicPr>
            <a:picLocks noChangeAspect="1"/>
          </p:cNvPicPr>
          <p:nvPr/>
        </p:nvPicPr>
        <p:blipFill>
          <a:blip r:embed="rId1"/>
          <a:stretch>
            <a:fillRect/>
          </a:stretch>
        </p:blipFill>
        <p:spPr>
          <a:xfrm>
            <a:off x="7391400" y="2819400"/>
            <a:ext cx="6757670" cy="3094355"/>
          </a:xfrm>
          <a:prstGeom prst="rect">
            <a:avLst/>
          </a:prstGeom>
        </p:spPr>
      </p:pic>
      <p:pic>
        <p:nvPicPr>
          <p:cNvPr id="57" name="图片 56" descr="绘图语法3"/>
          <p:cNvPicPr>
            <a:picLocks noChangeAspect="1"/>
          </p:cNvPicPr>
          <p:nvPr/>
        </p:nvPicPr>
        <p:blipFill>
          <a:blip r:embed="rId2"/>
          <a:stretch>
            <a:fillRect/>
          </a:stretch>
        </p:blipFill>
        <p:spPr>
          <a:xfrm>
            <a:off x="609600" y="2590800"/>
            <a:ext cx="6403340" cy="3640455"/>
          </a:xfrm>
          <a:prstGeom prst="rect">
            <a:avLst/>
          </a:prstGeom>
        </p:spPr>
      </p:pic>
    </p:spTree>
  </p:cSld>
  <p:clrMapOvr>
    <a:masterClrMapping/>
  </p:clrMapOvr>
  <p:timing>
    <p:tnLst>
      <p:par>
        <p:cTn id="1" dur="indefinite" restart="never" nodeType="tmRoot"/>
      </p:par>
    </p:tnLst>
    <p:bldLst>
      <p:bldP spid="7"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ggplot2</a:t>
            </a:r>
            <a:r>
              <a:rPr lang="zh-CN" altLang="en-US"/>
              <a:t>核心思想</a:t>
            </a:r>
            <a:r>
              <a:rPr lang="en-US" altLang="zh-CN"/>
              <a:t>：</a:t>
            </a:r>
            <a:r>
              <a:rPr lang="zh-CN" altLang="en-US"/>
              <a:t>问题</a:t>
            </a:r>
            <a:r>
              <a:rPr lang="zh-CN" altLang="en-US"/>
              <a:t>拆解</a:t>
            </a:r>
            <a:endParaRPr lang="zh-CN" altLang="en-US"/>
          </a:p>
        </p:txBody>
      </p:sp>
      <p:pic>
        <p:nvPicPr>
          <p:cNvPr id="3" name="图片 2"/>
          <p:cNvPicPr>
            <a:picLocks noChangeAspect="1"/>
          </p:cNvPicPr>
          <p:nvPr/>
        </p:nvPicPr>
        <p:blipFill>
          <a:blip r:embed="rId1"/>
          <a:stretch>
            <a:fillRect/>
          </a:stretch>
        </p:blipFill>
        <p:spPr>
          <a:xfrm>
            <a:off x="1066800" y="1524000"/>
            <a:ext cx="12372975" cy="5545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box(i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ggplot2</a:t>
            </a:r>
            <a:r>
              <a:rPr lang="zh-CN" altLang="en-US">
                <a:sym typeface="+mn-ea"/>
              </a:rPr>
              <a:t>核心思想</a:t>
            </a:r>
            <a:r>
              <a:rPr lang="en-US" altLang="zh-CN">
                <a:sym typeface="+mn-ea"/>
              </a:rPr>
              <a:t>：</a:t>
            </a:r>
            <a:r>
              <a:rPr lang="zh-CN" altLang="en-US">
                <a:sym typeface="+mn-ea"/>
              </a:rPr>
              <a:t>问题拆解</a:t>
            </a:r>
            <a:endParaRPr lang="zh-CN" altLang="en-US"/>
          </a:p>
        </p:txBody>
      </p:sp>
      <p:pic>
        <p:nvPicPr>
          <p:cNvPr id="5" name="ggplot2绘图总结2">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1143000" y="914400"/>
            <a:ext cx="12800965" cy="72002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indefinite"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p:cTn id="7" fill="hold" display="1">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882650"/>
            <a:ext cx="14630400" cy="7346950"/>
          </a:xfrm>
          <a:prstGeom prst="rect">
            <a:avLst/>
          </a:prstGeom>
        </p:spPr>
      </p:pic>
      <p:sp>
        <p:nvSpPr>
          <p:cNvPr id="3" name="标题 2"/>
          <p:cNvSpPr>
            <a:spLocks noGrp="1"/>
          </p:cNvSpPr>
          <p:nvPr>
            <p:ph type="title"/>
          </p:nvPr>
        </p:nvSpPr>
        <p:spPr/>
        <p:txBody>
          <a:bodyPr/>
          <a:p>
            <a:r>
              <a:rPr lang="en-US" altLang="zh-CN"/>
              <a:t>ggplot2</a:t>
            </a:r>
            <a:r>
              <a:rPr lang="zh-CN" altLang="en-US"/>
              <a:t>核心思想</a:t>
            </a:r>
            <a:r>
              <a:rPr lang="en-US" altLang="zh-CN"/>
              <a:t>：</a:t>
            </a:r>
            <a:r>
              <a:rPr lang="zh-CN" altLang="en-US"/>
              <a:t>问题</a:t>
            </a:r>
            <a:r>
              <a:rPr lang="zh-CN" altLang="en-US"/>
              <a:t>拆解</a:t>
            </a:r>
            <a:endParaRPr lang="zh-CN" altLang="en-US"/>
          </a:p>
        </p:txBody>
      </p:sp>
      <p:sp>
        <p:nvSpPr>
          <p:cNvPr id="4" name="文本框 3"/>
          <p:cNvSpPr txBox="1"/>
          <p:nvPr/>
        </p:nvSpPr>
        <p:spPr>
          <a:xfrm>
            <a:off x="800100" y="1606550"/>
            <a:ext cx="5067300" cy="460375"/>
          </a:xfrm>
          <a:prstGeom prst="rect">
            <a:avLst/>
          </a:prstGeom>
          <a:noFill/>
        </p:spPr>
        <p:txBody>
          <a:bodyPr wrap="square" rtlCol="0">
            <a:spAutoFit/>
          </a:bodyPr>
          <a:p>
            <a:endParaRPr lang="zh-CN" altLang="en-US" sz="2400" dirty="0"/>
          </a:p>
        </p:txBody>
      </p:sp>
      <p:sp>
        <p:nvSpPr>
          <p:cNvPr id="20" name="Text 3"/>
          <p:cNvSpPr/>
          <p:nvPr/>
        </p:nvSpPr>
        <p:spPr>
          <a:xfrm>
            <a:off x="838200" y="3657600"/>
            <a:ext cx="10514965" cy="1607185"/>
          </a:xfrm>
          <a:prstGeom prst="rect">
            <a:avLst/>
          </a:prstGeom>
          <a:solidFill>
            <a:srgbClr val="FCFCF8"/>
          </a:solidFill>
        </p:spPr>
        <p:txBody>
          <a:bodyPr wrap="none" lIns="0" tIns="0" rIns="0" bIns="0" rtlCol="0" anchor="t"/>
          <a:p>
            <a:pPr marL="0" indent="0" algn="ctr">
              <a:lnSpc>
                <a:spcPct val="150000"/>
              </a:lnSpc>
              <a:buNone/>
            </a:pPr>
            <a:r>
              <a:rPr lang="zh-CN" altLang="en-US" sz="32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面对复杂问题，不要试图一次性解决，</a:t>
            </a:r>
            <a:endParaRPr lang="zh-CN" altLang="en-US" sz="32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lnSpc>
                <a:spcPct val="150000"/>
              </a:lnSpc>
              <a:buNone/>
            </a:pPr>
            <a:r>
              <a:rPr lang="zh-CN" altLang="en-US" sz="32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而是要学会拆解，分步思考，逐一击破！</a:t>
            </a:r>
            <a:endParaRPr lang="zh-CN" altLang="en-US" sz="32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p:cNvSpPr>
            <a:spLocks noGrp="1"/>
          </p:cNvSpPr>
          <p:nvPr>
            <p:ph type="title"/>
            <p:custDataLst>
              <p:tags r:id="rId1"/>
            </p:custDataLst>
          </p:nvPr>
        </p:nvSpPr>
        <p:spPr/>
        <p:txBody>
          <a:bodyPr/>
          <a:lstStyle/>
          <a:p>
            <a:r>
              <a:rPr lang="zh-CN" altLang="en-US"/>
              <a:t>课后作业</a:t>
            </a:r>
            <a:endParaRPr lang="zh-CN" altLang="en-US"/>
          </a:p>
        </p:txBody>
      </p:sp>
      <p:sp>
        <p:nvSpPr>
          <p:cNvPr id="11" name="矩形 3"/>
          <p:cNvSpPr/>
          <p:nvPr>
            <p:custDataLst>
              <p:tags r:id="rId2"/>
            </p:custDataLst>
          </p:nvPr>
        </p:nvSpPr>
        <p:spPr>
          <a:xfrm>
            <a:off x="1624148" y="2103732"/>
            <a:ext cx="3114061" cy="2136290"/>
          </a:xfrm>
          <a:prstGeom prst="rect">
            <a:avLst/>
          </a:prstGeom>
          <a:noFill/>
        </p:spPr>
        <p:txBody>
          <a:bodyPr wrap="square" lIns="0" tIns="0" rIns="0" bIns="0" rtlCol="0">
            <a:noAutofit/>
          </a:bodyPr>
          <a:lstStyle/>
          <a:p>
            <a:pPr algn="ctr">
              <a:lnSpc>
                <a:spcPct val="150000"/>
              </a:lnSpc>
              <a:spcBef>
                <a:spcPct val="0"/>
              </a:spcBef>
              <a:spcAft>
                <a:spcPct val="0"/>
              </a:spcAft>
            </a:pPr>
            <a:r>
              <a:rPr kumimoji="1" lang="zh-CN" altLang="en-US" sz="2400">
                <a:solidFill>
                  <a:schemeClr val="tx1">
                    <a:lumMod val="85000"/>
                    <a:lumOff val="15000"/>
                  </a:schemeClr>
                </a:solidFill>
                <a:latin typeface="+mn-ea"/>
                <a:cs typeface="+mn-ea"/>
                <a:sym typeface="+mn-ea"/>
              </a:rPr>
              <a:t>创建一个展示英军</a:t>
            </a:r>
            <a:r>
              <a:rPr kumimoji="1" lang="zh-CN" altLang="en-US" sz="2400">
                <a:solidFill>
                  <a:schemeClr val="tx1">
                    <a:lumMod val="85000"/>
                    <a:lumOff val="15000"/>
                  </a:schemeClr>
                </a:solidFill>
                <a:latin typeface="+mn-ea"/>
                <a:cs typeface="+mn-ea"/>
                <a:sym typeface="+mn-ea"/>
              </a:rPr>
              <a:t>士兵不同死亡原因情况</a:t>
            </a:r>
            <a:r>
              <a:rPr kumimoji="1" lang="zh-CN" altLang="en-US" sz="2400">
                <a:solidFill>
                  <a:schemeClr val="tx1">
                    <a:lumMod val="85000"/>
                    <a:lumOff val="15000"/>
                  </a:schemeClr>
                </a:solidFill>
                <a:latin typeface="+mn-ea"/>
                <a:cs typeface="+mn-ea"/>
                <a:sym typeface="+mn-ea"/>
              </a:rPr>
              <a:t>下总死亡</a:t>
            </a:r>
            <a:r>
              <a:rPr kumimoji="1" lang="zh-CN" altLang="en-US" sz="2400">
                <a:solidFill>
                  <a:schemeClr val="tx1">
                    <a:lumMod val="85000"/>
                    <a:lumOff val="15000"/>
                  </a:schemeClr>
                </a:solidFill>
                <a:latin typeface="+mn-ea"/>
                <a:cs typeface="+mn-ea"/>
                <a:sym typeface="+mn-ea"/>
              </a:rPr>
              <a:t>人数月度变化的</a:t>
            </a:r>
            <a:br>
              <a:rPr kumimoji="1" lang="zh-CN" altLang="en-US" sz="2400">
                <a:solidFill>
                  <a:schemeClr val="tx1">
                    <a:lumMod val="85000"/>
                    <a:lumOff val="15000"/>
                  </a:schemeClr>
                </a:solidFill>
                <a:latin typeface="+mn-ea"/>
                <a:cs typeface="+mn-ea"/>
                <a:sym typeface="+mn-ea"/>
              </a:rPr>
            </a:br>
            <a:r>
              <a:rPr kumimoji="1" lang="zh-CN" altLang="en-US" sz="2400">
                <a:solidFill>
                  <a:schemeClr val="tx1">
                    <a:lumMod val="85000"/>
                    <a:lumOff val="15000"/>
                  </a:schemeClr>
                </a:solidFill>
                <a:latin typeface="+mn-ea"/>
                <a:cs typeface="+mn-ea"/>
                <a:sym typeface="+mn-ea"/>
              </a:rPr>
              <a:t>柱状图</a:t>
            </a:r>
            <a:endParaRPr kumimoji="1" lang="zh-CN" altLang="en-US" sz="2400">
              <a:solidFill>
                <a:schemeClr val="tx1">
                  <a:lumMod val="85000"/>
                  <a:lumOff val="15000"/>
                </a:schemeClr>
              </a:solidFill>
              <a:latin typeface="+mn-ea"/>
              <a:cs typeface="+mn-ea"/>
              <a:sym typeface="+mn-ea"/>
            </a:endParaRPr>
          </a:p>
        </p:txBody>
      </p:sp>
      <p:sp>
        <p:nvSpPr>
          <p:cNvPr id="12" name="矩形 7"/>
          <p:cNvSpPr/>
          <p:nvPr>
            <p:custDataLst>
              <p:tags r:id="rId3"/>
            </p:custDataLst>
          </p:nvPr>
        </p:nvSpPr>
        <p:spPr>
          <a:xfrm>
            <a:off x="5860821" y="2103732"/>
            <a:ext cx="3126514" cy="2136290"/>
          </a:xfrm>
          <a:prstGeom prst="rect">
            <a:avLst/>
          </a:prstGeom>
          <a:noFill/>
        </p:spPr>
        <p:txBody>
          <a:bodyPr wrap="square" lIns="0" tIns="0" rIns="0" bIns="0" rtlCol="0">
            <a:noAutofit/>
          </a:bodyPr>
          <a:lstStyle/>
          <a:p>
            <a:pPr algn="ctr">
              <a:lnSpc>
                <a:spcPct val="150000"/>
              </a:lnSpc>
              <a:spcBef>
                <a:spcPct val="0"/>
              </a:spcBef>
              <a:spcAft>
                <a:spcPct val="0"/>
              </a:spcAft>
            </a:pPr>
            <a:r>
              <a:rPr kumimoji="1" lang="zh-CN" altLang="en-US" sz="2400" dirty="0">
                <a:solidFill>
                  <a:schemeClr val="tx1">
                    <a:lumMod val="85000"/>
                    <a:lumOff val="15000"/>
                  </a:schemeClr>
                </a:solidFill>
                <a:latin typeface="+mn-ea"/>
                <a:cs typeface="+mn-ea"/>
                <a:sym typeface="+mn-ea"/>
              </a:rPr>
              <a:t>重现南丁格尔玫瑰图</a:t>
            </a:r>
            <a:endParaRPr kumimoji="1" lang="zh-CN" altLang="en-US" sz="2400" dirty="0">
              <a:solidFill>
                <a:schemeClr val="tx1">
                  <a:lumMod val="85000"/>
                  <a:lumOff val="15000"/>
                </a:schemeClr>
              </a:solidFill>
              <a:latin typeface="+mn-ea"/>
              <a:cs typeface="+mn-ea"/>
              <a:sym typeface="+mn-ea"/>
            </a:endParaRPr>
          </a:p>
        </p:txBody>
      </p:sp>
      <p:sp>
        <p:nvSpPr>
          <p:cNvPr id="13" name="矩形 8"/>
          <p:cNvSpPr/>
          <p:nvPr>
            <p:custDataLst>
              <p:tags r:id="rId4"/>
            </p:custDataLst>
          </p:nvPr>
        </p:nvSpPr>
        <p:spPr>
          <a:xfrm>
            <a:off x="10109544" y="2103732"/>
            <a:ext cx="3114061" cy="2136290"/>
          </a:xfrm>
          <a:prstGeom prst="rect">
            <a:avLst/>
          </a:prstGeom>
          <a:noFill/>
        </p:spPr>
        <p:txBody>
          <a:bodyPr wrap="square" lIns="0" tIns="0" rIns="0" bIns="0" rtlCol="0">
            <a:noAutofit/>
          </a:bodyPr>
          <a:lstStyle/>
          <a:p>
            <a:pPr algn="ctr">
              <a:lnSpc>
                <a:spcPct val="150000"/>
              </a:lnSpc>
              <a:spcBef>
                <a:spcPct val="0"/>
              </a:spcBef>
              <a:spcAft>
                <a:spcPct val="0"/>
              </a:spcAft>
            </a:pPr>
            <a:r>
              <a:rPr kumimoji="1" lang="zh-CN" altLang="en-US" sz="2400" dirty="0">
                <a:solidFill>
                  <a:schemeClr val="tx1">
                    <a:lumMod val="85000"/>
                    <a:lumOff val="15000"/>
                  </a:schemeClr>
                </a:solidFill>
                <a:latin typeface="+mn-ea"/>
                <a:cs typeface="+mn-ea"/>
                <a:sym typeface="+mn-ea"/>
              </a:rPr>
              <a:t>选择一个你关注的社会热点话题</a:t>
            </a:r>
            <a:r>
              <a:rPr kumimoji="1" lang="en-US" altLang="zh-CN" sz="2400" dirty="0">
                <a:solidFill>
                  <a:schemeClr val="tx1">
                    <a:lumMod val="85000"/>
                    <a:lumOff val="15000"/>
                  </a:schemeClr>
                </a:solidFill>
                <a:latin typeface="+mn-ea"/>
                <a:cs typeface="+mn-ea"/>
                <a:sym typeface="+mn-ea"/>
              </a:rPr>
              <a:t>(</a:t>
            </a:r>
            <a:r>
              <a:rPr kumimoji="1" lang="zh-CN" altLang="en-US" sz="2400" dirty="0">
                <a:solidFill>
                  <a:schemeClr val="tx1">
                    <a:lumMod val="85000"/>
                    <a:lumOff val="15000"/>
                  </a:schemeClr>
                </a:solidFill>
                <a:latin typeface="+mn-ea"/>
                <a:cs typeface="+mn-ea"/>
                <a:sym typeface="+mn-ea"/>
              </a:rPr>
              <a:t>如环保、教育公平、科技发展、健康生活等</a:t>
            </a:r>
            <a:r>
              <a:rPr kumimoji="1" lang="en-US" altLang="zh-CN" sz="2400" dirty="0">
                <a:solidFill>
                  <a:schemeClr val="tx1">
                    <a:lumMod val="85000"/>
                    <a:lumOff val="15000"/>
                  </a:schemeClr>
                </a:solidFill>
                <a:latin typeface="+mn-ea"/>
                <a:cs typeface="+mn-ea"/>
                <a:sym typeface="+mn-ea"/>
              </a:rPr>
              <a:t>),</a:t>
            </a:r>
            <a:r>
              <a:rPr kumimoji="1" lang="zh-CN" altLang="en-US" sz="2400" dirty="0">
                <a:solidFill>
                  <a:schemeClr val="tx1">
                    <a:lumMod val="85000"/>
                    <a:lumOff val="15000"/>
                  </a:schemeClr>
                </a:solidFill>
                <a:latin typeface="+mn-ea"/>
                <a:cs typeface="+mn-ea"/>
                <a:sym typeface="+mn-ea"/>
              </a:rPr>
              <a:t>设计一张</a:t>
            </a:r>
            <a:r>
              <a:rPr kumimoji="1" lang="en-US" altLang="zh-CN" sz="2400" dirty="0">
                <a:solidFill>
                  <a:schemeClr val="tx1">
                    <a:lumMod val="85000"/>
                    <a:lumOff val="15000"/>
                  </a:schemeClr>
                </a:solidFill>
                <a:latin typeface="+mn-ea"/>
                <a:cs typeface="+mn-ea"/>
                <a:sym typeface="+mn-ea"/>
              </a:rPr>
              <a:t>ggplot2</a:t>
            </a:r>
            <a:r>
              <a:rPr kumimoji="1" lang="zh-CN" altLang="en-US" sz="2400" dirty="0">
                <a:solidFill>
                  <a:schemeClr val="tx1">
                    <a:lumMod val="85000"/>
                    <a:lumOff val="15000"/>
                  </a:schemeClr>
                </a:solidFill>
                <a:latin typeface="+mn-ea"/>
                <a:cs typeface="+mn-ea"/>
                <a:sym typeface="+mn-ea"/>
              </a:rPr>
              <a:t>图表</a:t>
            </a:r>
            <a:r>
              <a:rPr kumimoji="1" lang="en-US" altLang="zh-CN" sz="2400" dirty="0">
                <a:solidFill>
                  <a:schemeClr val="tx1">
                    <a:lumMod val="85000"/>
                    <a:lumOff val="15000"/>
                  </a:schemeClr>
                </a:solidFill>
                <a:latin typeface="+mn-ea"/>
                <a:cs typeface="+mn-ea"/>
                <a:sym typeface="+mn-ea"/>
              </a:rPr>
              <a:t>,</a:t>
            </a:r>
            <a:r>
              <a:rPr kumimoji="1" lang="zh-CN" altLang="en-US" sz="2400" dirty="0">
                <a:solidFill>
                  <a:schemeClr val="tx1">
                    <a:lumMod val="85000"/>
                    <a:lumOff val="15000"/>
                  </a:schemeClr>
                </a:solidFill>
                <a:latin typeface="+mn-ea"/>
                <a:cs typeface="+mn-ea"/>
                <a:sym typeface="+mn-ea"/>
              </a:rPr>
              <a:t>并描述图表传达的信息</a:t>
            </a:r>
            <a:endParaRPr kumimoji="1" lang="zh-CN" altLang="en-US" sz="2400" dirty="0">
              <a:solidFill>
                <a:schemeClr val="tx1">
                  <a:lumMod val="85000"/>
                  <a:lumOff val="15000"/>
                </a:schemeClr>
              </a:solidFill>
              <a:latin typeface="+mn-ea"/>
              <a:cs typeface="+mn-ea"/>
              <a:sym typeface="+mn-ea"/>
            </a:endParaRPr>
          </a:p>
        </p:txBody>
      </p:sp>
      <p:sp>
        <p:nvSpPr>
          <p:cNvPr id="14" name="矩形 9"/>
          <p:cNvSpPr/>
          <p:nvPr>
            <p:custDataLst>
              <p:tags r:id="rId5"/>
            </p:custDataLst>
          </p:nvPr>
        </p:nvSpPr>
        <p:spPr>
          <a:xfrm>
            <a:off x="1624148" y="1351665"/>
            <a:ext cx="3114061" cy="445145"/>
          </a:xfrm>
          <a:prstGeom prst="rect">
            <a:avLst/>
          </a:prstGeom>
          <a:noFill/>
        </p:spPr>
        <p:txBody>
          <a:bodyPr wrap="square" lIns="0" tIns="0" rIns="0" bIns="0" rtlCol="0" anchor="b" anchorCtr="0">
            <a:noAutofit/>
          </a:bodyPr>
          <a:lstStyle/>
          <a:p>
            <a:pPr algn="ctr">
              <a:spcBef>
                <a:spcPct val="0"/>
              </a:spcBef>
              <a:spcAft>
                <a:spcPct val="0"/>
              </a:spcAft>
            </a:pPr>
            <a:r>
              <a:rPr lang="zh-CN" altLang="en-US" sz="2200" b="1">
                <a:solidFill>
                  <a:schemeClr val="accent1"/>
                </a:solidFill>
                <a:latin typeface="+mn-ea"/>
                <a:cs typeface="+mn-ea"/>
                <a:sym typeface="+mn-ea"/>
              </a:rPr>
              <a:t>基础任务</a:t>
            </a:r>
            <a:endParaRPr lang="zh-CN" altLang="en-US" sz="2200" b="1">
              <a:solidFill>
                <a:schemeClr val="accent1"/>
              </a:solidFill>
              <a:latin typeface="+mn-ea"/>
              <a:cs typeface="+mn-ea"/>
              <a:sym typeface="+mn-ea"/>
            </a:endParaRPr>
          </a:p>
        </p:txBody>
      </p:sp>
      <p:sp>
        <p:nvSpPr>
          <p:cNvPr id="15" name="矩形 10"/>
          <p:cNvSpPr/>
          <p:nvPr>
            <p:custDataLst>
              <p:tags r:id="rId6"/>
            </p:custDataLst>
          </p:nvPr>
        </p:nvSpPr>
        <p:spPr>
          <a:xfrm>
            <a:off x="5866492" y="1351665"/>
            <a:ext cx="3114061" cy="445145"/>
          </a:xfrm>
          <a:prstGeom prst="rect">
            <a:avLst/>
          </a:prstGeom>
          <a:noFill/>
        </p:spPr>
        <p:txBody>
          <a:bodyPr wrap="square" lIns="0" tIns="0" rIns="0" bIns="0" rtlCol="0" anchor="b" anchorCtr="0">
            <a:noAutofit/>
          </a:bodyPr>
          <a:lstStyle/>
          <a:p>
            <a:pPr algn="ctr">
              <a:spcBef>
                <a:spcPct val="0"/>
              </a:spcBef>
              <a:spcAft>
                <a:spcPct val="0"/>
              </a:spcAft>
            </a:pPr>
            <a:r>
              <a:rPr lang="zh-CN" altLang="en-US" sz="2200" b="1">
                <a:solidFill>
                  <a:schemeClr val="accent2"/>
                </a:solidFill>
                <a:latin typeface="+mn-ea"/>
                <a:cs typeface="+mn-ea"/>
                <a:sym typeface="+mn-ea"/>
              </a:rPr>
              <a:t>进阶任务</a:t>
            </a:r>
            <a:endParaRPr lang="zh-CN" altLang="en-US" sz="2200" b="1">
              <a:solidFill>
                <a:schemeClr val="accent2"/>
              </a:solidFill>
              <a:latin typeface="+mn-ea"/>
              <a:cs typeface="+mn-ea"/>
              <a:sym typeface="+mn-ea"/>
            </a:endParaRPr>
          </a:p>
        </p:txBody>
      </p:sp>
      <p:sp>
        <p:nvSpPr>
          <p:cNvPr id="16" name="矩形 11"/>
          <p:cNvSpPr/>
          <p:nvPr>
            <p:custDataLst>
              <p:tags r:id="rId7"/>
            </p:custDataLst>
          </p:nvPr>
        </p:nvSpPr>
        <p:spPr>
          <a:xfrm>
            <a:off x="10109544" y="1351665"/>
            <a:ext cx="3114061" cy="445145"/>
          </a:xfrm>
          <a:prstGeom prst="rect">
            <a:avLst/>
          </a:prstGeom>
          <a:noFill/>
        </p:spPr>
        <p:txBody>
          <a:bodyPr wrap="square" lIns="0" tIns="0" rIns="0" bIns="0" rtlCol="0" anchor="b" anchorCtr="0">
            <a:noAutofit/>
          </a:bodyPr>
          <a:lstStyle/>
          <a:p>
            <a:pPr algn="ctr">
              <a:spcBef>
                <a:spcPct val="0"/>
              </a:spcBef>
              <a:spcAft>
                <a:spcPct val="0"/>
              </a:spcAft>
            </a:pPr>
            <a:r>
              <a:rPr lang="zh-CN" altLang="en-US" sz="2200" b="1">
                <a:solidFill>
                  <a:schemeClr val="accent3"/>
                </a:solidFill>
                <a:latin typeface="+mn-ea"/>
                <a:cs typeface="+mn-ea"/>
                <a:sym typeface="+mn-ea"/>
              </a:rPr>
              <a:t>挑战任务</a:t>
            </a:r>
            <a:endParaRPr lang="zh-CN" altLang="en-US" sz="2200" b="1">
              <a:solidFill>
                <a:schemeClr val="accent3"/>
              </a:solidFill>
              <a:latin typeface="+mn-ea"/>
              <a:cs typeface="+mn-ea"/>
              <a:sym typeface="+mn-ea"/>
            </a:endParaRPr>
          </a:p>
        </p:txBody>
      </p:sp>
      <p:sp>
        <p:nvSpPr>
          <p:cNvPr id="17" name="Freeform 7397"/>
          <p:cNvSpPr/>
          <p:nvPr>
            <p:custDataLst>
              <p:tags r:id="rId8"/>
            </p:custDataLst>
          </p:nvPr>
        </p:nvSpPr>
        <p:spPr bwMode="auto">
          <a:xfrm>
            <a:off x="5282173" y="1618678"/>
            <a:ext cx="75188" cy="3525078"/>
          </a:xfrm>
          <a:custGeom>
            <a:avLst/>
            <a:gdLst>
              <a:gd name="T0" fmla="*/ 391912 w 1717675"/>
              <a:gd name="T1" fmla="*/ 391912 w 1717675"/>
              <a:gd name="T2" fmla="*/ 391912 w 1717675"/>
              <a:gd name="T3" fmla="*/ 391912 w 1717675"/>
              <a:gd name="T4" fmla="*/ 391912 w 1717675"/>
              <a:gd name="T5" fmla="*/ 391912 w 1717675"/>
              <a:gd name="T6" fmla="*/ 391912 w 1717675"/>
              <a:gd name="T7" fmla="*/ 391912 w 1717675"/>
              <a:gd name="T8" fmla="*/ 391912 w 1717675"/>
              <a:gd name="T9" fmla="*/ 391912 w 1717675"/>
              <a:gd name="T10" fmla="*/ 391912 w 1717675"/>
              <a:gd name="T11" fmla="*/ 391912 w 1717675"/>
              <a:gd name="T12" fmla="*/ 391912 w 1717675"/>
              <a:gd name="T13" fmla="*/ 391912 w 1717675"/>
              <a:gd name="T14" fmla="*/ 391912 w 1717675"/>
              <a:gd name="T15" fmla="*/ 391912 w 1717675"/>
              <a:gd name="T16" fmla="*/ 391912 w 1717675"/>
              <a:gd name="T17" fmla="*/ 391912 w 1717675"/>
              <a:gd name="T18" fmla="*/ 391912 w 1717675"/>
              <a:gd name="T19" fmla="*/ 391912 w 1717675"/>
              <a:gd name="T20" fmla="*/ 391912 w 1717675"/>
              <a:gd name="T21" fmla="*/ 391912 w 1717675"/>
              <a:gd name="T22" fmla="*/ 391912 w 1717675"/>
              <a:gd name="T23" fmla="*/ 391912 w 1717675"/>
              <a:gd name="T24" fmla="*/ 391912 w 1717675"/>
              <a:gd name="T25" fmla="*/ 391912 w 1717675"/>
              <a:gd name="T26" fmla="*/ 391912 w 1717675"/>
              <a:gd name="T27" fmla="*/ 391912 w 1717675"/>
              <a:gd name="T28" fmla="*/ 391912 w 1717675"/>
              <a:gd name="T29" fmla="*/ 391912 w 1717675"/>
              <a:gd name="T30" fmla="*/ 391912 w 1717675"/>
              <a:gd name="T31" fmla="*/ 391912 w 1717675"/>
              <a:gd name="T32" fmla="*/ 391912 w 1717675"/>
              <a:gd name="T33" fmla="*/ 391912 w 1717675"/>
              <a:gd name="T34" fmla="*/ 391912 w 1717675"/>
              <a:gd name="T35" fmla="*/ 391912 w 1717675"/>
              <a:gd name="T36" fmla="*/ 391912 w 1717675"/>
              <a:gd name="T37" fmla="*/ 391912 w 1717675"/>
              <a:gd name="T38" fmla="*/ 391912 w 1717675"/>
              <a:gd name="T39" fmla="*/ 391912 w 1717675"/>
              <a:gd name="T40" fmla="*/ 391912 w 1717675"/>
              <a:gd name="T41" fmla="*/ 391912 w 1717675"/>
              <a:gd name="T42" fmla="*/ 391912 w 1717675"/>
              <a:gd name="T43" fmla="*/ 391912 w 1717675"/>
              <a:gd name="T44" fmla="*/ 391912 w 1717675"/>
              <a:gd name="T45" fmla="*/ 391912 w 1717675"/>
              <a:gd name="T46" fmla="*/ 391912 w 1717675"/>
              <a:gd name="T47" fmla="*/ 391912 w 1717675"/>
              <a:gd name="T48" fmla="*/ 391912 w 1717675"/>
              <a:gd name="T49" fmla="*/ 391912 w 1717675"/>
              <a:gd name="T50" fmla="*/ 391912 w 1717675"/>
              <a:gd name="T51" fmla="*/ 391912 w 1717675"/>
              <a:gd name="T52" fmla="*/ 391912 w 1717675"/>
              <a:gd name="T53" fmla="*/ 391912 w 1717675"/>
              <a:gd name="T54" fmla="*/ 391912 w 1717675"/>
              <a:gd name="T55" fmla="*/ 391912 w 1717675"/>
              <a:gd name="T56" fmla="*/ 391912 w 1717675"/>
              <a:gd name="T57" fmla="*/ 391912 w 1717675"/>
              <a:gd name="T58" fmla="*/ 391912 w 1717675"/>
              <a:gd name="T59" fmla="*/ 391912 w 1717675"/>
              <a:gd name="T60" fmla="*/ 391912 w 1717675"/>
              <a:gd name="T61" fmla="*/ 391912 w 1717675"/>
              <a:gd name="T62" fmla="*/ 391912 w 1717675"/>
              <a:gd name="T63" fmla="*/ 391912 w 1717675"/>
              <a:gd name="T64" fmla="*/ 391912 w 1717675"/>
              <a:gd name="T65" fmla="*/ 391912 w 1717675"/>
              <a:gd name="T66" fmla="*/ 391912 w 1717675"/>
              <a:gd name="T67" fmla="*/ 391912 w 1717675"/>
              <a:gd name="T68" fmla="*/ 391912 w 1717675"/>
              <a:gd name="T69" fmla="*/ 391912 w 1717675"/>
              <a:gd name="T70" fmla="*/ 391912 w 1717675"/>
              <a:gd name="T71" fmla="*/ 391912 w 1717675"/>
              <a:gd name="T72" fmla="*/ 391912 w 1717675"/>
              <a:gd name="T73" fmla="*/ 391912 w 1717675"/>
              <a:gd name="T74" fmla="*/ 391912 w 1717675"/>
              <a:gd name="T75" fmla="*/ 391912 w 1717675"/>
              <a:gd name="T76" fmla="*/ 391912 w 1717675"/>
              <a:gd name="T77" fmla="*/ 391912 w 1717675"/>
              <a:gd name="T78" fmla="*/ 391912 w 1717675"/>
              <a:gd name="T79" fmla="*/ 391912 w 1717675"/>
              <a:gd name="T80" fmla="*/ 391912 w 1717675"/>
              <a:gd name="T81" fmla="*/ 391912 w 1717675"/>
              <a:gd name="T82" fmla="*/ 391912 w 1717675"/>
              <a:gd name="T83" fmla="*/ 391912 w 1717675"/>
              <a:gd name="T84" fmla="*/ 391912 w 1717675"/>
              <a:gd name="T85" fmla="*/ 391912 w 1717675"/>
              <a:gd name="T86" fmla="*/ 391912 w 1717675"/>
              <a:gd name="T87" fmla="*/ 391912 w 1717675"/>
              <a:gd name="T88" fmla="*/ 391912 w 1717675"/>
              <a:gd name="T89" fmla="*/ 391912 w 1717675"/>
              <a:gd name="T90" fmla="*/ 391912 w 1717675"/>
              <a:gd name="T91" fmla="*/ 391912 w 1717675"/>
              <a:gd name="T92" fmla="*/ 391912 w 1717675"/>
              <a:gd name="T93" fmla="*/ 391912 w 1717675"/>
              <a:gd name="T94" fmla="*/ 391912 w 1717675"/>
              <a:gd name="T95" fmla="*/ 391912 w 1717675"/>
              <a:gd name="T96" fmla="*/ 391912 w 1717675"/>
              <a:gd name="T97" fmla="*/ 391912 w 1717675"/>
              <a:gd name="T98" fmla="*/ 391912 w 1717675"/>
              <a:gd name="T99" fmla="*/ 391912 w 1717675"/>
              <a:gd name="T100" fmla="*/ 391912 w 1717675"/>
              <a:gd name="T101" fmla="*/ 391912 w 1717675"/>
              <a:gd name="T102" fmla="*/ 391912 w 1717675"/>
              <a:gd name="T103" fmla="*/ 391912 w 1717675"/>
              <a:gd name="T104" fmla="*/ 391912 w 1717675"/>
              <a:gd name="T105" fmla="*/ 391912 w 1717675"/>
              <a:gd name="T106" fmla="*/ 391912 w 1717675"/>
              <a:gd name="T107" fmla="*/ 391912 w 1717675"/>
              <a:gd name="T108" fmla="*/ 391912 w 1717675"/>
              <a:gd name="T109" fmla="*/ 391912 w 1717675"/>
              <a:gd name="T110" fmla="*/ 391912 w 1717675"/>
              <a:gd name="T111" fmla="*/ 391912 w 1717675"/>
              <a:gd name="T112" fmla="*/ 391912 w 1717675"/>
              <a:gd name="T113" fmla="*/ 391912 w 1717675"/>
              <a:gd name="T114" fmla="*/ 391912 w 1717675"/>
              <a:gd name="T115" fmla="*/ 391912 w 1717675"/>
              <a:gd name="T116" fmla="*/ 391912 w 1717675"/>
              <a:gd name="T117" fmla="*/ 391912 w 1717675"/>
              <a:gd name="T118" fmla="*/ 391912 w 1717675"/>
              <a:gd name="T119" fmla="*/ 391912 w 1717675"/>
              <a:gd name="T120" fmla="*/ 391912 w 1717675"/>
              <a:gd name="T121" fmla="*/ 391912 w 1717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 h="473">
                <a:moveTo>
                  <a:pt x="29" y="6"/>
                </a:moveTo>
                <a:cubicBezTo>
                  <a:pt x="29" y="7"/>
                  <a:pt x="29" y="7"/>
                  <a:pt x="29" y="7"/>
                </a:cubicBezTo>
                <a:cubicBezTo>
                  <a:pt x="29" y="7"/>
                  <a:pt x="28" y="7"/>
                  <a:pt x="28" y="6"/>
                </a:cubicBezTo>
                <a:cubicBezTo>
                  <a:pt x="28" y="6"/>
                  <a:pt x="28" y="4"/>
                  <a:pt x="28" y="3"/>
                </a:cubicBezTo>
                <a:cubicBezTo>
                  <a:pt x="25" y="2"/>
                  <a:pt x="23" y="2"/>
                  <a:pt x="22" y="4"/>
                </a:cubicBezTo>
                <a:cubicBezTo>
                  <a:pt x="21" y="2"/>
                  <a:pt x="21" y="5"/>
                  <a:pt x="20" y="3"/>
                </a:cubicBezTo>
                <a:cubicBezTo>
                  <a:pt x="21" y="5"/>
                  <a:pt x="21" y="6"/>
                  <a:pt x="22" y="8"/>
                </a:cubicBezTo>
                <a:cubicBezTo>
                  <a:pt x="21" y="7"/>
                  <a:pt x="19" y="8"/>
                  <a:pt x="19" y="6"/>
                </a:cubicBezTo>
                <a:cubicBezTo>
                  <a:pt x="18" y="5"/>
                  <a:pt x="18" y="6"/>
                  <a:pt x="18" y="7"/>
                </a:cubicBezTo>
                <a:cubicBezTo>
                  <a:pt x="17" y="5"/>
                  <a:pt x="15" y="7"/>
                  <a:pt x="13" y="6"/>
                </a:cubicBezTo>
                <a:cubicBezTo>
                  <a:pt x="13" y="7"/>
                  <a:pt x="13" y="7"/>
                  <a:pt x="13" y="8"/>
                </a:cubicBezTo>
                <a:cubicBezTo>
                  <a:pt x="12" y="7"/>
                  <a:pt x="12" y="8"/>
                  <a:pt x="11" y="7"/>
                </a:cubicBezTo>
                <a:cubicBezTo>
                  <a:pt x="11" y="8"/>
                  <a:pt x="11" y="9"/>
                  <a:pt x="11" y="9"/>
                </a:cubicBezTo>
                <a:cubicBezTo>
                  <a:pt x="11" y="9"/>
                  <a:pt x="11" y="10"/>
                  <a:pt x="10" y="9"/>
                </a:cubicBezTo>
                <a:cubicBezTo>
                  <a:pt x="10" y="10"/>
                  <a:pt x="9" y="10"/>
                  <a:pt x="8" y="11"/>
                </a:cubicBezTo>
                <a:cubicBezTo>
                  <a:pt x="9" y="11"/>
                  <a:pt x="9" y="12"/>
                  <a:pt x="9" y="12"/>
                </a:cubicBezTo>
                <a:cubicBezTo>
                  <a:pt x="10" y="12"/>
                  <a:pt x="9" y="11"/>
                  <a:pt x="9" y="11"/>
                </a:cubicBezTo>
                <a:cubicBezTo>
                  <a:pt x="10" y="11"/>
                  <a:pt x="10" y="12"/>
                  <a:pt x="10" y="12"/>
                </a:cubicBezTo>
                <a:cubicBezTo>
                  <a:pt x="10" y="11"/>
                  <a:pt x="10" y="11"/>
                  <a:pt x="10" y="11"/>
                </a:cubicBezTo>
                <a:cubicBezTo>
                  <a:pt x="11" y="12"/>
                  <a:pt x="11" y="11"/>
                  <a:pt x="12" y="11"/>
                </a:cubicBezTo>
                <a:cubicBezTo>
                  <a:pt x="13" y="13"/>
                  <a:pt x="12" y="14"/>
                  <a:pt x="12" y="16"/>
                </a:cubicBezTo>
                <a:cubicBezTo>
                  <a:pt x="11" y="15"/>
                  <a:pt x="11" y="15"/>
                  <a:pt x="11" y="16"/>
                </a:cubicBezTo>
                <a:cubicBezTo>
                  <a:pt x="10" y="14"/>
                  <a:pt x="8" y="18"/>
                  <a:pt x="7" y="16"/>
                </a:cubicBezTo>
                <a:cubicBezTo>
                  <a:pt x="7" y="17"/>
                  <a:pt x="7" y="18"/>
                  <a:pt x="6" y="18"/>
                </a:cubicBezTo>
                <a:cubicBezTo>
                  <a:pt x="5" y="17"/>
                  <a:pt x="2" y="19"/>
                  <a:pt x="2" y="21"/>
                </a:cubicBezTo>
                <a:cubicBezTo>
                  <a:pt x="3" y="22"/>
                  <a:pt x="4" y="22"/>
                  <a:pt x="5" y="20"/>
                </a:cubicBezTo>
                <a:cubicBezTo>
                  <a:pt x="6" y="22"/>
                  <a:pt x="6" y="19"/>
                  <a:pt x="8" y="20"/>
                </a:cubicBezTo>
                <a:cubicBezTo>
                  <a:pt x="8" y="21"/>
                  <a:pt x="8" y="22"/>
                  <a:pt x="7" y="23"/>
                </a:cubicBezTo>
                <a:cubicBezTo>
                  <a:pt x="7" y="23"/>
                  <a:pt x="7" y="23"/>
                  <a:pt x="7" y="22"/>
                </a:cubicBezTo>
                <a:cubicBezTo>
                  <a:pt x="7" y="23"/>
                  <a:pt x="7" y="23"/>
                  <a:pt x="7" y="24"/>
                </a:cubicBezTo>
                <a:cubicBezTo>
                  <a:pt x="5" y="24"/>
                  <a:pt x="5" y="26"/>
                  <a:pt x="3" y="26"/>
                </a:cubicBezTo>
                <a:cubicBezTo>
                  <a:pt x="3" y="28"/>
                  <a:pt x="1" y="26"/>
                  <a:pt x="1" y="29"/>
                </a:cubicBezTo>
                <a:cubicBezTo>
                  <a:pt x="2" y="28"/>
                  <a:pt x="5" y="28"/>
                  <a:pt x="6" y="27"/>
                </a:cubicBezTo>
                <a:cubicBezTo>
                  <a:pt x="6" y="27"/>
                  <a:pt x="7" y="27"/>
                  <a:pt x="7" y="28"/>
                </a:cubicBezTo>
                <a:cubicBezTo>
                  <a:pt x="7" y="33"/>
                  <a:pt x="2" y="31"/>
                  <a:pt x="0" y="36"/>
                </a:cubicBezTo>
                <a:cubicBezTo>
                  <a:pt x="1" y="37"/>
                  <a:pt x="2" y="35"/>
                  <a:pt x="2" y="34"/>
                </a:cubicBezTo>
                <a:cubicBezTo>
                  <a:pt x="3" y="35"/>
                  <a:pt x="4" y="36"/>
                  <a:pt x="5" y="35"/>
                </a:cubicBezTo>
                <a:cubicBezTo>
                  <a:pt x="7" y="38"/>
                  <a:pt x="2" y="39"/>
                  <a:pt x="1" y="41"/>
                </a:cubicBezTo>
                <a:cubicBezTo>
                  <a:pt x="2" y="41"/>
                  <a:pt x="2" y="42"/>
                  <a:pt x="2" y="43"/>
                </a:cubicBezTo>
                <a:cubicBezTo>
                  <a:pt x="2" y="42"/>
                  <a:pt x="3" y="42"/>
                  <a:pt x="3" y="43"/>
                </a:cubicBezTo>
                <a:cubicBezTo>
                  <a:pt x="3" y="41"/>
                  <a:pt x="4" y="44"/>
                  <a:pt x="5" y="42"/>
                </a:cubicBezTo>
                <a:cubicBezTo>
                  <a:pt x="5" y="41"/>
                  <a:pt x="5" y="40"/>
                  <a:pt x="5" y="40"/>
                </a:cubicBezTo>
                <a:cubicBezTo>
                  <a:pt x="6" y="40"/>
                  <a:pt x="6" y="41"/>
                  <a:pt x="6" y="42"/>
                </a:cubicBezTo>
                <a:cubicBezTo>
                  <a:pt x="6" y="43"/>
                  <a:pt x="7" y="43"/>
                  <a:pt x="7" y="43"/>
                </a:cubicBezTo>
                <a:cubicBezTo>
                  <a:pt x="6" y="45"/>
                  <a:pt x="6" y="45"/>
                  <a:pt x="5" y="46"/>
                </a:cubicBezTo>
                <a:cubicBezTo>
                  <a:pt x="5" y="46"/>
                  <a:pt x="5" y="46"/>
                  <a:pt x="5" y="45"/>
                </a:cubicBezTo>
                <a:cubicBezTo>
                  <a:pt x="4" y="47"/>
                  <a:pt x="4" y="47"/>
                  <a:pt x="3" y="47"/>
                </a:cubicBezTo>
                <a:cubicBezTo>
                  <a:pt x="3" y="48"/>
                  <a:pt x="2" y="49"/>
                  <a:pt x="3" y="49"/>
                </a:cubicBezTo>
                <a:cubicBezTo>
                  <a:pt x="3" y="47"/>
                  <a:pt x="4" y="50"/>
                  <a:pt x="5" y="49"/>
                </a:cubicBezTo>
                <a:cubicBezTo>
                  <a:pt x="6" y="48"/>
                  <a:pt x="5" y="47"/>
                  <a:pt x="5" y="47"/>
                </a:cubicBezTo>
                <a:cubicBezTo>
                  <a:pt x="6" y="48"/>
                  <a:pt x="6" y="50"/>
                  <a:pt x="6" y="51"/>
                </a:cubicBezTo>
                <a:cubicBezTo>
                  <a:pt x="5" y="51"/>
                  <a:pt x="5" y="51"/>
                  <a:pt x="4" y="53"/>
                </a:cubicBezTo>
                <a:cubicBezTo>
                  <a:pt x="3" y="52"/>
                  <a:pt x="3" y="54"/>
                  <a:pt x="1" y="55"/>
                </a:cubicBezTo>
                <a:cubicBezTo>
                  <a:pt x="1" y="55"/>
                  <a:pt x="1" y="57"/>
                  <a:pt x="1" y="58"/>
                </a:cubicBezTo>
                <a:cubicBezTo>
                  <a:pt x="2" y="59"/>
                  <a:pt x="2" y="57"/>
                  <a:pt x="3" y="56"/>
                </a:cubicBezTo>
                <a:cubicBezTo>
                  <a:pt x="3" y="57"/>
                  <a:pt x="4" y="56"/>
                  <a:pt x="4" y="55"/>
                </a:cubicBezTo>
                <a:cubicBezTo>
                  <a:pt x="4" y="57"/>
                  <a:pt x="4" y="58"/>
                  <a:pt x="5" y="58"/>
                </a:cubicBezTo>
                <a:cubicBezTo>
                  <a:pt x="5" y="57"/>
                  <a:pt x="4" y="57"/>
                  <a:pt x="5" y="55"/>
                </a:cubicBezTo>
                <a:cubicBezTo>
                  <a:pt x="5" y="56"/>
                  <a:pt x="5" y="55"/>
                  <a:pt x="5" y="55"/>
                </a:cubicBezTo>
                <a:cubicBezTo>
                  <a:pt x="5" y="58"/>
                  <a:pt x="6" y="54"/>
                  <a:pt x="6" y="55"/>
                </a:cubicBezTo>
                <a:cubicBezTo>
                  <a:pt x="5" y="59"/>
                  <a:pt x="3" y="61"/>
                  <a:pt x="1" y="64"/>
                </a:cubicBezTo>
                <a:cubicBezTo>
                  <a:pt x="3" y="64"/>
                  <a:pt x="3" y="63"/>
                  <a:pt x="4" y="64"/>
                </a:cubicBezTo>
                <a:cubicBezTo>
                  <a:pt x="4" y="63"/>
                  <a:pt x="4" y="61"/>
                  <a:pt x="5" y="62"/>
                </a:cubicBezTo>
                <a:cubicBezTo>
                  <a:pt x="5" y="62"/>
                  <a:pt x="5" y="62"/>
                  <a:pt x="5" y="63"/>
                </a:cubicBezTo>
                <a:cubicBezTo>
                  <a:pt x="4" y="63"/>
                  <a:pt x="5" y="65"/>
                  <a:pt x="5" y="65"/>
                </a:cubicBezTo>
                <a:cubicBezTo>
                  <a:pt x="4" y="66"/>
                  <a:pt x="5" y="67"/>
                  <a:pt x="5" y="68"/>
                </a:cubicBezTo>
                <a:cubicBezTo>
                  <a:pt x="5" y="69"/>
                  <a:pt x="4" y="69"/>
                  <a:pt x="4" y="71"/>
                </a:cubicBezTo>
                <a:cubicBezTo>
                  <a:pt x="5" y="71"/>
                  <a:pt x="5" y="70"/>
                  <a:pt x="5" y="71"/>
                </a:cubicBezTo>
                <a:cubicBezTo>
                  <a:pt x="4" y="72"/>
                  <a:pt x="5" y="72"/>
                  <a:pt x="5" y="75"/>
                </a:cubicBezTo>
                <a:cubicBezTo>
                  <a:pt x="5" y="75"/>
                  <a:pt x="4" y="76"/>
                  <a:pt x="5" y="76"/>
                </a:cubicBezTo>
                <a:cubicBezTo>
                  <a:pt x="5" y="75"/>
                  <a:pt x="5" y="75"/>
                  <a:pt x="6" y="74"/>
                </a:cubicBezTo>
                <a:cubicBezTo>
                  <a:pt x="5" y="76"/>
                  <a:pt x="6" y="82"/>
                  <a:pt x="5" y="80"/>
                </a:cubicBezTo>
                <a:cubicBezTo>
                  <a:pt x="4" y="81"/>
                  <a:pt x="5" y="82"/>
                  <a:pt x="4" y="83"/>
                </a:cubicBezTo>
                <a:cubicBezTo>
                  <a:pt x="5" y="83"/>
                  <a:pt x="5" y="81"/>
                  <a:pt x="6" y="82"/>
                </a:cubicBezTo>
                <a:cubicBezTo>
                  <a:pt x="6" y="83"/>
                  <a:pt x="5" y="82"/>
                  <a:pt x="5" y="83"/>
                </a:cubicBezTo>
                <a:cubicBezTo>
                  <a:pt x="6" y="84"/>
                  <a:pt x="5" y="85"/>
                  <a:pt x="5" y="86"/>
                </a:cubicBezTo>
                <a:cubicBezTo>
                  <a:pt x="5" y="86"/>
                  <a:pt x="5" y="87"/>
                  <a:pt x="4" y="87"/>
                </a:cubicBezTo>
                <a:cubicBezTo>
                  <a:pt x="5" y="90"/>
                  <a:pt x="3" y="93"/>
                  <a:pt x="4" y="96"/>
                </a:cubicBezTo>
                <a:cubicBezTo>
                  <a:pt x="5" y="96"/>
                  <a:pt x="5" y="95"/>
                  <a:pt x="5" y="96"/>
                </a:cubicBezTo>
                <a:cubicBezTo>
                  <a:pt x="5" y="97"/>
                  <a:pt x="4" y="97"/>
                  <a:pt x="5" y="99"/>
                </a:cubicBezTo>
                <a:cubicBezTo>
                  <a:pt x="4" y="98"/>
                  <a:pt x="4" y="98"/>
                  <a:pt x="4" y="98"/>
                </a:cubicBezTo>
                <a:cubicBezTo>
                  <a:pt x="4" y="101"/>
                  <a:pt x="5" y="107"/>
                  <a:pt x="4" y="109"/>
                </a:cubicBezTo>
                <a:cubicBezTo>
                  <a:pt x="5" y="110"/>
                  <a:pt x="4" y="112"/>
                  <a:pt x="4" y="114"/>
                </a:cubicBezTo>
                <a:cubicBezTo>
                  <a:pt x="5" y="115"/>
                  <a:pt x="4" y="118"/>
                  <a:pt x="4" y="120"/>
                </a:cubicBezTo>
                <a:cubicBezTo>
                  <a:pt x="4" y="119"/>
                  <a:pt x="4" y="119"/>
                  <a:pt x="5" y="118"/>
                </a:cubicBezTo>
                <a:cubicBezTo>
                  <a:pt x="5" y="119"/>
                  <a:pt x="5" y="119"/>
                  <a:pt x="5" y="119"/>
                </a:cubicBezTo>
                <a:cubicBezTo>
                  <a:pt x="4" y="120"/>
                  <a:pt x="5" y="120"/>
                  <a:pt x="5" y="121"/>
                </a:cubicBezTo>
                <a:cubicBezTo>
                  <a:pt x="5" y="124"/>
                  <a:pt x="4" y="130"/>
                  <a:pt x="5" y="132"/>
                </a:cubicBezTo>
                <a:cubicBezTo>
                  <a:pt x="5" y="132"/>
                  <a:pt x="5" y="132"/>
                  <a:pt x="5" y="132"/>
                </a:cubicBezTo>
                <a:cubicBezTo>
                  <a:pt x="5" y="134"/>
                  <a:pt x="5" y="136"/>
                  <a:pt x="4" y="139"/>
                </a:cubicBezTo>
                <a:cubicBezTo>
                  <a:pt x="5" y="139"/>
                  <a:pt x="5" y="141"/>
                  <a:pt x="5" y="141"/>
                </a:cubicBezTo>
                <a:cubicBezTo>
                  <a:pt x="5" y="142"/>
                  <a:pt x="5" y="142"/>
                  <a:pt x="4" y="143"/>
                </a:cubicBezTo>
                <a:cubicBezTo>
                  <a:pt x="5" y="144"/>
                  <a:pt x="5" y="142"/>
                  <a:pt x="5" y="143"/>
                </a:cubicBezTo>
                <a:cubicBezTo>
                  <a:pt x="4" y="144"/>
                  <a:pt x="6" y="146"/>
                  <a:pt x="5" y="148"/>
                </a:cubicBezTo>
                <a:cubicBezTo>
                  <a:pt x="4" y="147"/>
                  <a:pt x="5" y="146"/>
                  <a:pt x="5" y="146"/>
                </a:cubicBezTo>
                <a:cubicBezTo>
                  <a:pt x="4" y="146"/>
                  <a:pt x="4" y="150"/>
                  <a:pt x="5" y="149"/>
                </a:cubicBezTo>
                <a:cubicBezTo>
                  <a:pt x="5" y="149"/>
                  <a:pt x="6" y="149"/>
                  <a:pt x="6" y="148"/>
                </a:cubicBezTo>
                <a:cubicBezTo>
                  <a:pt x="6" y="149"/>
                  <a:pt x="5" y="149"/>
                  <a:pt x="5" y="151"/>
                </a:cubicBezTo>
                <a:cubicBezTo>
                  <a:pt x="5" y="152"/>
                  <a:pt x="6" y="152"/>
                  <a:pt x="6" y="153"/>
                </a:cubicBezTo>
                <a:cubicBezTo>
                  <a:pt x="5" y="152"/>
                  <a:pt x="5" y="155"/>
                  <a:pt x="6" y="155"/>
                </a:cubicBezTo>
                <a:cubicBezTo>
                  <a:pt x="6" y="155"/>
                  <a:pt x="5" y="153"/>
                  <a:pt x="6" y="153"/>
                </a:cubicBezTo>
                <a:cubicBezTo>
                  <a:pt x="7" y="153"/>
                  <a:pt x="7" y="153"/>
                  <a:pt x="7" y="155"/>
                </a:cubicBezTo>
                <a:cubicBezTo>
                  <a:pt x="7" y="155"/>
                  <a:pt x="7" y="154"/>
                  <a:pt x="6" y="154"/>
                </a:cubicBezTo>
                <a:cubicBezTo>
                  <a:pt x="6" y="155"/>
                  <a:pt x="6" y="155"/>
                  <a:pt x="6" y="156"/>
                </a:cubicBezTo>
                <a:cubicBezTo>
                  <a:pt x="6" y="155"/>
                  <a:pt x="5" y="157"/>
                  <a:pt x="5" y="158"/>
                </a:cubicBezTo>
                <a:cubicBezTo>
                  <a:pt x="6" y="158"/>
                  <a:pt x="6" y="157"/>
                  <a:pt x="6" y="158"/>
                </a:cubicBezTo>
                <a:cubicBezTo>
                  <a:pt x="5" y="158"/>
                  <a:pt x="6" y="162"/>
                  <a:pt x="6" y="164"/>
                </a:cubicBezTo>
                <a:cubicBezTo>
                  <a:pt x="7" y="165"/>
                  <a:pt x="6" y="165"/>
                  <a:pt x="8" y="167"/>
                </a:cubicBezTo>
                <a:cubicBezTo>
                  <a:pt x="7" y="168"/>
                  <a:pt x="7" y="165"/>
                  <a:pt x="6" y="167"/>
                </a:cubicBezTo>
                <a:cubicBezTo>
                  <a:pt x="6" y="167"/>
                  <a:pt x="7" y="168"/>
                  <a:pt x="6" y="168"/>
                </a:cubicBezTo>
                <a:cubicBezTo>
                  <a:pt x="6" y="169"/>
                  <a:pt x="6" y="167"/>
                  <a:pt x="6" y="167"/>
                </a:cubicBezTo>
                <a:cubicBezTo>
                  <a:pt x="6" y="168"/>
                  <a:pt x="5" y="167"/>
                  <a:pt x="5" y="167"/>
                </a:cubicBezTo>
                <a:cubicBezTo>
                  <a:pt x="5" y="170"/>
                  <a:pt x="5" y="171"/>
                  <a:pt x="6" y="173"/>
                </a:cubicBezTo>
                <a:cubicBezTo>
                  <a:pt x="6" y="172"/>
                  <a:pt x="6" y="171"/>
                  <a:pt x="6" y="170"/>
                </a:cubicBezTo>
                <a:cubicBezTo>
                  <a:pt x="6" y="172"/>
                  <a:pt x="7" y="175"/>
                  <a:pt x="6" y="175"/>
                </a:cubicBezTo>
                <a:cubicBezTo>
                  <a:pt x="6" y="174"/>
                  <a:pt x="6" y="173"/>
                  <a:pt x="6" y="173"/>
                </a:cubicBezTo>
                <a:cubicBezTo>
                  <a:pt x="6" y="174"/>
                  <a:pt x="5" y="173"/>
                  <a:pt x="5" y="174"/>
                </a:cubicBezTo>
                <a:cubicBezTo>
                  <a:pt x="6" y="174"/>
                  <a:pt x="6" y="179"/>
                  <a:pt x="6" y="177"/>
                </a:cubicBezTo>
                <a:cubicBezTo>
                  <a:pt x="6" y="179"/>
                  <a:pt x="6" y="183"/>
                  <a:pt x="6" y="184"/>
                </a:cubicBezTo>
                <a:cubicBezTo>
                  <a:pt x="7" y="184"/>
                  <a:pt x="6" y="183"/>
                  <a:pt x="7" y="183"/>
                </a:cubicBezTo>
                <a:cubicBezTo>
                  <a:pt x="7" y="183"/>
                  <a:pt x="7" y="184"/>
                  <a:pt x="7" y="186"/>
                </a:cubicBezTo>
                <a:cubicBezTo>
                  <a:pt x="6" y="185"/>
                  <a:pt x="6" y="187"/>
                  <a:pt x="6" y="188"/>
                </a:cubicBezTo>
                <a:cubicBezTo>
                  <a:pt x="6" y="187"/>
                  <a:pt x="7" y="186"/>
                  <a:pt x="8" y="186"/>
                </a:cubicBezTo>
                <a:cubicBezTo>
                  <a:pt x="7" y="188"/>
                  <a:pt x="7" y="190"/>
                  <a:pt x="7" y="192"/>
                </a:cubicBezTo>
                <a:cubicBezTo>
                  <a:pt x="7" y="192"/>
                  <a:pt x="6" y="192"/>
                  <a:pt x="6" y="193"/>
                </a:cubicBezTo>
                <a:cubicBezTo>
                  <a:pt x="7" y="193"/>
                  <a:pt x="6" y="194"/>
                  <a:pt x="7" y="195"/>
                </a:cubicBezTo>
                <a:cubicBezTo>
                  <a:pt x="6" y="195"/>
                  <a:pt x="6" y="195"/>
                  <a:pt x="6" y="194"/>
                </a:cubicBezTo>
                <a:cubicBezTo>
                  <a:pt x="6" y="196"/>
                  <a:pt x="6" y="197"/>
                  <a:pt x="6" y="198"/>
                </a:cubicBezTo>
                <a:cubicBezTo>
                  <a:pt x="6" y="199"/>
                  <a:pt x="6" y="198"/>
                  <a:pt x="6" y="198"/>
                </a:cubicBezTo>
                <a:cubicBezTo>
                  <a:pt x="7" y="199"/>
                  <a:pt x="7" y="199"/>
                  <a:pt x="7" y="201"/>
                </a:cubicBezTo>
                <a:cubicBezTo>
                  <a:pt x="7" y="201"/>
                  <a:pt x="6" y="200"/>
                  <a:pt x="6" y="201"/>
                </a:cubicBezTo>
                <a:cubicBezTo>
                  <a:pt x="7" y="201"/>
                  <a:pt x="7" y="203"/>
                  <a:pt x="8" y="203"/>
                </a:cubicBezTo>
                <a:cubicBezTo>
                  <a:pt x="8" y="201"/>
                  <a:pt x="8" y="202"/>
                  <a:pt x="8" y="201"/>
                </a:cubicBezTo>
                <a:cubicBezTo>
                  <a:pt x="8" y="201"/>
                  <a:pt x="7" y="201"/>
                  <a:pt x="7" y="200"/>
                </a:cubicBezTo>
                <a:cubicBezTo>
                  <a:pt x="8" y="200"/>
                  <a:pt x="7" y="197"/>
                  <a:pt x="8" y="197"/>
                </a:cubicBezTo>
                <a:cubicBezTo>
                  <a:pt x="8" y="199"/>
                  <a:pt x="9" y="198"/>
                  <a:pt x="10" y="198"/>
                </a:cubicBezTo>
                <a:cubicBezTo>
                  <a:pt x="9" y="199"/>
                  <a:pt x="10" y="199"/>
                  <a:pt x="10" y="200"/>
                </a:cubicBezTo>
                <a:cubicBezTo>
                  <a:pt x="9" y="199"/>
                  <a:pt x="9" y="200"/>
                  <a:pt x="9" y="201"/>
                </a:cubicBezTo>
                <a:cubicBezTo>
                  <a:pt x="9" y="200"/>
                  <a:pt x="10" y="200"/>
                  <a:pt x="10" y="200"/>
                </a:cubicBezTo>
                <a:cubicBezTo>
                  <a:pt x="10" y="201"/>
                  <a:pt x="10" y="202"/>
                  <a:pt x="11" y="203"/>
                </a:cubicBezTo>
                <a:cubicBezTo>
                  <a:pt x="10" y="203"/>
                  <a:pt x="10" y="203"/>
                  <a:pt x="10" y="204"/>
                </a:cubicBezTo>
                <a:cubicBezTo>
                  <a:pt x="10" y="204"/>
                  <a:pt x="10" y="205"/>
                  <a:pt x="11" y="205"/>
                </a:cubicBezTo>
                <a:cubicBezTo>
                  <a:pt x="10" y="205"/>
                  <a:pt x="10" y="206"/>
                  <a:pt x="10" y="206"/>
                </a:cubicBezTo>
                <a:cubicBezTo>
                  <a:pt x="10" y="205"/>
                  <a:pt x="10" y="203"/>
                  <a:pt x="9" y="203"/>
                </a:cubicBezTo>
                <a:cubicBezTo>
                  <a:pt x="8" y="205"/>
                  <a:pt x="9" y="206"/>
                  <a:pt x="10" y="207"/>
                </a:cubicBezTo>
                <a:cubicBezTo>
                  <a:pt x="10" y="208"/>
                  <a:pt x="10" y="208"/>
                  <a:pt x="10" y="209"/>
                </a:cubicBezTo>
                <a:cubicBezTo>
                  <a:pt x="10" y="209"/>
                  <a:pt x="10" y="210"/>
                  <a:pt x="10" y="210"/>
                </a:cubicBezTo>
                <a:cubicBezTo>
                  <a:pt x="9" y="208"/>
                  <a:pt x="10" y="208"/>
                  <a:pt x="10" y="208"/>
                </a:cubicBezTo>
                <a:cubicBezTo>
                  <a:pt x="9" y="207"/>
                  <a:pt x="9" y="209"/>
                  <a:pt x="9" y="209"/>
                </a:cubicBezTo>
                <a:cubicBezTo>
                  <a:pt x="9" y="208"/>
                  <a:pt x="8" y="208"/>
                  <a:pt x="8" y="209"/>
                </a:cubicBezTo>
                <a:cubicBezTo>
                  <a:pt x="9" y="209"/>
                  <a:pt x="9" y="211"/>
                  <a:pt x="9" y="212"/>
                </a:cubicBezTo>
                <a:cubicBezTo>
                  <a:pt x="10" y="212"/>
                  <a:pt x="10" y="211"/>
                  <a:pt x="10" y="211"/>
                </a:cubicBezTo>
                <a:cubicBezTo>
                  <a:pt x="10" y="212"/>
                  <a:pt x="9" y="213"/>
                  <a:pt x="10" y="214"/>
                </a:cubicBezTo>
                <a:cubicBezTo>
                  <a:pt x="10" y="212"/>
                  <a:pt x="10" y="214"/>
                  <a:pt x="10" y="215"/>
                </a:cubicBezTo>
                <a:cubicBezTo>
                  <a:pt x="10" y="213"/>
                  <a:pt x="12" y="214"/>
                  <a:pt x="12" y="214"/>
                </a:cubicBezTo>
                <a:cubicBezTo>
                  <a:pt x="12" y="215"/>
                  <a:pt x="12" y="217"/>
                  <a:pt x="12" y="217"/>
                </a:cubicBezTo>
                <a:cubicBezTo>
                  <a:pt x="11" y="217"/>
                  <a:pt x="11" y="217"/>
                  <a:pt x="11" y="217"/>
                </a:cubicBezTo>
                <a:cubicBezTo>
                  <a:pt x="11" y="216"/>
                  <a:pt x="12" y="215"/>
                  <a:pt x="11" y="214"/>
                </a:cubicBezTo>
                <a:cubicBezTo>
                  <a:pt x="11" y="215"/>
                  <a:pt x="11" y="215"/>
                  <a:pt x="11" y="215"/>
                </a:cubicBezTo>
                <a:cubicBezTo>
                  <a:pt x="11" y="215"/>
                  <a:pt x="11" y="214"/>
                  <a:pt x="11" y="214"/>
                </a:cubicBezTo>
                <a:cubicBezTo>
                  <a:pt x="10" y="218"/>
                  <a:pt x="11" y="220"/>
                  <a:pt x="10" y="222"/>
                </a:cubicBezTo>
                <a:cubicBezTo>
                  <a:pt x="11" y="222"/>
                  <a:pt x="10" y="224"/>
                  <a:pt x="11" y="225"/>
                </a:cubicBezTo>
                <a:cubicBezTo>
                  <a:pt x="11" y="225"/>
                  <a:pt x="11" y="224"/>
                  <a:pt x="11" y="224"/>
                </a:cubicBezTo>
                <a:cubicBezTo>
                  <a:pt x="12" y="224"/>
                  <a:pt x="11" y="226"/>
                  <a:pt x="11" y="226"/>
                </a:cubicBezTo>
                <a:cubicBezTo>
                  <a:pt x="11" y="226"/>
                  <a:pt x="10" y="227"/>
                  <a:pt x="10" y="226"/>
                </a:cubicBezTo>
                <a:cubicBezTo>
                  <a:pt x="10" y="227"/>
                  <a:pt x="10" y="227"/>
                  <a:pt x="10" y="228"/>
                </a:cubicBezTo>
                <a:cubicBezTo>
                  <a:pt x="11" y="227"/>
                  <a:pt x="12" y="227"/>
                  <a:pt x="12" y="226"/>
                </a:cubicBezTo>
                <a:cubicBezTo>
                  <a:pt x="13" y="227"/>
                  <a:pt x="12" y="227"/>
                  <a:pt x="12" y="228"/>
                </a:cubicBezTo>
                <a:cubicBezTo>
                  <a:pt x="11" y="227"/>
                  <a:pt x="12" y="231"/>
                  <a:pt x="11" y="229"/>
                </a:cubicBezTo>
                <a:cubicBezTo>
                  <a:pt x="11" y="230"/>
                  <a:pt x="10" y="231"/>
                  <a:pt x="10" y="232"/>
                </a:cubicBezTo>
                <a:cubicBezTo>
                  <a:pt x="10" y="231"/>
                  <a:pt x="11" y="231"/>
                  <a:pt x="11" y="232"/>
                </a:cubicBezTo>
                <a:cubicBezTo>
                  <a:pt x="11" y="232"/>
                  <a:pt x="11" y="233"/>
                  <a:pt x="10" y="232"/>
                </a:cubicBezTo>
                <a:cubicBezTo>
                  <a:pt x="10" y="232"/>
                  <a:pt x="10" y="232"/>
                  <a:pt x="10" y="232"/>
                </a:cubicBezTo>
                <a:cubicBezTo>
                  <a:pt x="10" y="232"/>
                  <a:pt x="10" y="230"/>
                  <a:pt x="10" y="230"/>
                </a:cubicBezTo>
                <a:cubicBezTo>
                  <a:pt x="10" y="232"/>
                  <a:pt x="9" y="232"/>
                  <a:pt x="9" y="231"/>
                </a:cubicBezTo>
                <a:cubicBezTo>
                  <a:pt x="9" y="233"/>
                  <a:pt x="10" y="232"/>
                  <a:pt x="10" y="234"/>
                </a:cubicBezTo>
                <a:cubicBezTo>
                  <a:pt x="10" y="234"/>
                  <a:pt x="10" y="235"/>
                  <a:pt x="9" y="234"/>
                </a:cubicBezTo>
                <a:cubicBezTo>
                  <a:pt x="9" y="236"/>
                  <a:pt x="10" y="236"/>
                  <a:pt x="10" y="238"/>
                </a:cubicBezTo>
                <a:cubicBezTo>
                  <a:pt x="10" y="238"/>
                  <a:pt x="9" y="240"/>
                  <a:pt x="10" y="240"/>
                </a:cubicBezTo>
                <a:cubicBezTo>
                  <a:pt x="11" y="240"/>
                  <a:pt x="10" y="236"/>
                  <a:pt x="11" y="235"/>
                </a:cubicBezTo>
                <a:cubicBezTo>
                  <a:pt x="11" y="237"/>
                  <a:pt x="12" y="234"/>
                  <a:pt x="13" y="236"/>
                </a:cubicBezTo>
                <a:cubicBezTo>
                  <a:pt x="13" y="239"/>
                  <a:pt x="11" y="237"/>
                  <a:pt x="12" y="239"/>
                </a:cubicBezTo>
                <a:cubicBezTo>
                  <a:pt x="12" y="238"/>
                  <a:pt x="13" y="239"/>
                  <a:pt x="12" y="239"/>
                </a:cubicBezTo>
                <a:cubicBezTo>
                  <a:pt x="13" y="239"/>
                  <a:pt x="15" y="236"/>
                  <a:pt x="15" y="239"/>
                </a:cubicBezTo>
                <a:cubicBezTo>
                  <a:pt x="15" y="239"/>
                  <a:pt x="13" y="239"/>
                  <a:pt x="14" y="241"/>
                </a:cubicBezTo>
                <a:cubicBezTo>
                  <a:pt x="14" y="240"/>
                  <a:pt x="14" y="241"/>
                  <a:pt x="14" y="242"/>
                </a:cubicBezTo>
                <a:cubicBezTo>
                  <a:pt x="14" y="242"/>
                  <a:pt x="15" y="242"/>
                  <a:pt x="15" y="242"/>
                </a:cubicBezTo>
                <a:cubicBezTo>
                  <a:pt x="15" y="243"/>
                  <a:pt x="14" y="244"/>
                  <a:pt x="14" y="244"/>
                </a:cubicBezTo>
                <a:cubicBezTo>
                  <a:pt x="15" y="245"/>
                  <a:pt x="13" y="246"/>
                  <a:pt x="13" y="246"/>
                </a:cubicBezTo>
                <a:cubicBezTo>
                  <a:pt x="14" y="245"/>
                  <a:pt x="14" y="246"/>
                  <a:pt x="15" y="244"/>
                </a:cubicBezTo>
                <a:cubicBezTo>
                  <a:pt x="15" y="245"/>
                  <a:pt x="15" y="244"/>
                  <a:pt x="15" y="244"/>
                </a:cubicBezTo>
                <a:cubicBezTo>
                  <a:pt x="15" y="246"/>
                  <a:pt x="15" y="247"/>
                  <a:pt x="15" y="249"/>
                </a:cubicBezTo>
                <a:cubicBezTo>
                  <a:pt x="17" y="249"/>
                  <a:pt x="14" y="253"/>
                  <a:pt x="15" y="254"/>
                </a:cubicBezTo>
                <a:cubicBezTo>
                  <a:pt x="15" y="253"/>
                  <a:pt x="15" y="253"/>
                  <a:pt x="15" y="253"/>
                </a:cubicBezTo>
                <a:cubicBezTo>
                  <a:pt x="15" y="254"/>
                  <a:pt x="16" y="252"/>
                  <a:pt x="16" y="254"/>
                </a:cubicBezTo>
                <a:cubicBezTo>
                  <a:pt x="16" y="254"/>
                  <a:pt x="16" y="255"/>
                  <a:pt x="15" y="255"/>
                </a:cubicBezTo>
                <a:cubicBezTo>
                  <a:pt x="15" y="255"/>
                  <a:pt x="14" y="256"/>
                  <a:pt x="14" y="256"/>
                </a:cubicBezTo>
                <a:cubicBezTo>
                  <a:pt x="14" y="256"/>
                  <a:pt x="14" y="257"/>
                  <a:pt x="14" y="257"/>
                </a:cubicBezTo>
                <a:cubicBezTo>
                  <a:pt x="15" y="258"/>
                  <a:pt x="15" y="255"/>
                  <a:pt x="15" y="257"/>
                </a:cubicBezTo>
                <a:cubicBezTo>
                  <a:pt x="15" y="258"/>
                  <a:pt x="14" y="258"/>
                  <a:pt x="15" y="259"/>
                </a:cubicBezTo>
                <a:cubicBezTo>
                  <a:pt x="15" y="257"/>
                  <a:pt x="14" y="261"/>
                  <a:pt x="15" y="260"/>
                </a:cubicBezTo>
                <a:cubicBezTo>
                  <a:pt x="15" y="259"/>
                  <a:pt x="15" y="259"/>
                  <a:pt x="15" y="258"/>
                </a:cubicBezTo>
                <a:cubicBezTo>
                  <a:pt x="15" y="259"/>
                  <a:pt x="16" y="258"/>
                  <a:pt x="16" y="259"/>
                </a:cubicBezTo>
                <a:cubicBezTo>
                  <a:pt x="15" y="260"/>
                  <a:pt x="16" y="260"/>
                  <a:pt x="16" y="262"/>
                </a:cubicBezTo>
                <a:cubicBezTo>
                  <a:pt x="15" y="264"/>
                  <a:pt x="13" y="264"/>
                  <a:pt x="14" y="266"/>
                </a:cubicBezTo>
                <a:cubicBezTo>
                  <a:pt x="14" y="265"/>
                  <a:pt x="14" y="265"/>
                  <a:pt x="15" y="265"/>
                </a:cubicBezTo>
                <a:cubicBezTo>
                  <a:pt x="15" y="267"/>
                  <a:pt x="15" y="267"/>
                  <a:pt x="15" y="267"/>
                </a:cubicBezTo>
                <a:cubicBezTo>
                  <a:pt x="16" y="268"/>
                  <a:pt x="15" y="266"/>
                  <a:pt x="16" y="266"/>
                </a:cubicBezTo>
                <a:cubicBezTo>
                  <a:pt x="16" y="267"/>
                  <a:pt x="16" y="266"/>
                  <a:pt x="16" y="267"/>
                </a:cubicBezTo>
                <a:cubicBezTo>
                  <a:pt x="16" y="267"/>
                  <a:pt x="15" y="267"/>
                  <a:pt x="15" y="268"/>
                </a:cubicBezTo>
                <a:cubicBezTo>
                  <a:pt x="16" y="270"/>
                  <a:pt x="16" y="267"/>
                  <a:pt x="17" y="268"/>
                </a:cubicBezTo>
                <a:cubicBezTo>
                  <a:pt x="16" y="268"/>
                  <a:pt x="17" y="270"/>
                  <a:pt x="16" y="270"/>
                </a:cubicBezTo>
                <a:cubicBezTo>
                  <a:pt x="16" y="270"/>
                  <a:pt x="16" y="270"/>
                  <a:pt x="16" y="270"/>
                </a:cubicBezTo>
                <a:cubicBezTo>
                  <a:pt x="16" y="269"/>
                  <a:pt x="16" y="270"/>
                  <a:pt x="16" y="269"/>
                </a:cubicBezTo>
                <a:cubicBezTo>
                  <a:pt x="15" y="269"/>
                  <a:pt x="15" y="270"/>
                  <a:pt x="15" y="271"/>
                </a:cubicBezTo>
                <a:cubicBezTo>
                  <a:pt x="15" y="272"/>
                  <a:pt x="16" y="272"/>
                  <a:pt x="16" y="273"/>
                </a:cubicBezTo>
                <a:cubicBezTo>
                  <a:pt x="16" y="273"/>
                  <a:pt x="15" y="273"/>
                  <a:pt x="15" y="275"/>
                </a:cubicBezTo>
                <a:cubicBezTo>
                  <a:pt x="16" y="275"/>
                  <a:pt x="16" y="276"/>
                  <a:pt x="17" y="277"/>
                </a:cubicBezTo>
                <a:cubicBezTo>
                  <a:pt x="17" y="280"/>
                  <a:pt x="17" y="280"/>
                  <a:pt x="17" y="283"/>
                </a:cubicBezTo>
                <a:cubicBezTo>
                  <a:pt x="16" y="283"/>
                  <a:pt x="17" y="284"/>
                  <a:pt x="17" y="285"/>
                </a:cubicBezTo>
                <a:cubicBezTo>
                  <a:pt x="16" y="284"/>
                  <a:pt x="16" y="285"/>
                  <a:pt x="16" y="285"/>
                </a:cubicBezTo>
                <a:cubicBezTo>
                  <a:pt x="16" y="287"/>
                  <a:pt x="16" y="288"/>
                  <a:pt x="16" y="289"/>
                </a:cubicBezTo>
                <a:cubicBezTo>
                  <a:pt x="17" y="289"/>
                  <a:pt x="16" y="287"/>
                  <a:pt x="17" y="287"/>
                </a:cubicBezTo>
                <a:cubicBezTo>
                  <a:pt x="17" y="289"/>
                  <a:pt x="17" y="289"/>
                  <a:pt x="17" y="289"/>
                </a:cubicBezTo>
                <a:cubicBezTo>
                  <a:pt x="17" y="289"/>
                  <a:pt x="17" y="289"/>
                  <a:pt x="18" y="290"/>
                </a:cubicBezTo>
                <a:cubicBezTo>
                  <a:pt x="18" y="289"/>
                  <a:pt x="17" y="288"/>
                  <a:pt x="18" y="288"/>
                </a:cubicBezTo>
                <a:cubicBezTo>
                  <a:pt x="18" y="288"/>
                  <a:pt x="18" y="288"/>
                  <a:pt x="18" y="288"/>
                </a:cubicBezTo>
                <a:cubicBezTo>
                  <a:pt x="18" y="291"/>
                  <a:pt x="19" y="294"/>
                  <a:pt x="18" y="295"/>
                </a:cubicBezTo>
                <a:cubicBezTo>
                  <a:pt x="18" y="296"/>
                  <a:pt x="18" y="297"/>
                  <a:pt x="18" y="298"/>
                </a:cubicBezTo>
                <a:cubicBezTo>
                  <a:pt x="18" y="298"/>
                  <a:pt x="18" y="298"/>
                  <a:pt x="18" y="298"/>
                </a:cubicBezTo>
                <a:cubicBezTo>
                  <a:pt x="18" y="301"/>
                  <a:pt x="17" y="301"/>
                  <a:pt x="17" y="304"/>
                </a:cubicBezTo>
                <a:cubicBezTo>
                  <a:pt x="18" y="305"/>
                  <a:pt x="18" y="306"/>
                  <a:pt x="18" y="309"/>
                </a:cubicBezTo>
                <a:cubicBezTo>
                  <a:pt x="17" y="309"/>
                  <a:pt x="17" y="309"/>
                  <a:pt x="17" y="309"/>
                </a:cubicBezTo>
                <a:cubicBezTo>
                  <a:pt x="17" y="310"/>
                  <a:pt x="18" y="310"/>
                  <a:pt x="18" y="310"/>
                </a:cubicBezTo>
                <a:cubicBezTo>
                  <a:pt x="17" y="311"/>
                  <a:pt x="17" y="312"/>
                  <a:pt x="17" y="313"/>
                </a:cubicBezTo>
                <a:cubicBezTo>
                  <a:pt x="17" y="313"/>
                  <a:pt x="17" y="312"/>
                  <a:pt x="18" y="312"/>
                </a:cubicBezTo>
                <a:cubicBezTo>
                  <a:pt x="18" y="314"/>
                  <a:pt x="18" y="312"/>
                  <a:pt x="18" y="311"/>
                </a:cubicBezTo>
                <a:cubicBezTo>
                  <a:pt x="19" y="314"/>
                  <a:pt x="18" y="315"/>
                  <a:pt x="19" y="316"/>
                </a:cubicBezTo>
                <a:cubicBezTo>
                  <a:pt x="18" y="316"/>
                  <a:pt x="18" y="317"/>
                  <a:pt x="18" y="318"/>
                </a:cubicBezTo>
                <a:cubicBezTo>
                  <a:pt x="17" y="317"/>
                  <a:pt x="18" y="315"/>
                  <a:pt x="17" y="316"/>
                </a:cubicBezTo>
                <a:cubicBezTo>
                  <a:pt x="17" y="319"/>
                  <a:pt x="17" y="325"/>
                  <a:pt x="18" y="329"/>
                </a:cubicBezTo>
                <a:cubicBezTo>
                  <a:pt x="18" y="329"/>
                  <a:pt x="17" y="329"/>
                  <a:pt x="17" y="329"/>
                </a:cubicBezTo>
                <a:cubicBezTo>
                  <a:pt x="17" y="331"/>
                  <a:pt x="17" y="334"/>
                  <a:pt x="18" y="334"/>
                </a:cubicBezTo>
                <a:cubicBezTo>
                  <a:pt x="18" y="331"/>
                  <a:pt x="18" y="333"/>
                  <a:pt x="18" y="332"/>
                </a:cubicBezTo>
                <a:cubicBezTo>
                  <a:pt x="18" y="332"/>
                  <a:pt x="18" y="331"/>
                  <a:pt x="18" y="331"/>
                </a:cubicBezTo>
                <a:cubicBezTo>
                  <a:pt x="19" y="331"/>
                  <a:pt x="19" y="330"/>
                  <a:pt x="20" y="331"/>
                </a:cubicBezTo>
                <a:cubicBezTo>
                  <a:pt x="20" y="330"/>
                  <a:pt x="20" y="328"/>
                  <a:pt x="20" y="329"/>
                </a:cubicBezTo>
                <a:cubicBezTo>
                  <a:pt x="21" y="333"/>
                  <a:pt x="18" y="332"/>
                  <a:pt x="19" y="335"/>
                </a:cubicBezTo>
                <a:cubicBezTo>
                  <a:pt x="20" y="334"/>
                  <a:pt x="19" y="333"/>
                  <a:pt x="20" y="332"/>
                </a:cubicBezTo>
                <a:cubicBezTo>
                  <a:pt x="20" y="338"/>
                  <a:pt x="20" y="338"/>
                  <a:pt x="20" y="338"/>
                </a:cubicBezTo>
                <a:cubicBezTo>
                  <a:pt x="20" y="338"/>
                  <a:pt x="19" y="339"/>
                  <a:pt x="19" y="339"/>
                </a:cubicBezTo>
                <a:cubicBezTo>
                  <a:pt x="20" y="339"/>
                  <a:pt x="20" y="339"/>
                  <a:pt x="20" y="340"/>
                </a:cubicBezTo>
                <a:cubicBezTo>
                  <a:pt x="20" y="341"/>
                  <a:pt x="20" y="341"/>
                  <a:pt x="19" y="341"/>
                </a:cubicBezTo>
                <a:cubicBezTo>
                  <a:pt x="19" y="342"/>
                  <a:pt x="19" y="342"/>
                  <a:pt x="20" y="343"/>
                </a:cubicBezTo>
                <a:cubicBezTo>
                  <a:pt x="20" y="342"/>
                  <a:pt x="20" y="342"/>
                  <a:pt x="20" y="342"/>
                </a:cubicBezTo>
                <a:cubicBezTo>
                  <a:pt x="20" y="349"/>
                  <a:pt x="21" y="354"/>
                  <a:pt x="21" y="362"/>
                </a:cubicBezTo>
                <a:cubicBezTo>
                  <a:pt x="21" y="362"/>
                  <a:pt x="22" y="360"/>
                  <a:pt x="22" y="361"/>
                </a:cubicBezTo>
                <a:cubicBezTo>
                  <a:pt x="22" y="362"/>
                  <a:pt x="21" y="362"/>
                  <a:pt x="21" y="362"/>
                </a:cubicBezTo>
                <a:cubicBezTo>
                  <a:pt x="21" y="371"/>
                  <a:pt x="22" y="375"/>
                  <a:pt x="22" y="384"/>
                </a:cubicBezTo>
                <a:cubicBezTo>
                  <a:pt x="22" y="384"/>
                  <a:pt x="22" y="384"/>
                  <a:pt x="21" y="385"/>
                </a:cubicBezTo>
                <a:cubicBezTo>
                  <a:pt x="23" y="386"/>
                  <a:pt x="22" y="387"/>
                  <a:pt x="22" y="389"/>
                </a:cubicBezTo>
                <a:cubicBezTo>
                  <a:pt x="23" y="390"/>
                  <a:pt x="23" y="389"/>
                  <a:pt x="24" y="388"/>
                </a:cubicBezTo>
                <a:cubicBezTo>
                  <a:pt x="24" y="389"/>
                  <a:pt x="24" y="389"/>
                  <a:pt x="24" y="390"/>
                </a:cubicBezTo>
                <a:cubicBezTo>
                  <a:pt x="23" y="390"/>
                  <a:pt x="22" y="390"/>
                  <a:pt x="22" y="391"/>
                </a:cubicBezTo>
                <a:cubicBezTo>
                  <a:pt x="23" y="392"/>
                  <a:pt x="22" y="394"/>
                  <a:pt x="23" y="395"/>
                </a:cubicBezTo>
                <a:cubicBezTo>
                  <a:pt x="23" y="396"/>
                  <a:pt x="24" y="395"/>
                  <a:pt x="23" y="396"/>
                </a:cubicBezTo>
                <a:cubicBezTo>
                  <a:pt x="24" y="397"/>
                  <a:pt x="25" y="396"/>
                  <a:pt x="25" y="397"/>
                </a:cubicBezTo>
                <a:cubicBezTo>
                  <a:pt x="25" y="395"/>
                  <a:pt x="26" y="396"/>
                  <a:pt x="26" y="395"/>
                </a:cubicBezTo>
                <a:cubicBezTo>
                  <a:pt x="26" y="395"/>
                  <a:pt x="25" y="394"/>
                  <a:pt x="25" y="394"/>
                </a:cubicBezTo>
                <a:cubicBezTo>
                  <a:pt x="26" y="394"/>
                  <a:pt x="26" y="393"/>
                  <a:pt x="26" y="393"/>
                </a:cubicBezTo>
                <a:cubicBezTo>
                  <a:pt x="27" y="394"/>
                  <a:pt x="27" y="394"/>
                  <a:pt x="28" y="393"/>
                </a:cubicBezTo>
                <a:cubicBezTo>
                  <a:pt x="27" y="394"/>
                  <a:pt x="28" y="394"/>
                  <a:pt x="28" y="394"/>
                </a:cubicBezTo>
                <a:cubicBezTo>
                  <a:pt x="28" y="394"/>
                  <a:pt x="28" y="393"/>
                  <a:pt x="28" y="393"/>
                </a:cubicBezTo>
                <a:cubicBezTo>
                  <a:pt x="29" y="393"/>
                  <a:pt x="29" y="395"/>
                  <a:pt x="29" y="395"/>
                </a:cubicBezTo>
                <a:cubicBezTo>
                  <a:pt x="29" y="395"/>
                  <a:pt x="29" y="395"/>
                  <a:pt x="29" y="396"/>
                </a:cubicBezTo>
                <a:cubicBezTo>
                  <a:pt x="29" y="396"/>
                  <a:pt x="30" y="396"/>
                  <a:pt x="29" y="398"/>
                </a:cubicBezTo>
                <a:cubicBezTo>
                  <a:pt x="29" y="398"/>
                  <a:pt x="29" y="397"/>
                  <a:pt x="29" y="397"/>
                </a:cubicBezTo>
                <a:cubicBezTo>
                  <a:pt x="29" y="399"/>
                  <a:pt x="30" y="399"/>
                  <a:pt x="30" y="400"/>
                </a:cubicBezTo>
                <a:cubicBezTo>
                  <a:pt x="31" y="401"/>
                  <a:pt x="30" y="400"/>
                  <a:pt x="30" y="401"/>
                </a:cubicBezTo>
                <a:cubicBezTo>
                  <a:pt x="30" y="402"/>
                  <a:pt x="30" y="402"/>
                  <a:pt x="31" y="403"/>
                </a:cubicBezTo>
                <a:cubicBezTo>
                  <a:pt x="30" y="404"/>
                  <a:pt x="30" y="404"/>
                  <a:pt x="30" y="405"/>
                </a:cubicBezTo>
                <a:cubicBezTo>
                  <a:pt x="30" y="404"/>
                  <a:pt x="31" y="403"/>
                  <a:pt x="32" y="405"/>
                </a:cubicBezTo>
                <a:cubicBezTo>
                  <a:pt x="31" y="402"/>
                  <a:pt x="30" y="400"/>
                  <a:pt x="32" y="401"/>
                </a:cubicBezTo>
                <a:cubicBezTo>
                  <a:pt x="33" y="401"/>
                  <a:pt x="32" y="400"/>
                  <a:pt x="33" y="399"/>
                </a:cubicBezTo>
                <a:cubicBezTo>
                  <a:pt x="33" y="401"/>
                  <a:pt x="33" y="402"/>
                  <a:pt x="33" y="404"/>
                </a:cubicBezTo>
                <a:cubicBezTo>
                  <a:pt x="34" y="405"/>
                  <a:pt x="33" y="407"/>
                  <a:pt x="34" y="407"/>
                </a:cubicBezTo>
                <a:cubicBezTo>
                  <a:pt x="34" y="406"/>
                  <a:pt x="33" y="403"/>
                  <a:pt x="34" y="404"/>
                </a:cubicBezTo>
                <a:cubicBezTo>
                  <a:pt x="34" y="403"/>
                  <a:pt x="34" y="402"/>
                  <a:pt x="34" y="400"/>
                </a:cubicBezTo>
                <a:cubicBezTo>
                  <a:pt x="34" y="400"/>
                  <a:pt x="35" y="399"/>
                  <a:pt x="35" y="399"/>
                </a:cubicBezTo>
                <a:cubicBezTo>
                  <a:pt x="34" y="399"/>
                  <a:pt x="34" y="400"/>
                  <a:pt x="34" y="400"/>
                </a:cubicBezTo>
                <a:cubicBezTo>
                  <a:pt x="34" y="399"/>
                  <a:pt x="34" y="399"/>
                  <a:pt x="34" y="399"/>
                </a:cubicBezTo>
                <a:cubicBezTo>
                  <a:pt x="34" y="399"/>
                  <a:pt x="34" y="399"/>
                  <a:pt x="35" y="399"/>
                </a:cubicBezTo>
                <a:cubicBezTo>
                  <a:pt x="35" y="396"/>
                  <a:pt x="35" y="392"/>
                  <a:pt x="35" y="390"/>
                </a:cubicBezTo>
                <a:cubicBezTo>
                  <a:pt x="35" y="391"/>
                  <a:pt x="35" y="391"/>
                  <a:pt x="35" y="391"/>
                </a:cubicBezTo>
                <a:cubicBezTo>
                  <a:pt x="34" y="390"/>
                  <a:pt x="34" y="391"/>
                  <a:pt x="33" y="390"/>
                </a:cubicBezTo>
                <a:cubicBezTo>
                  <a:pt x="33" y="389"/>
                  <a:pt x="33" y="389"/>
                  <a:pt x="33" y="389"/>
                </a:cubicBezTo>
                <a:cubicBezTo>
                  <a:pt x="35" y="390"/>
                  <a:pt x="35" y="387"/>
                  <a:pt x="36" y="390"/>
                </a:cubicBezTo>
                <a:cubicBezTo>
                  <a:pt x="36" y="388"/>
                  <a:pt x="36" y="389"/>
                  <a:pt x="36" y="388"/>
                </a:cubicBezTo>
                <a:cubicBezTo>
                  <a:pt x="36" y="388"/>
                  <a:pt x="37" y="388"/>
                  <a:pt x="37" y="388"/>
                </a:cubicBezTo>
                <a:cubicBezTo>
                  <a:pt x="36" y="390"/>
                  <a:pt x="36" y="394"/>
                  <a:pt x="37" y="397"/>
                </a:cubicBezTo>
                <a:cubicBezTo>
                  <a:pt x="37" y="395"/>
                  <a:pt x="37" y="395"/>
                  <a:pt x="37" y="394"/>
                </a:cubicBezTo>
                <a:cubicBezTo>
                  <a:pt x="37" y="395"/>
                  <a:pt x="38" y="394"/>
                  <a:pt x="38" y="394"/>
                </a:cubicBezTo>
                <a:cubicBezTo>
                  <a:pt x="38" y="390"/>
                  <a:pt x="37" y="389"/>
                  <a:pt x="38" y="386"/>
                </a:cubicBezTo>
                <a:cubicBezTo>
                  <a:pt x="38" y="386"/>
                  <a:pt x="38" y="386"/>
                  <a:pt x="38" y="385"/>
                </a:cubicBezTo>
                <a:cubicBezTo>
                  <a:pt x="38" y="385"/>
                  <a:pt x="38" y="383"/>
                  <a:pt x="38" y="383"/>
                </a:cubicBezTo>
                <a:cubicBezTo>
                  <a:pt x="38" y="385"/>
                  <a:pt x="40" y="382"/>
                  <a:pt x="40" y="385"/>
                </a:cubicBezTo>
                <a:cubicBezTo>
                  <a:pt x="39" y="386"/>
                  <a:pt x="39" y="386"/>
                  <a:pt x="39" y="385"/>
                </a:cubicBezTo>
                <a:cubicBezTo>
                  <a:pt x="39" y="387"/>
                  <a:pt x="39" y="388"/>
                  <a:pt x="39" y="388"/>
                </a:cubicBezTo>
                <a:cubicBezTo>
                  <a:pt x="39" y="388"/>
                  <a:pt x="39" y="388"/>
                  <a:pt x="39" y="389"/>
                </a:cubicBezTo>
                <a:cubicBezTo>
                  <a:pt x="39" y="389"/>
                  <a:pt x="38" y="390"/>
                  <a:pt x="39" y="391"/>
                </a:cubicBezTo>
                <a:cubicBezTo>
                  <a:pt x="39" y="390"/>
                  <a:pt x="38" y="393"/>
                  <a:pt x="40" y="392"/>
                </a:cubicBezTo>
                <a:cubicBezTo>
                  <a:pt x="40" y="394"/>
                  <a:pt x="39" y="394"/>
                  <a:pt x="40" y="394"/>
                </a:cubicBezTo>
                <a:cubicBezTo>
                  <a:pt x="39" y="394"/>
                  <a:pt x="39" y="394"/>
                  <a:pt x="39" y="394"/>
                </a:cubicBezTo>
                <a:cubicBezTo>
                  <a:pt x="39" y="395"/>
                  <a:pt x="40" y="400"/>
                  <a:pt x="39" y="397"/>
                </a:cubicBezTo>
                <a:cubicBezTo>
                  <a:pt x="39" y="401"/>
                  <a:pt x="38" y="405"/>
                  <a:pt x="40" y="407"/>
                </a:cubicBezTo>
                <a:cubicBezTo>
                  <a:pt x="40" y="409"/>
                  <a:pt x="40" y="407"/>
                  <a:pt x="39" y="409"/>
                </a:cubicBezTo>
                <a:cubicBezTo>
                  <a:pt x="40" y="409"/>
                  <a:pt x="39" y="413"/>
                  <a:pt x="40" y="413"/>
                </a:cubicBezTo>
                <a:cubicBezTo>
                  <a:pt x="40" y="414"/>
                  <a:pt x="40" y="415"/>
                  <a:pt x="39" y="416"/>
                </a:cubicBezTo>
                <a:cubicBezTo>
                  <a:pt x="39" y="415"/>
                  <a:pt x="39" y="414"/>
                  <a:pt x="39" y="413"/>
                </a:cubicBezTo>
                <a:cubicBezTo>
                  <a:pt x="38" y="414"/>
                  <a:pt x="39" y="415"/>
                  <a:pt x="38" y="415"/>
                </a:cubicBezTo>
                <a:cubicBezTo>
                  <a:pt x="38" y="415"/>
                  <a:pt x="38" y="414"/>
                  <a:pt x="38" y="414"/>
                </a:cubicBezTo>
                <a:cubicBezTo>
                  <a:pt x="37" y="414"/>
                  <a:pt x="38" y="419"/>
                  <a:pt x="39" y="418"/>
                </a:cubicBezTo>
                <a:cubicBezTo>
                  <a:pt x="39" y="417"/>
                  <a:pt x="39" y="416"/>
                  <a:pt x="39" y="416"/>
                </a:cubicBezTo>
                <a:cubicBezTo>
                  <a:pt x="39" y="417"/>
                  <a:pt x="39" y="417"/>
                  <a:pt x="40" y="418"/>
                </a:cubicBezTo>
                <a:cubicBezTo>
                  <a:pt x="40" y="417"/>
                  <a:pt x="39" y="416"/>
                  <a:pt x="40" y="416"/>
                </a:cubicBezTo>
                <a:cubicBezTo>
                  <a:pt x="40" y="416"/>
                  <a:pt x="40" y="418"/>
                  <a:pt x="41" y="419"/>
                </a:cubicBezTo>
                <a:cubicBezTo>
                  <a:pt x="40" y="419"/>
                  <a:pt x="40" y="419"/>
                  <a:pt x="40" y="419"/>
                </a:cubicBezTo>
                <a:cubicBezTo>
                  <a:pt x="40" y="428"/>
                  <a:pt x="41" y="438"/>
                  <a:pt x="41" y="445"/>
                </a:cubicBezTo>
                <a:cubicBezTo>
                  <a:pt x="41" y="445"/>
                  <a:pt x="42" y="444"/>
                  <a:pt x="42" y="446"/>
                </a:cubicBezTo>
                <a:cubicBezTo>
                  <a:pt x="41" y="446"/>
                  <a:pt x="41" y="445"/>
                  <a:pt x="41" y="445"/>
                </a:cubicBezTo>
                <a:cubicBezTo>
                  <a:pt x="41" y="447"/>
                  <a:pt x="42" y="447"/>
                  <a:pt x="41" y="448"/>
                </a:cubicBezTo>
                <a:cubicBezTo>
                  <a:pt x="42" y="448"/>
                  <a:pt x="42" y="448"/>
                  <a:pt x="42" y="449"/>
                </a:cubicBezTo>
                <a:cubicBezTo>
                  <a:pt x="41" y="449"/>
                  <a:pt x="42" y="449"/>
                  <a:pt x="41" y="449"/>
                </a:cubicBezTo>
                <a:cubicBezTo>
                  <a:pt x="41" y="451"/>
                  <a:pt x="41" y="457"/>
                  <a:pt x="42" y="460"/>
                </a:cubicBezTo>
                <a:cubicBezTo>
                  <a:pt x="42" y="460"/>
                  <a:pt x="43" y="460"/>
                  <a:pt x="43" y="461"/>
                </a:cubicBezTo>
                <a:cubicBezTo>
                  <a:pt x="42" y="461"/>
                  <a:pt x="43" y="462"/>
                  <a:pt x="42" y="463"/>
                </a:cubicBezTo>
                <a:cubicBezTo>
                  <a:pt x="42" y="462"/>
                  <a:pt x="42" y="461"/>
                  <a:pt x="42" y="461"/>
                </a:cubicBezTo>
                <a:cubicBezTo>
                  <a:pt x="42" y="462"/>
                  <a:pt x="41" y="467"/>
                  <a:pt x="42" y="466"/>
                </a:cubicBezTo>
                <a:cubicBezTo>
                  <a:pt x="42" y="466"/>
                  <a:pt x="42" y="465"/>
                  <a:pt x="42" y="464"/>
                </a:cubicBezTo>
                <a:cubicBezTo>
                  <a:pt x="42" y="464"/>
                  <a:pt x="43" y="463"/>
                  <a:pt x="43" y="464"/>
                </a:cubicBezTo>
                <a:cubicBezTo>
                  <a:pt x="43" y="465"/>
                  <a:pt x="42" y="465"/>
                  <a:pt x="42" y="466"/>
                </a:cubicBezTo>
                <a:cubicBezTo>
                  <a:pt x="43" y="466"/>
                  <a:pt x="43" y="466"/>
                  <a:pt x="43" y="465"/>
                </a:cubicBezTo>
                <a:cubicBezTo>
                  <a:pt x="43" y="467"/>
                  <a:pt x="43" y="468"/>
                  <a:pt x="43" y="469"/>
                </a:cubicBezTo>
                <a:cubicBezTo>
                  <a:pt x="42" y="469"/>
                  <a:pt x="43" y="467"/>
                  <a:pt x="42" y="467"/>
                </a:cubicBezTo>
                <a:cubicBezTo>
                  <a:pt x="42" y="468"/>
                  <a:pt x="42" y="470"/>
                  <a:pt x="42" y="471"/>
                </a:cubicBezTo>
                <a:cubicBezTo>
                  <a:pt x="42" y="470"/>
                  <a:pt x="43" y="470"/>
                  <a:pt x="43" y="470"/>
                </a:cubicBezTo>
                <a:cubicBezTo>
                  <a:pt x="44" y="471"/>
                  <a:pt x="43" y="473"/>
                  <a:pt x="43" y="473"/>
                </a:cubicBezTo>
                <a:cubicBezTo>
                  <a:pt x="44" y="473"/>
                  <a:pt x="43" y="472"/>
                  <a:pt x="43" y="471"/>
                </a:cubicBezTo>
                <a:cubicBezTo>
                  <a:pt x="44" y="471"/>
                  <a:pt x="44" y="472"/>
                  <a:pt x="44" y="471"/>
                </a:cubicBezTo>
                <a:cubicBezTo>
                  <a:pt x="44" y="469"/>
                  <a:pt x="44" y="471"/>
                  <a:pt x="43" y="470"/>
                </a:cubicBezTo>
                <a:cubicBezTo>
                  <a:pt x="44" y="470"/>
                  <a:pt x="43" y="469"/>
                  <a:pt x="43" y="468"/>
                </a:cubicBezTo>
                <a:cubicBezTo>
                  <a:pt x="44" y="463"/>
                  <a:pt x="43" y="458"/>
                  <a:pt x="43" y="454"/>
                </a:cubicBezTo>
                <a:cubicBezTo>
                  <a:pt x="43" y="454"/>
                  <a:pt x="43" y="454"/>
                  <a:pt x="43" y="454"/>
                </a:cubicBezTo>
                <a:cubicBezTo>
                  <a:pt x="43" y="454"/>
                  <a:pt x="43" y="453"/>
                  <a:pt x="43" y="453"/>
                </a:cubicBezTo>
                <a:cubicBezTo>
                  <a:pt x="43" y="453"/>
                  <a:pt x="43" y="454"/>
                  <a:pt x="44" y="453"/>
                </a:cubicBezTo>
                <a:cubicBezTo>
                  <a:pt x="44" y="451"/>
                  <a:pt x="43" y="448"/>
                  <a:pt x="43" y="447"/>
                </a:cubicBezTo>
                <a:cubicBezTo>
                  <a:pt x="43" y="447"/>
                  <a:pt x="43" y="447"/>
                  <a:pt x="43" y="447"/>
                </a:cubicBezTo>
                <a:cubicBezTo>
                  <a:pt x="43" y="444"/>
                  <a:pt x="43" y="444"/>
                  <a:pt x="44" y="443"/>
                </a:cubicBezTo>
                <a:cubicBezTo>
                  <a:pt x="44" y="441"/>
                  <a:pt x="44" y="444"/>
                  <a:pt x="43" y="443"/>
                </a:cubicBezTo>
                <a:cubicBezTo>
                  <a:pt x="44" y="442"/>
                  <a:pt x="44" y="440"/>
                  <a:pt x="44" y="440"/>
                </a:cubicBezTo>
                <a:cubicBezTo>
                  <a:pt x="43" y="439"/>
                  <a:pt x="44" y="438"/>
                  <a:pt x="45" y="437"/>
                </a:cubicBezTo>
                <a:cubicBezTo>
                  <a:pt x="44" y="437"/>
                  <a:pt x="44" y="438"/>
                  <a:pt x="44" y="437"/>
                </a:cubicBezTo>
                <a:cubicBezTo>
                  <a:pt x="44" y="436"/>
                  <a:pt x="44" y="436"/>
                  <a:pt x="45" y="436"/>
                </a:cubicBezTo>
                <a:cubicBezTo>
                  <a:pt x="45" y="435"/>
                  <a:pt x="44" y="434"/>
                  <a:pt x="44" y="433"/>
                </a:cubicBezTo>
                <a:cubicBezTo>
                  <a:pt x="44" y="434"/>
                  <a:pt x="44" y="435"/>
                  <a:pt x="43" y="436"/>
                </a:cubicBezTo>
                <a:cubicBezTo>
                  <a:pt x="43" y="433"/>
                  <a:pt x="44" y="431"/>
                  <a:pt x="45" y="430"/>
                </a:cubicBezTo>
                <a:cubicBezTo>
                  <a:pt x="45" y="429"/>
                  <a:pt x="45" y="429"/>
                  <a:pt x="44" y="429"/>
                </a:cubicBezTo>
                <a:cubicBezTo>
                  <a:pt x="45" y="427"/>
                  <a:pt x="45" y="428"/>
                  <a:pt x="45" y="426"/>
                </a:cubicBezTo>
                <a:cubicBezTo>
                  <a:pt x="44" y="426"/>
                  <a:pt x="44" y="428"/>
                  <a:pt x="43" y="428"/>
                </a:cubicBezTo>
                <a:cubicBezTo>
                  <a:pt x="44" y="425"/>
                  <a:pt x="43" y="425"/>
                  <a:pt x="43" y="425"/>
                </a:cubicBezTo>
                <a:cubicBezTo>
                  <a:pt x="43" y="422"/>
                  <a:pt x="43" y="418"/>
                  <a:pt x="44" y="416"/>
                </a:cubicBezTo>
                <a:cubicBezTo>
                  <a:pt x="44" y="418"/>
                  <a:pt x="44" y="418"/>
                  <a:pt x="44" y="419"/>
                </a:cubicBezTo>
                <a:cubicBezTo>
                  <a:pt x="43" y="420"/>
                  <a:pt x="44" y="421"/>
                  <a:pt x="44" y="423"/>
                </a:cubicBezTo>
                <a:cubicBezTo>
                  <a:pt x="44" y="423"/>
                  <a:pt x="44" y="421"/>
                  <a:pt x="45" y="421"/>
                </a:cubicBezTo>
                <a:cubicBezTo>
                  <a:pt x="44" y="421"/>
                  <a:pt x="44" y="421"/>
                  <a:pt x="44" y="420"/>
                </a:cubicBezTo>
                <a:cubicBezTo>
                  <a:pt x="44" y="418"/>
                  <a:pt x="46" y="418"/>
                  <a:pt x="47" y="419"/>
                </a:cubicBezTo>
                <a:cubicBezTo>
                  <a:pt x="46" y="417"/>
                  <a:pt x="47" y="417"/>
                  <a:pt x="46" y="416"/>
                </a:cubicBezTo>
                <a:cubicBezTo>
                  <a:pt x="46" y="417"/>
                  <a:pt x="46" y="418"/>
                  <a:pt x="46" y="418"/>
                </a:cubicBezTo>
                <a:cubicBezTo>
                  <a:pt x="46" y="415"/>
                  <a:pt x="45" y="413"/>
                  <a:pt x="46" y="410"/>
                </a:cubicBezTo>
                <a:cubicBezTo>
                  <a:pt x="45" y="405"/>
                  <a:pt x="47" y="400"/>
                  <a:pt x="45" y="396"/>
                </a:cubicBezTo>
                <a:cubicBezTo>
                  <a:pt x="45" y="392"/>
                  <a:pt x="47" y="391"/>
                  <a:pt x="49" y="393"/>
                </a:cubicBezTo>
                <a:cubicBezTo>
                  <a:pt x="48" y="395"/>
                  <a:pt x="49" y="395"/>
                  <a:pt x="49" y="397"/>
                </a:cubicBezTo>
                <a:cubicBezTo>
                  <a:pt x="48" y="396"/>
                  <a:pt x="48" y="398"/>
                  <a:pt x="48" y="398"/>
                </a:cubicBezTo>
                <a:cubicBezTo>
                  <a:pt x="48" y="397"/>
                  <a:pt x="47" y="396"/>
                  <a:pt x="47" y="397"/>
                </a:cubicBezTo>
                <a:cubicBezTo>
                  <a:pt x="47" y="398"/>
                  <a:pt x="47" y="399"/>
                  <a:pt x="47" y="399"/>
                </a:cubicBezTo>
                <a:cubicBezTo>
                  <a:pt x="48" y="398"/>
                  <a:pt x="48" y="400"/>
                  <a:pt x="49" y="398"/>
                </a:cubicBezTo>
                <a:cubicBezTo>
                  <a:pt x="49" y="399"/>
                  <a:pt x="49" y="402"/>
                  <a:pt x="50" y="402"/>
                </a:cubicBezTo>
                <a:cubicBezTo>
                  <a:pt x="50" y="398"/>
                  <a:pt x="49" y="396"/>
                  <a:pt x="50" y="391"/>
                </a:cubicBezTo>
                <a:cubicBezTo>
                  <a:pt x="50" y="392"/>
                  <a:pt x="50" y="393"/>
                  <a:pt x="50" y="394"/>
                </a:cubicBezTo>
                <a:cubicBezTo>
                  <a:pt x="50" y="394"/>
                  <a:pt x="50" y="394"/>
                  <a:pt x="50" y="394"/>
                </a:cubicBezTo>
                <a:cubicBezTo>
                  <a:pt x="51" y="395"/>
                  <a:pt x="50" y="392"/>
                  <a:pt x="51" y="392"/>
                </a:cubicBezTo>
                <a:cubicBezTo>
                  <a:pt x="51" y="392"/>
                  <a:pt x="51" y="392"/>
                  <a:pt x="51" y="393"/>
                </a:cubicBezTo>
                <a:cubicBezTo>
                  <a:pt x="51" y="395"/>
                  <a:pt x="51" y="398"/>
                  <a:pt x="52" y="401"/>
                </a:cubicBezTo>
                <a:cubicBezTo>
                  <a:pt x="50" y="403"/>
                  <a:pt x="53" y="407"/>
                  <a:pt x="52" y="409"/>
                </a:cubicBezTo>
                <a:cubicBezTo>
                  <a:pt x="52" y="410"/>
                  <a:pt x="52" y="410"/>
                  <a:pt x="53" y="410"/>
                </a:cubicBezTo>
                <a:cubicBezTo>
                  <a:pt x="53" y="409"/>
                  <a:pt x="53" y="408"/>
                  <a:pt x="54" y="407"/>
                </a:cubicBezTo>
                <a:cubicBezTo>
                  <a:pt x="54" y="406"/>
                  <a:pt x="53" y="406"/>
                  <a:pt x="54" y="405"/>
                </a:cubicBezTo>
                <a:cubicBezTo>
                  <a:pt x="54" y="405"/>
                  <a:pt x="54" y="405"/>
                  <a:pt x="54" y="404"/>
                </a:cubicBezTo>
                <a:cubicBezTo>
                  <a:pt x="54" y="402"/>
                  <a:pt x="54" y="399"/>
                  <a:pt x="54" y="397"/>
                </a:cubicBezTo>
                <a:cubicBezTo>
                  <a:pt x="54" y="397"/>
                  <a:pt x="54" y="396"/>
                  <a:pt x="53" y="396"/>
                </a:cubicBezTo>
                <a:cubicBezTo>
                  <a:pt x="54" y="396"/>
                  <a:pt x="54" y="395"/>
                  <a:pt x="54" y="396"/>
                </a:cubicBezTo>
                <a:cubicBezTo>
                  <a:pt x="54" y="393"/>
                  <a:pt x="53" y="394"/>
                  <a:pt x="53" y="394"/>
                </a:cubicBezTo>
                <a:cubicBezTo>
                  <a:pt x="53" y="393"/>
                  <a:pt x="54" y="393"/>
                  <a:pt x="54" y="392"/>
                </a:cubicBezTo>
                <a:cubicBezTo>
                  <a:pt x="53" y="392"/>
                  <a:pt x="52" y="391"/>
                  <a:pt x="52" y="389"/>
                </a:cubicBezTo>
                <a:cubicBezTo>
                  <a:pt x="52" y="389"/>
                  <a:pt x="52" y="388"/>
                  <a:pt x="53" y="388"/>
                </a:cubicBezTo>
                <a:cubicBezTo>
                  <a:pt x="52" y="390"/>
                  <a:pt x="53" y="390"/>
                  <a:pt x="54" y="390"/>
                </a:cubicBezTo>
                <a:cubicBezTo>
                  <a:pt x="54" y="389"/>
                  <a:pt x="54" y="389"/>
                  <a:pt x="54" y="388"/>
                </a:cubicBezTo>
                <a:cubicBezTo>
                  <a:pt x="54" y="388"/>
                  <a:pt x="53" y="389"/>
                  <a:pt x="53" y="388"/>
                </a:cubicBezTo>
                <a:cubicBezTo>
                  <a:pt x="53" y="387"/>
                  <a:pt x="55" y="387"/>
                  <a:pt x="54" y="385"/>
                </a:cubicBezTo>
                <a:cubicBezTo>
                  <a:pt x="54" y="386"/>
                  <a:pt x="53" y="386"/>
                  <a:pt x="53" y="386"/>
                </a:cubicBezTo>
                <a:cubicBezTo>
                  <a:pt x="54" y="385"/>
                  <a:pt x="54" y="384"/>
                  <a:pt x="54" y="382"/>
                </a:cubicBezTo>
                <a:cubicBezTo>
                  <a:pt x="53" y="382"/>
                  <a:pt x="53" y="379"/>
                  <a:pt x="54" y="378"/>
                </a:cubicBezTo>
                <a:cubicBezTo>
                  <a:pt x="53" y="378"/>
                  <a:pt x="52" y="376"/>
                  <a:pt x="52" y="377"/>
                </a:cubicBezTo>
                <a:cubicBezTo>
                  <a:pt x="52" y="375"/>
                  <a:pt x="52" y="373"/>
                  <a:pt x="51" y="374"/>
                </a:cubicBezTo>
                <a:cubicBezTo>
                  <a:pt x="51" y="375"/>
                  <a:pt x="51" y="379"/>
                  <a:pt x="52" y="378"/>
                </a:cubicBezTo>
                <a:cubicBezTo>
                  <a:pt x="52" y="379"/>
                  <a:pt x="52" y="380"/>
                  <a:pt x="52" y="381"/>
                </a:cubicBezTo>
                <a:cubicBezTo>
                  <a:pt x="52" y="380"/>
                  <a:pt x="51" y="379"/>
                  <a:pt x="51" y="380"/>
                </a:cubicBezTo>
                <a:cubicBezTo>
                  <a:pt x="51" y="381"/>
                  <a:pt x="52" y="381"/>
                  <a:pt x="52" y="382"/>
                </a:cubicBezTo>
                <a:cubicBezTo>
                  <a:pt x="52" y="383"/>
                  <a:pt x="51" y="382"/>
                  <a:pt x="51" y="383"/>
                </a:cubicBezTo>
                <a:cubicBezTo>
                  <a:pt x="52" y="386"/>
                  <a:pt x="51" y="389"/>
                  <a:pt x="51" y="391"/>
                </a:cubicBezTo>
                <a:cubicBezTo>
                  <a:pt x="51" y="390"/>
                  <a:pt x="50" y="389"/>
                  <a:pt x="49" y="388"/>
                </a:cubicBezTo>
                <a:cubicBezTo>
                  <a:pt x="50" y="388"/>
                  <a:pt x="50" y="387"/>
                  <a:pt x="50" y="387"/>
                </a:cubicBezTo>
                <a:cubicBezTo>
                  <a:pt x="49" y="388"/>
                  <a:pt x="50" y="386"/>
                  <a:pt x="50" y="385"/>
                </a:cubicBezTo>
                <a:cubicBezTo>
                  <a:pt x="49" y="385"/>
                  <a:pt x="49" y="387"/>
                  <a:pt x="49" y="386"/>
                </a:cubicBezTo>
                <a:cubicBezTo>
                  <a:pt x="49" y="384"/>
                  <a:pt x="50" y="384"/>
                  <a:pt x="50" y="384"/>
                </a:cubicBezTo>
                <a:cubicBezTo>
                  <a:pt x="50" y="384"/>
                  <a:pt x="49" y="383"/>
                  <a:pt x="50" y="382"/>
                </a:cubicBezTo>
                <a:cubicBezTo>
                  <a:pt x="50" y="381"/>
                  <a:pt x="49" y="381"/>
                  <a:pt x="49" y="379"/>
                </a:cubicBezTo>
                <a:cubicBezTo>
                  <a:pt x="49" y="379"/>
                  <a:pt x="49" y="379"/>
                  <a:pt x="48" y="379"/>
                </a:cubicBezTo>
                <a:cubicBezTo>
                  <a:pt x="48" y="377"/>
                  <a:pt x="47" y="379"/>
                  <a:pt x="47" y="377"/>
                </a:cubicBezTo>
                <a:cubicBezTo>
                  <a:pt x="48" y="377"/>
                  <a:pt x="49" y="379"/>
                  <a:pt x="50" y="378"/>
                </a:cubicBezTo>
                <a:cubicBezTo>
                  <a:pt x="50" y="377"/>
                  <a:pt x="49" y="377"/>
                  <a:pt x="49" y="376"/>
                </a:cubicBezTo>
                <a:cubicBezTo>
                  <a:pt x="50" y="376"/>
                  <a:pt x="49" y="373"/>
                  <a:pt x="49" y="372"/>
                </a:cubicBezTo>
                <a:cubicBezTo>
                  <a:pt x="49" y="373"/>
                  <a:pt x="49" y="372"/>
                  <a:pt x="48" y="373"/>
                </a:cubicBezTo>
                <a:cubicBezTo>
                  <a:pt x="48" y="369"/>
                  <a:pt x="47" y="370"/>
                  <a:pt x="47" y="367"/>
                </a:cubicBezTo>
                <a:cubicBezTo>
                  <a:pt x="48" y="367"/>
                  <a:pt x="48" y="367"/>
                  <a:pt x="48" y="367"/>
                </a:cubicBezTo>
                <a:cubicBezTo>
                  <a:pt x="47" y="364"/>
                  <a:pt x="47" y="359"/>
                  <a:pt x="46" y="359"/>
                </a:cubicBezTo>
                <a:cubicBezTo>
                  <a:pt x="47" y="359"/>
                  <a:pt x="47" y="358"/>
                  <a:pt x="47" y="358"/>
                </a:cubicBezTo>
                <a:cubicBezTo>
                  <a:pt x="47" y="358"/>
                  <a:pt x="47" y="358"/>
                  <a:pt x="47" y="358"/>
                </a:cubicBezTo>
                <a:cubicBezTo>
                  <a:pt x="47" y="355"/>
                  <a:pt x="46" y="354"/>
                  <a:pt x="47" y="352"/>
                </a:cubicBezTo>
                <a:cubicBezTo>
                  <a:pt x="47" y="352"/>
                  <a:pt x="47" y="352"/>
                  <a:pt x="47" y="352"/>
                </a:cubicBezTo>
                <a:cubicBezTo>
                  <a:pt x="47" y="351"/>
                  <a:pt x="47" y="349"/>
                  <a:pt x="47" y="348"/>
                </a:cubicBezTo>
                <a:cubicBezTo>
                  <a:pt x="46" y="347"/>
                  <a:pt x="47" y="345"/>
                  <a:pt x="47" y="343"/>
                </a:cubicBezTo>
                <a:cubicBezTo>
                  <a:pt x="46" y="342"/>
                  <a:pt x="46" y="344"/>
                  <a:pt x="46" y="343"/>
                </a:cubicBezTo>
                <a:cubicBezTo>
                  <a:pt x="46" y="341"/>
                  <a:pt x="46" y="340"/>
                  <a:pt x="46" y="339"/>
                </a:cubicBezTo>
                <a:cubicBezTo>
                  <a:pt x="46" y="339"/>
                  <a:pt x="46" y="337"/>
                  <a:pt x="45" y="338"/>
                </a:cubicBezTo>
                <a:cubicBezTo>
                  <a:pt x="46" y="339"/>
                  <a:pt x="45" y="339"/>
                  <a:pt x="45" y="338"/>
                </a:cubicBezTo>
                <a:cubicBezTo>
                  <a:pt x="46" y="343"/>
                  <a:pt x="45" y="345"/>
                  <a:pt x="46" y="349"/>
                </a:cubicBezTo>
                <a:cubicBezTo>
                  <a:pt x="46" y="349"/>
                  <a:pt x="45" y="348"/>
                  <a:pt x="45" y="348"/>
                </a:cubicBezTo>
                <a:cubicBezTo>
                  <a:pt x="45" y="350"/>
                  <a:pt x="46" y="353"/>
                  <a:pt x="45" y="354"/>
                </a:cubicBezTo>
                <a:cubicBezTo>
                  <a:pt x="45" y="354"/>
                  <a:pt x="45" y="357"/>
                  <a:pt x="46" y="358"/>
                </a:cubicBezTo>
                <a:cubicBezTo>
                  <a:pt x="44" y="359"/>
                  <a:pt x="46" y="362"/>
                  <a:pt x="46" y="363"/>
                </a:cubicBezTo>
                <a:cubicBezTo>
                  <a:pt x="46" y="363"/>
                  <a:pt x="45" y="363"/>
                  <a:pt x="45" y="363"/>
                </a:cubicBezTo>
                <a:cubicBezTo>
                  <a:pt x="45" y="365"/>
                  <a:pt x="44" y="366"/>
                  <a:pt x="45" y="367"/>
                </a:cubicBezTo>
                <a:cubicBezTo>
                  <a:pt x="45" y="367"/>
                  <a:pt x="45" y="369"/>
                  <a:pt x="44" y="368"/>
                </a:cubicBezTo>
                <a:cubicBezTo>
                  <a:pt x="44" y="368"/>
                  <a:pt x="44" y="368"/>
                  <a:pt x="44" y="368"/>
                </a:cubicBezTo>
                <a:cubicBezTo>
                  <a:pt x="44" y="369"/>
                  <a:pt x="45" y="372"/>
                  <a:pt x="44" y="372"/>
                </a:cubicBezTo>
                <a:cubicBezTo>
                  <a:pt x="44" y="370"/>
                  <a:pt x="44" y="368"/>
                  <a:pt x="43" y="366"/>
                </a:cubicBezTo>
                <a:cubicBezTo>
                  <a:pt x="45" y="366"/>
                  <a:pt x="45" y="366"/>
                  <a:pt x="45" y="366"/>
                </a:cubicBezTo>
                <a:cubicBezTo>
                  <a:pt x="44" y="364"/>
                  <a:pt x="44" y="364"/>
                  <a:pt x="45" y="362"/>
                </a:cubicBezTo>
                <a:cubicBezTo>
                  <a:pt x="44" y="362"/>
                  <a:pt x="44" y="362"/>
                  <a:pt x="43" y="361"/>
                </a:cubicBezTo>
                <a:cubicBezTo>
                  <a:pt x="43" y="363"/>
                  <a:pt x="43" y="365"/>
                  <a:pt x="43" y="366"/>
                </a:cubicBezTo>
                <a:cubicBezTo>
                  <a:pt x="43" y="366"/>
                  <a:pt x="42" y="366"/>
                  <a:pt x="42" y="366"/>
                </a:cubicBezTo>
                <a:cubicBezTo>
                  <a:pt x="43" y="364"/>
                  <a:pt x="42" y="363"/>
                  <a:pt x="43" y="360"/>
                </a:cubicBezTo>
                <a:cubicBezTo>
                  <a:pt x="42" y="361"/>
                  <a:pt x="43" y="357"/>
                  <a:pt x="42" y="357"/>
                </a:cubicBezTo>
                <a:cubicBezTo>
                  <a:pt x="42" y="359"/>
                  <a:pt x="41" y="356"/>
                  <a:pt x="41" y="357"/>
                </a:cubicBezTo>
                <a:cubicBezTo>
                  <a:pt x="39" y="359"/>
                  <a:pt x="42" y="367"/>
                  <a:pt x="40" y="368"/>
                </a:cubicBezTo>
                <a:cubicBezTo>
                  <a:pt x="40" y="364"/>
                  <a:pt x="41" y="362"/>
                  <a:pt x="39" y="359"/>
                </a:cubicBezTo>
                <a:cubicBezTo>
                  <a:pt x="39" y="360"/>
                  <a:pt x="39" y="360"/>
                  <a:pt x="38" y="361"/>
                </a:cubicBezTo>
                <a:cubicBezTo>
                  <a:pt x="39" y="362"/>
                  <a:pt x="39" y="360"/>
                  <a:pt x="39" y="362"/>
                </a:cubicBezTo>
                <a:cubicBezTo>
                  <a:pt x="39" y="365"/>
                  <a:pt x="38" y="366"/>
                  <a:pt x="39" y="369"/>
                </a:cubicBezTo>
                <a:cubicBezTo>
                  <a:pt x="38" y="369"/>
                  <a:pt x="40" y="371"/>
                  <a:pt x="38" y="374"/>
                </a:cubicBezTo>
                <a:cubicBezTo>
                  <a:pt x="40" y="376"/>
                  <a:pt x="38" y="378"/>
                  <a:pt x="39" y="379"/>
                </a:cubicBezTo>
                <a:cubicBezTo>
                  <a:pt x="39" y="380"/>
                  <a:pt x="39" y="380"/>
                  <a:pt x="39" y="381"/>
                </a:cubicBezTo>
                <a:cubicBezTo>
                  <a:pt x="39" y="382"/>
                  <a:pt x="39" y="381"/>
                  <a:pt x="39" y="382"/>
                </a:cubicBezTo>
                <a:cubicBezTo>
                  <a:pt x="39" y="382"/>
                  <a:pt x="39" y="383"/>
                  <a:pt x="39" y="383"/>
                </a:cubicBezTo>
                <a:cubicBezTo>
                  <a:pt x="38" y="383"/>
                  <a:pt x="38" y="383"/>
                  <a:pt x="37" y="383"/>
                </a:cubicBezTo>
                <a:cubicBezTo>
                  <a:pt x="37" y="384"/>
                  <a:pt x="38" y="385"/>
                  <a:pt x="37" y="386"/>
                </a:cubicBezTo>
                <a:cubicBezTo>
                  <a:pt x="37" y="385"/>
                  <a:pt x="36" y="385"/>
                  <a:pt x="36" y="383"/>
                </a:cubicBezTo>
                <a:cubicBezTo>
                  <a:pt x="38" y="383"/>
                  <a:pt x="36" y="380"/>
                  <a:pt x="37" y="380"/>
                </a:cubicBezTo>
                <a:cubicBezTo>
                  <a:pt x="37" y="380"/>
                  <a:pt x="36" y="379"/>
                  <a:pt x="36" y="380"/>
                </a:cubicBezTo>
                <a:cubicBezTo>
                  <a:pt x="36" y="380"/>
                  <a:pt x="36" y="380"/>
                  <a:pt x="36" y="380"/>
                </a:cubicBezTo>
                <a:cubicBezTo>
                  <a:pt x="36" y="382"/>
                  <a:pt x="36" y="383"/>
                  <a:pt x="36" y="384"/>
                </a:cubicBezTo>
                <a:cubicBezTo>
                  <a:pt x="35" y="384"/>
                  <a:pt x="35" y="382"/>
                  <a:pt x="34" y="382"/>
                </a:cubicBezTo>
                <a:cubicBezTo>
                  <a:pt x="36" y="381"/>
                  <a:pt x="34" y="378"/>
                  <a:pt x="35" y="377"/>
                </a:cubicBezTo>
                <a:cubicBezTo>
                  <a:pt x="36" y="377"/>
                  <a:pt x="37" y="378"/>
                  <a:pt x="37" y="376"/>
                </a:cubicBezTo>
                <a:cubicBezTo>
                  <a:pt x="37" y="376"/>
                  <a:pt x="37" y="376"/>
                  <a:pt x="37" y="375"/>
                </a:cubicBezTo>
                <a:cubicBezTo>
                  <a:pt x="36" y="378"/>
                  <a:pt x="35" y="376"/>
                  <a:pt x="34" y="375"/>
                </a:cubicBezTo>
                <a:cubicBezTo>
                  <a:pt x="34" y="372"/>
                  <a:pt x="35" y="375"/>
                  <a:pt x="35" y="374"/>
                </a:cubicBezTo>
                <a:cubicBezTo>
                  <a:pt x="35" y="374"/>
                  <a:pt x="35" y="374"/>
                  <a:pt x="35" y="373"/>
                </a:cubicBezTo>
                <a:cubicBezTo>
                  <a:pt x="35" y="373"/>
                  <a:pt x="35" y="373"/>
                  <a:pt x="35" y="373"/>
                </a:cubicBezTo>
                <a:cubicBezTo>
                  <a:pt x="35" y="373"/>
                  <a:pt x="34" y="374"/>
                  <a:pt x="34" y="372"/>
                </a:cubicBezTo>
                <a:cubicBezTo>
                  <a:pt x="33" y="372"/>
                  <a:pt x="34" y="374"/>
                  <a:pt x="33" y="375"/>
                </a:cubicBezTo>
                <a:cubicBezTo>
                  <a:pt x="33" y="374"/>
                  <a:pt x="33" y="373"/>
                  <a:pt x="33" y="372"/>
                </a:cubicBezTo>
                <a:cubicBezTo>
                  <a:pt x="33" y="371"/>
                  <a:pt x="34" y="372"/>
                  <a:pt x="34" y="370"/>
                </a:cubicBezTo>
                <a:cubicBezTo>
                  <a:pt x="33" y="370"/>
                  <a:pt x="33" y="371"/>
                  <a:pt x="32" y="371"/>
                </a:cubicBezTo>
                <a:cubicBezTo>
                  <a:pt x="32" y="372"/>
                  <a:pt x="32" y="373"/>
                  <a:pt x="32" y="373"/>
                </a:cubicBezTo>
                <a:cubicBezTo>
                  <a:pt x="32" y="372"/>
                  <a:pt x="32" y="373"/>
                  <a:pt x="31" y="373"/>
                </a:cubicBezTo>
                <a:cubicBezTo>
                  <a:pt x="31" y="373"/>
                  <a:pt x="30" y="373"/>
                  <a:pt x="30" y="372"/>
                </a:cubicBezTo>
                <a:cubicBezTo>
                  <a:pt x="30" y="372"/>
                  <a:pt x="31" y="372"/>
                  <a:pt x="31" y="372"/>
                </a:cubicBezTo>
                <a:cubicBezTo>
                  <a:pt x="31" y="372"/>
                  <a:pt x="31" y="372"/>
                  <a:pt x="31" y="372"/>
                </a:cubicBezTo>
                <a:cubicBezTo>
                  <a:pt x="31" y="372"/>
                  <a:pt x="32" y="372"/>
                  <a:pt x="32" y="371"/>
                </a:cubicBezTo>
                <a:cubicBezTo>
                  <a:pt x="31" y="371"/>
                  <a:pt x="31" y="369"/>
                  <a:pt x="31" y="371"/>
                </a:cubicBezTo>
                <a:cubicBezTo>
                  <a:pt x="30" y="370"/>
                  <a:pt x="31" y="369"/>
                  <a:pt x="31" y="369"/>
                </a:cubicBezTo>
                <a:cubicBezTo>
                  <a:pt x="31" y="367"/>
                  <a:pt x="30" y="369"/>
                  <a:pt x="30" y="368"/>
                </a:cubicBezTo>
                <a:cubicBezTo>
                  <a:pt x="32" y="366"/>
                  <a:pt x="32" y="366"/>
                  <a:pt x="30" y="366"/>
                </a:cubicBezTo>
                <a:cubicBezTo>
                  <a:pt x="30" y="366"/>
                  <a:pt x="31" y="365"/>
                  <a:pt x="31" y="365"/>
                </a:cubicBezTo>
                <a:cubicBezTo>
                  <a:pt x="31" y="365"/>
                  <a:pt x="31" y="366"/>
                  <a:pt x="31" y="366"/>
                </a:cubicBezTo>
                <a:cubicBezTo>
                  <a:pt x="31" y="366"/>
                  <a:pt x="31" y="365"/>
                  <a:pt x="32" y="366"/>
                </a:cubicBezTo>
                <a:cubicBezTo>
                  <a:pt x="31" y="364"/>
                  <a:pt x="31" y="362"/>
                  <a:pt x="32" y="362"/>
                </a:cubicBezTo>
                <a:cubicBezTo>
                  <a:pt x="32" y="363"/>
                  <a:pt x="33" y="362"/>
                  <a:pt x="33" y="364"/>
                </a:cubicBezTo>
                <a:cubicBezTo>
                  <a:pt x="34" y="364"/>
                  <a:pt x="35" y="361"/>
                  <a:pt x="34" y="360"/>
                </a:cubicBezTo>
                <a:cubicBezTo>
                  <a:pt x="34" y="363"/>
                  <a:pt x="34" y="360"/>
                  <a:pt x="33" y="360"/>
                </a:cubicBezTo>
                <a:cubicBezTo>
                  <a:pt x="33" y="360"/>
                  <a:pt x="33" y="361"/>
                  <a:pt x="33" y="361"/>
                </a:cubicBezTo>
                <a:cubicBezTo>
                  <a:pt x="33" y="360"/>
                  <a:pt x="31" y="362"/>
                  <a:pt x="32" y="360"/>
                </a:cubicBezTo>
                <a:cubicBezTo>
                  <a:pt x="32" y="359"/>
                  <a:pt x="32" y="360"/>
                  <a:pt x="33" y="360"/>
                </a:cubicBezTo>
                <a:cubicBezTo>
                  <a:pt x="33" y="359"/>
                  <a:pt x="33" y="358"/>
                  <a:pt x="33" y="357"/>
                </a:cubicBezTo>
                <a:cubicBezTo>
                  <a:pt x="34" y="357"/>
                  <a:pt x="33" y="356"/>
                  <a:pt x="33" y="355"/>
                </a:cubicBezTo>
                <a:cubicBezTo>
                  <a:pt x="33" y="354"/>
                  <a:pt x="32" y="354"/>
                  <a:pt x="31" y="354"/>
                </a:cubicBezTo>
                <a:cubicBezTo>
                  <a:pt x="31" y="355"/>
                  <a:pt x="32" y="354"/>
                  <a:pt x="32" y="355"/>
                </a:cubicBezTo>
                <a:cubicBezTo>
                  <a:pt x="31" y="355"/>
                  <a:pt x="31" y="355"/>
                  <a:pt x="31" y="356"/>
                </a:cubicBezTo>
                <a:cubicBezTo>
                  <a:pt x="31" y="353"/>
                  <a:pt x="30" y="350"/>
                  <a:pt x="31" y="348"/>
                </a:cubicBezTo>
                <a:cubicBezTo>
                  <a:pt x="30" y="348"/>
                  <a:pt x="30" y="348"/>
                  <a:pt x="30" y="347"/>
                </a:cubicBezTo>
                <a:cubicBezTo>
                  <a:pt x="30" y="346"/>
                  <a:pt x="30" y="347"/>
                  <a:pt x="30" y="345"/>
                </a:cubicBezTo>
                <a:cubicBezTo>
                  <a:pt x="31" y="345"/>
                  <a:pt x="32" y="345"/>
                  <a:pt x="32" y="347"/>
                </a:cubicBezTo>
                <a:cubicBezTo>
                  <a:pt x="33" y="346"/>
                  <a:pt x="32" y="342"/>
                  <a:pt x="32" y="342"/>
                </a:cubicBezTo>
                <a:cubicBezTo>
                  <a:pt x="32" y="343"/>
                  <a:pt x="32" y="344"/>
                  <a:pt x="32" y="344"/>
                </a:cubicBezTo>
                <a:cubicBezTo>
                  <a:pt x="32" y="342"/>
                  <a:pt x="31" y="344"/>
                  <a:pt x="31" y="344"/>
                </a:cubicBezTo>
                <a:cubicBezTo>
                  <a:pt x="30" y="343"/>
                  <a:pt x="30" y="343"/>
                  <a:pt x="30" y="341"/>
                </a:cubicBezTo>
                <a:cubicBezTo>
                  <a:pt x="30" y="340"/>
                  <a:pt x="30" y="341"/>
                  <a:pt x="31" y="341"/>
                </a:cubicBezTo>
                <a:cubicBezTo>
                  <a:pt x="31" y="339"/>
                  <a:pt x="30" y="340"/>
                  <a:pt x="30" y="340"/>
                </a:cubicBezTo>
                <a:cubicBezTo>
                  <a:pt x="30" y="339"/>
                  <a:pt x="29" y="338"/>
                  <a:pt x="30" y="338"/>
                </a:cubicBezTo>
                <a:cubicBezTo>
                  <a:pt x="31" y="338"/>
                  <a:pt x="31" y="338"/>
                  <a:pt x="31" y="338"/>
                </a:cubicBezTo>
                <a:cubicBezTo>
                  <a:pt x="30" y="335"/>
                  <a:pt x="30" y="336"/>
                  <a:pt x="29" y="333"/>
                </a:cubicBezTo>
                <a:cubicBezTo>
                  <a:pt x="30" y="333"/>
                  <a:pt x="30" y="333"/>
                  <a:pt x="30" y="334"/>
                </a:cubicBezTo>
                <a:cubicBezTo>
                  <a:pt x="30" y="331"/>
                  <a:pt x="29" y="334"/>
                  <a:pt x="29" y="331"/>
                </a:cubicBezTo>
                <a:cubicBezTo>
                  <a:pt x="30" y="331"/>
                  <a:pt x="30" y="332"/>
                  <a:pt x="30" y="332"/>
                </a:cubicBezTo>
                <a:cubicBezTo>
                  <a:pt x="30" y="331"/>
                  <a:pt x="30" y="331"/>
                  <a:pt x="30" y="330"/>
                </a:cubicBezTo>
                <a:cubicBezTo>
                  <a:pt x="31" y="329"/>
                  <a:pt x="32" y="327"/>
                  <a:pt x="33" y="329"/>
                </a:cubicBezTo>
                <a:cubicBezTo>
                  <a:pt x="33" y="329"/>
                  <a:pt x="34" y="328"/>
                  <a:pt x="34" y="328"/>
                </a:cubicBezTo>
                <a:cubicBezTo>
                  <a:pt x="33" y="328"/>
                  <a:pt x="33" y="323"/>
                  <a:pt x="32" y="322"/>
                </a:cubicBezTo>
                <a:cubicBezTo>
                  <a:pt x="32" y="323"/>
                  <a:pt x="32" y="323"/>
                  <a:pt x="32" y="324"/>
                </a:cubicBezTo>
                <a:cubicBezTo>
                  <a:pt x="32" y="324"/>
                  <a:pt x="32" y="324"/>
                  <a:pt x="32" y="325"/>
                </a:cubicBezTo>
                <a:cubicBezTo>
                  <a:pt x="32" y="324"/>
                  <a:pt x="32" y="325"/>
                  <a:pt x="31" y="324"/>
                </a:cubicBezTo>
                <a:cubicBezTo>
                  <a:pt x="32" y="323"/>
                  <a:pt x="31" y="322"/>
                  <a:pt x="32" y="322"/>
                </a:cubicBezTo>
                <a:cubicBezTo>
                  <a:pt x="32" y="321"/>
                  <a:pt x="32" y="322"/>
                  <a:pt x="33" y="322"/>
                </a:cubicBezTo>
                <a:cubicBezTo>
                  <a:pt x="33" y="321"/>
                  <a:pt x="33" y="321"/>
                  <a:pt x="33" y="320"/>
                </a:cubicBezTo>
                <a:cubicBezTo>
                  <a:pt x="33" y="320"/>
                  <a:pt x="32" y="321"/>
                  <a:pt x="31" y="320"/>
                </a:cubicBezTo>
                <a:cubicBezTo>
                  <a:pt x="32" y="320"/>
                  <a:pt x="33" y="319"/>
                  <a:pt x="33" y="318"/>
                </a:cubicBezTo>
                <a:cubicBezTo>
                  <a:pt x="33" y="314"/>
                  <a:pt x="33" y="310"/>
                  <a:pt x="34" y="307"/>
                </a:cubicBezTo>
                <a:cubicBezTo>
                  <a:pt x="33" y="309"/>
                  <a:pt x="35" y="310"/>
                  <a:pt x="34" y="313"/>
                </a:cubicBezTo>
                <a:cubicBezTo>
                  <a:pt x="34" y="312"/>
                  <a:pt x="34" y="311"/>
                  <a:pt x="34" y="312"/>
                </a:cubicBezTo>
                <a:cubicBezTo>
                  <a:pt x="34" y="312"/>
                  <a:pt x="34" y="313"/>
                  <a:pt x="34" y="314"/>
                </a:cubicBezTo>
                <a:cubicBezTo>
                  <a:pt x="34" y="315"/>
                  <a:pt x="35" y="315"/>
                  <a:pt x="35" y="315"/>
                </a:cubicBezTo>
                <a:cubicBezTo>
                  <a:pt x="35" y="313"/>
                  <a:pt x="36" y="309"/>
                  <a:pt x="35" y="308"/>
                </a:cubicBezTo>
                <a:cubicBezTo>
                  <a:pt x="35" y="309"/>
                  <a:pt x="35" y="309"/>
                  <a:pt x="35" y="310"/>
                </a:cubicBezTo>
                <a:cubicBezTo>
                  <a:pt x="34" y="309"/>
                  <a:pt x="35" y="308"/>
                  <a:pt x="34" y="307"/>
                </a:cubicBezTo>
                <a:cubicBezTo>
                  <a:pt x="35" y="307"/>
                  <a:pt x="36" y="305"/>
                  <a:pt x="36" y="307"/>
                </a:cubicBezTo>
                <a:cubicBezTo>
                  <a:pt x="35" y="309"/>
                  <a:pt x="36" y="313"/>
                  <a:pt x="37" y="313"/>
                </a:cubicBezTo>
                <a:cubicBezTo>
                  <a:pt x="37" y="314"/>
                  <a:pt x="36" y="314"/>
                  <a:pt x="36" y="315"/>
                </a:cubicBezTo>
                <a:cubicBezTo>
                  <a:pt x="36" y="315"/>
                  <a:pt x="36" y="318"/>
                  <a:pt x="36" y="319"/>
                </a:cubicBezTo>
                <a:cubicBezTo>
                  <a:pt x="37" y="319"/>
                  <a:pt x="37" y="317"/>
                  <a:pt x="37" y="318"/>
                </a:cubicBezTo>
                <a:cubicBezTo>
                  <a:pt x="37" y="318"/>
                  <a:pt x="37" y="318"/>
                  <a:pt x="37" y="319"/>
                </a:cubicBezTo>
                <a:cubicBezTo>
                  <a:pt x="37" y="320"/>
                  <a:pt x="37" y="319"/>
                  <a:pt x="37" y="320"/>
                </a:cubicBezTo>
                <a:cubicBezTo>
                  <a:pt x="37" y="320"/>
                  <a:pt x="37" y="320"/>
                  <a:pt x="37" y="320"/>
                </a:cubicBezTo>
                <a:cubicBezTo>
                  <a:pt x="37" y="319"/>
                  <a:pt x="36" y="320"/>
                  <a:pt x="36" y="320"/>
                </a:cubicBezTo>
                <a:cubicBezTo>
                  <a:pt x="35" y="319"/>
                  <a:pt x="36" y="318"/>
                  <a:pt x="35" y="317"/>
                </a:cubicBezTo>
                <a:cubicBezTo>
                  <a:pt x="35" y="317"/>
                  <a:pt x="34" y="317"/>
                  <a:pt x="34" y="318"/>
                </a:cubicBezTo>
                <a:cubicBezTo>
                  <a:pt x="34" y="319"/>
                  <a:pt x="35" y="318"/>
                  <a:pt x="35" y="319"/>
                </a:cubicBezTo>
                <a:cubicBezTo>
                  <a:pt x="35" y="320"/>
                  <a:pt x="35" y="322"/>
                  <a:pt x="34" y="321"/>
                </a:cubicBezTo>
                <a:cubicBezTo>
                  <a:pt x="34" y="323"/>
                  <a:pt x="35" y="322"/>
                  <a:pt x="35" y="324"/>
                </a:cubicBezTo>
                <a:cubicBezTo>
                  <a:pt x="34" y="324"/>
                  <a:pt x="34" y="325"/>
                  <a:pt x="34" y="325"/>
                </a:cubicBezTo>
                <a:cubicBezTo>
                  <a:pt x="34" y="324"/>
                  <a:pt x="33" y="324"/>
                  <a:pt x="33" y="325"/>
                </a:cubicBezTo>
                <a:cubicBezTo>
                  <a:pt x="34" y="326"/>
                  <a:pt x="34" y="326"/>
                  <a:pt x="35" y="327"/>
                </a:cubicBezTo>
                <a:cubicBezTo>
                  <a:pt x="36" y="325"/>
                  <a:pt x="34" y="327"/>
                  <a:pt x="35" y="325"/>
                </a:cubicBezTo>
                <a:cubicBezTo>
                  <a:pt x="35" y="326"/>
                  <a:pt x="35" y="325"/>
                  <a:pt x="36" y="325"/>
                </a:cubicBezTo>
                <a:cubicBezTo>
                  <a:pt x="37" y="327"/>
                  <a:pt x="34" y="330"/>
                  <a:pt x="35" y="333"/>
                </a:cubicBezTo>
                <a:cubicBezTo>
                  <a:pt x="36" y="332"/>
                  <a:pt x="35" y="331"/>
                  <a:pt x="35" y="331"/>
                </a:cubicBezTo>
                <a:cubicBezTo>
                  <a:pt x="35" y="331"/>
                  <a:pt x="36" y="331"/>
                  <a:pt x="36" y="331"/>
                </a:cubicBezTo>
                <a:cubicBezTo>
                  <a:pt x="35" y="333"/>
                  <a:pt x="37" y="331"/>
                  <a:pt x="37" y="333"/>
                </a:cubicBezTo>
                <a:cubicBezTo>
                  <a:pt x="37" y="333"/>
                  <a:pt x="38" y="332"/>
                  <a:pt x="38" y="333"/>
                </a:cubicBezTo>
                <a:cubicBezTo>
                  <a:pt x="37" y="332"/>
                  <a:pt x="38" y="334"/>
                  <a:pt x="37" y="334"/>
                </a:cubicBezTo>
                <a:cubicBezTo>
                  <a:pt x="37" y="333"/>
                  <a:pt x="37" y="335"/>
                  <a:pt x="36" y="334"/>
                </a:cubicBezTo>
                <a:cubicBezTo>
                  <a:pt x="37" y="333"/>
                  <a:pt x="37" y="332"/>
                  <a:pt x="36" y="332"/>
                </a:cubicBezTo>
                <a:cubicBezTo>
                  <a:pt x="36" y="334"/>
                  <a:pt x="35" y="334"/>
                  <a:pt x="35" y="337"/>
                </a:cubicBezTo>
                <a:cubicBezTo>
                  <a:pt x="37" y="337"/>
                  <a:pt x="37" y="337"/>
                  <a:pt x="37" y="337"/>
                </a:cubicBezTo>
                <a:cubicBezTo>
                  <a:pt x="37" y="336"/>
                  <a:pt x="37" y="336"/>
                  <a:pt x="37" y="335"/>
                </a:cubicBezTo>
                <a:cubicBezTo>
                  <a:pt x="38" y="335"/>
                  <a:pt x="39" y="335"/>
                  <a:pt x="40" y="336"/>
                </a:cubicBezTo>
                <a:cubicBezTo>
                  <a:pt x="39" y="337"/>
                  <a:pt x="40" y="337"/>
                  <a:pt x="40" y="338"/>
                </a:cubicBezTo>
                <a:cubicBezTo>
                  <a:pt x="40" y="340"/>
                  <a:pt x="39" y="339"/>
                  <a:pt x="38" y="340"/>
                </a:cubicBezTo>
                <a:cubicBezTo>
                  <a:pt x="39" y="340"/>
                  <a:pt x="38" y="340"/>
                  <a:pt x="38" y="341"/>
                </a:cubicBezTo>
                <a:cubicBezTo>
                  <a:pt x="38" y="342"/>
                  <a:pt x="39" y="341"/>
                  <a:pt x="39" y="342"/>
                </a:cubicBezTo>
                <a:cubicBezTo>
                  <a:pt x="39" y="342"/>
                  <a:pt x="39" y="342"/>
                  <a:pt x="38" y="342"/>
                </a:cubicBezTo>
                <a:cubicBezTo>
                  <a:pt x="38" y="344"/>
                  <a:pt x="38" y="344"/>
                  <a:pt x="38" y="344"/>
                </a:cubicBezTo>
                <a:cubicBezTo>
                  <a:pt x="39" y="344"/>
                  <a:pt x="39" y="343"/>
                  <a:pt x="40" y="342"/>
                </a:cubicBezTo>
                <a:cubicBezTo>
                  <a:pt x="39" y="343"/>
                  <a:pt x="39" y="340"/>
                  <a:pt x="40" y="341"/>
                </a:cubicBezTo>
                <a:cubicBezTo>
                  <a:pt x="40" y="341"/>
                  <a:pt x="40" y="341"/>
                  <a:pt x="40" y="341"/>
                </a:cubicBezTo>
                <a:cubicBezTo>
                  <a:pt x="40" y="342"/>
                  <a:pt x="40" y="343"/>
                  <a:pt x="40" y="344"/>
                </a:cubicBezTo>
                <a:cubicBezTo>
                  <a:pt x="39" y="343"/>
                  <a:pt x="38" y="346"/>
                  <a:pt x="38" y="345"/>
                </a:cubicBezTo>
                <a:cubicBezTo>
                  <a:pt x="38" y="347"/>
                  <a:pt x="38" y="346"/>
                  <a:pt x="39" y="347"/>
                </a:cubicBezTo>
                <a:cubicBezTo>
                  <a:pt x="38" y="349"/>
                  <a:pt x="38" y="349"/>
                  <a:pt x="39" y="350"/>
                </a:cubicBezTo>
                <a:cubicBezTo>
                  <a:pt x="40" y="352"/>
                  <a:pt x="39" y="353"/>
                  <a:pt x="38" y="351"/>
                </a:cubicBezTo>
                <a:cubicBezTo>
                  <a:pt x="38" y="354"/>
                  <a:pt x="39" y="355"/>
                  <a:pt x="38" y="357"/>
                </a:cubicBezTo>
                <a:cubicBezTo>
                  <a:pt x="39" y="358"/>
                  <a:pt x="39" y="355"/>
                  <a:pt x="40" y="357"/>
                </a:cubicBezTo>
                <a:cubicBezTo>
                  <a:pt x="39" y="358"/>
                  <a:pt x="39" y="358"/>
                  <a:pt x="40" y="359"/>
                </a:cubicBezTo>
                <a:cubicBezTo>
                  <a:pt x="40" y="358"/>
                  <a:pt x="40" y="357"/>
                  <a:pt x="40" y="355"/>
                </a:cubicBezTo>
                <a:cubicBezTo>
                  <a:pt x="41" y="355"/>
                  <a:pt x="40" y="353"/>
                  <a:pt x="41" y="354"/>
                </a:cubicBezTo>
                <a:cubicBezTo>
                  <a:pt x="41" y="352"/>
                  <a:pt x="40" y="354"/>
                  <a:pt x="41" y="352"/>
                </a:cubicBezTo>
                <a:cubicBezTo>
                  <a:pt x="41" y="352"/>
                  <a:pt x="42" y="352"/>
                  <a:pt x="42" y="351"/>
                </a:cubicBezTo>
                <a:cubicBezTo>
                  <a:pt x="42" y="350"/>
                  <a:pt x="42" y="349"/>
                  <a:pt x="42" y="348"/>
                </a:cubicBezTo>
                <a:cubicBezTo>
                  <a:pt x="42" y="349"/>
                  <a:pt x="43" y="350"/>
                  <a:pt x="43" y="350"/>
                </a:cubicBezTo>
                <a:cubicBezTo>
                  <a:pt x="43" y="348"/>
                  <a:pt x="44" y="348"/>
                  <a:pt x="44" y="348"/>
                </a:cubicBezTo>
                <a:cubicBezTo>
                  <a:pt x="43" y="348"/>
                  <a:pt x="44" y="345"/>
                  <a:pt x="43" y="344"/>
                </a:cubicBezTo>
                <a:cubicBezTo>
                  <a:pt x="43" y="345"/>
                  <a:pt x="43" y="346"/>
                  <a:pt x="43" y="346"/>
                </a:cubicBezTo>
                <a:cubicBezTo>
                  <a:pt x="43" y="344"/>
                  <a:pt x="43" y="346"/>
                  <a:pt x="42" y="346"/>
                </a:cubicBezTo>
                <a:cubicBezTo>
                  <a:pt x="42" y="345"/>
                  <a:pt x="42" y="344"/>
                  <a:pt x="42" y="344"/>
                </a:cubicBezTo>
                <a:cubicBezTo>
                  <a:pt x="41" y="345"/>
                  <a:pt x="42" y="346"/>
                  <a:pt x="42" y="347"/>
                </a:cubicBezTo>
                <a:cubicBezTo>
                  <a:pt x="42" y="347"/>
                  <a:pt x="41" y="347"/>
                  <a:pt x="41" y="347"/>
                </a:cubicBezTo>
                <a:cubicBezTo>
                  <a:pt x="42" y="346"/>
                  <a:pt x="41" y="345"/>
                  <a:pt x="41" y="344"/>
                </a:cubicBezTo>
                <a:cubicBezTo>
                  <a:pt x="41" y="343"/>
                  <a:pt x="42" y="345"/>
                  <a:pt x="42" y="343"/>
                </a:cubicBezTo>
                <a:cubicBezTo>
                  <a:pt x="41" y="343"/>
                  <a:pt x="41" y="342"/>
                  <a:pt x="41" y="344"/>
                </a:cubicBezTo>
                <a:cubicBezTo>
                  <a:pt x="40" y="340"/>
                  <a:pt x="41" y="343"/>
                  <a:pt x="41" y="341"/>
                </a:cubicBezTo>
                <a:cubicBezTo>
                  <a:pt x="40" y="340"/>
                  <a:pt x="40" y="336"/>
                  <a:pt x="40" y="335"/>
                </a:cubicBezTo>
                <a:cubicBezTo>
                  <a:pt x="41" y="337"/>
                  <a:pt x="41" y="334"/>
                  <a:pt x="43" y="334"/>
                </a:cubicBezTo>
                <a:cubicBezTo>
                  <a:pt x="42" y="337"/>
                  <a:pt x="44" y="334"/>
                  <a:pt x="43" y="336"/>
                </a:cubicBezTo>
                <a:cubicBezTo>
                  <a:pt x="45" y="335"/>
                  <a:pt x="44" y="331"/>
                  <a:pt x="44" y="329"/>
                </a:cubicBezTo>
                <a:cubicBezTo>
                  <a:pt x="43" y="328"/>
                  <a:pt x="43" y="329"/>
                  <a:pt x="43" y="329"/>
                </a:cubicBezTo>
                <a:cubicBezTo>
                  <a:pt x="43" y="328"/>
                  <a:pt x="42" y="330"/>
                  <a:pt x="42" y="329"/>
                </a:cubicBezTo>
                <a:cubicBezTo>
                  <a:pt x="43" y="329"/>
                  <a:pt x="43" y="328"/>
                  <a:pt x="43" y="328"/>
                </a:cubicBezTo>
                <a:cubicBezTo>
                  <a:pt x="46" y="326"/>
                  <a:pt x="44" y="331"/>
                  <a:pt x="45" y="333"/>
                </a:cubicBezTo>
                <a:cubicBezTo>
                  <a:pt x="45" y="331"/>
                  <a:pt x="46" y="331"/>
                  <a:pt x="46" y="329"/>
                </a:cubicBezTo>
                <a:cubicBezTo>
                  <a:pt x="46" y="330"/>
                  <a:pt x="46" y="332"/>
                  <a:pt x="47" y="332"/>
                </a:cubicBezTo>
                <a:cubicBezTo>
                  <a:pt x="46" y="330"/>
                  <a:pt x="47" y="331"/>
                  <a:pt x="48" y="330"/>
                </a:cubicBezTo>
                <a:cubicBezTo>
                  <a:pt x="48" y="328"/>
                  <a:pt x="47" y="329"/>
                  <a:pt x="47" y="328"/>
                </a:cubicBezTo>
                <a:cubicBezTo>
                  <a:pt x="48" y="328"/>
                  <a:pt x="48" y="328"/>
                  <a:pt x="49" y="329"/>
                </a:cubicBezTo>
                <a:cubicBezTo>
                  <a:pt x="49" y="329"/>
                  <a:pt x="48" y="328"/>
                  <a:pt x="49" y="327"/>
                </a:cubicBezTo>
                <a:cubicBezTo>
                  <a:pt x="48" y="327"/>
                  <a:pt x="48" y="327"/>
                  <a:pt x="48" y="327"/>
                </a:cubicBezTo>
                <a:cubicBezTo>
                  <a:pt x="49" y="324"/>
                  <a:pt x="48" y="321"/>
                  <a:pt x="49" y="317"/>
                </a:cubicBezTo>
                <a:cubicBezTo>
                  <a:pt x="49" y="319"/>
                  <a:pt x="50" y="318"/>
                  <a:pt x="50" y="319"/>
                </a:cubicBezTo>
                <a:cubicBezTo>
                  <a:pt x="50" y="319"/>
                  <a:pt x="48" y="323"/>
                  <a:pt x="50" y="324"/>
                </a:cubicBezTo>
                <a:cubicBezTo>
                  <a:pt x="49" y="323"/>
                  <a:pt x="49" y="322"/>
                  <a:pt x="50" y="322"/>
                </a:cubicBezTo>
                <a:cubicBezTo>
                  <a:pt x="49" y="323"/>
                  <a:pt x="51" y="322"/>
                  <a:pt x="51" y="323"/>
                </a:cubicBezTo>
                <a:cubicBezTo>
                  <a:pt x="51" y="323"/>
                  <a:pt x="50" y="323"/>
                  <a:pt x="50" y="324"/>
                </a:cubicBezTo>
                <a:cubicBezTo>
                  <a:pt x="51" y="324"/>
                  <a:pt x="52" y="324"/>
                  <a:pt x="52" y="324"/>
                </a:cubicBezTo>
                <a:cubicBezTo>
                  <a:pt x="51" y="323"/>
                  <a:pt x="54" y="324"/>
                  <a:pt x="54" y="323"/>
                </a:cubicBezTo>
                <a:cubicBezTo>
                  <a:pt x="53" y="324"/>
                  <a:pt x="54" y="326"/>
                  <a:pt x="54" y="327"/>
                </a:cubicBezTo>
                <a:cubicBezTo>
                  <a:pt x="55" y="323"/>
                  <a:pt x="54" y="322"/>
                  <a:pt x="54" y="319"/>
                </a:cubicBezTo>
                <a:cubicBezTo>
                  <a:pt x="54" y="319"/>
                  <a:pt x="54" y="319"/>
                  <a:pt x="54" y="319"/>
                </a:cubicBezTo>
                <a:cubicBezTo>
                  <a:pt x="54" y="318"/>
                  <a:pt x="54" y="317"/>
                  <a:pt x="54" y="316"/>
                </a:cubicBezTo>
                <a:cubicBezTo>
                  <a:pt x="54" y="315"/>
                  <a:pt x="54" y="315"/>
                  <a:pt x="54" y="315"/>
                </a:cubicBezTo>
                <a:cubicBezTo>
                  <a:pt x="55" y="313"/>
                  <a:pt x="53" y="306"/>
                  <a:pt x="55" y="307"/>
                </a:cubicBezTo>
                <a:cubicBezTo>
                  <a:pt x="55" y="306"/>
                  <a:pt x="55" y="306"/>
                  <a:pt x="55" y="306"/>
                </a:cubicBezTo>
                <a:cubicBezTo>
                  <a:pt x="54" y="305"/>
                  <a:pt x="54" y="307"/>
                  <a:pt x="54" y="306"/>
                </a:cubicBezTo>
                <a:cubicBezTo>
                  <a:pt x="54" y="304"/>
                  <a:pt x="55" y="304"/>
                  <a:pt x="54" y="302"/>
                </a:cubicBezTo>
                <a:cubicBezTo>
                  <a:pt x="53" y="302"/>
                  <a:pt x="54" y="299"/>
                  <a:pt x="54" y="299"/>
                </a:cubicBezTo>
                <a:cubicBezTo>
                  <a:pt x="54" y="298"/>
                  <a:pt x="54" y="298"/>
                  <a:pt x="53" y="297"/>
                </a:cubicBezTo>
                <a:cubicBezTo>
                  <a:pt x="54" y="296"/>
                  <a:pt x="54" y="295"/>
                  <a:pt x="54" y="292"/>
                </a:cubicBezTo>
                <a:cubicBezTo>
                  <a:pt x="53" y="292"/>
                  <a:pt x="54" y="294"/>
                  <a:pt x="53" y="294"/>
                </a:cubicBezTo>
                <a:cubicBezTo>
                  <a:pt x="53" y="293"/>
                  <a:pt x="53" y="291"/>
                  <a:pt x="53" y="291"/>
                </a:cubicBezTo>
                <a:cubicBezTo>
                  <a:pt x="54" y="291"/>
                  <a:pt x="53" y="292"/>
                  <a:pt x="54" y="292"/>
                </a:cubicBezTo>
                <a:cubicBezTo>
                  <a:pt x="54" y="291"/>
                  <a:pt x="54" y="293"/>
                  <a:pt x="54" y="291"/>
                </a:cubicBezTo>
                <a:cubicBezTo>
                  <a:pt x="54" y="292"/>
                  <a:pt x="53" y="290"/>
                  <a:pt x="54" y="289"/>
                </a:cubicBezTo>
                <a:cubicBezTo>
                  <a:pt x="54" y="289"/>
                  <a:pt x="54" y="290"/>
                  <a:pt x="54" y="290"/>
                </a:cubicBezTo>
                <a:cubicBezTo>
                  <a:pt x="54" y="288"/>
                  <a:pt x="53" y="288"/>
                  <a:pt x="54" y="286"/>
                </a:cubicBezTo>
                <a:cubicBezTo>
                  <a:pt x="54" y="285"/>
                  <a:pt x="53" y="287"/>
                  <a:pt x="53" y="285"/>
                </a:cubicBezTo>
                <a:cubicBezTo>
                  <a:pt x="53" y="285"/>
                  <a:pt x="53" y="282"/>
                  <a:pt x="53" y="282"/>
                </a:cubicBezTo>
                <a:cubicBezTo>
                  <a:pt x="53" y="283"/>
                  <a:pt x="53" y="283"/>
                  <a:pt x="53" y="285"/>
                </a:cubicBezTo>
                <a:cubicBezTo>
                  <a:pt x="54" y="285"/>
                  <a:pt x="54" y="285"/>
                  <a:pt x="54" y="286"/>
                </a:cubicBezTo>
                <a:cubicBezTo>
                  <a:pt x="54" y="285"/>
                  <a:pt x="55" y="285"/>
                  <a:pt x="55" y="284"/>
                </a:cubicBezTo>
                <a:cubicBezTo>
                  <a:pt x="53" y="284"/>
                  <a:pt x="54" y="281"/>
                  <a:pt x="54" y="280"/>
                </a:cubicBezTo>
                <a:cubicBezTo>
                  <a:pt x="54" y="281"/>
                  <a:pt x="54" y="281"/>
                  <a:pt x="54" y="281"/>
                </a:cubicBezTo>
                <a:cubicBezTo>
                  <a:pt x="53" y="281"/>
                  <a:pt x="53" y="279"/>
                  <a:pt x="53" y="279"/>
                </a:cubicBezTo>
                <a:cubicBezTo>
                  <a:pt x="54" y="279"/>
                  <a:pt x="54" y="280"/>
                  <a:pt x="54" y="279"/>
                </a:cubicBezTo>
                <a:cubicBezTo>
                  <a:pt x="53" y="278"/>
                  <a:pt x="54" y="276"/>
                  <a:pt x="54" y="276"/>
                </a:cubicBezTo>
                <a:cubicBezTo>
                  <a:pt x="54" y="276"/>
                  <a:pt x="54" y="276"/>
                  <a:pt x="54" y="274"/>
                </a:cubicBezTo>
                <a:cubicBezTo>
                  <a:pt x="55" y="274"/>
                  <a:pt x="54" y="273"/>
                  <a:pt x="54" y="273"/>
                </a:cubicBezTo>
                <a:cubicBezTo>
                  <a:pt x="55" y="273"/>
                  <a:pt x="55" y="273"/>
                  <a:pt x="55" y="274"/>
                </a:cubicBezTo>
                <a:cubicBezTo>
                  <a:pt x="54" y="274"/>
                  <a:pt x="54" y="274"/>
                  <a:pt x="54" y="275"/>
                </a:cubicBezTo>
                <a:cubicBezTo>
                  <a:pt x="55" y="274"/>
                  <a:pt x="56" y="273"/>
                  <a:pt x="55" y="270"/>
                </a:cubicBezTo>
                <a:cubicBezTo>
                  <a:pt x="55" y="269"/>
                  <a:pt x="55" y="271"/>
                  <a:pt x="55" y="270"/>
                </a:cubicBezTo>
                <a:cubicBezTo>
                  <a:pt x="55" y="269"/>
                  <a:pt x="55" y="266"/>
                  <a:pt x="55" y="267"/>
                </a:cubicBezTo>
                <a:cubicBezTo>
                  <a:pt x="55" y="265"/>
                  <a:pt x="55" y="266"/>
                  <a:pt x="55" y="264"/>
                </a:cubicBezTo>
                <a:cubicBezTo>
                  <a:pt x="55" y="264"/>
                  <a:pt x="55" y="265"/>
                  <a:pt x="54" y="265"/>
                </a:cubicBezTo>
                <a:cubicBezTo>
                  <a:pt x="55" y="263"/>
                  <a:pt x="55" y="261"/>
                  <a:pt x="54" y="261"/>
                </a:cubicBezTo>
                <a:cubicBezTo>
                  <a:pt x="54" y="260"/>
                  <a:pt x="54" y="259"/>
                  <a:pt x="55" y="259"/>
                </a:cubicBezTo>
                <a:cubicBezTo>
                  <a:pt x="55" y="259"/>
                  <a:pt x="54" y="260"/>
                  <a:pt x="55" y="260"/>
                </a:cubicBezTo>
                <a:cubicBezTo>
                  <a:pt x="55" y="259"/>
                  <a:pt x="55" y="258"/>
                  <a:pt x="55" y="256"/>
                </a:cubicBezTo>
                <a:cubicBezTo>
                  <a:pt x="55" y="257"/>
                  <a:pt x="55" y="255"/>
                  <a:pt x="55" y="254"/>
                </a:cubicBezTo>
                <a:cubicBezTo>
                  <a:pt x="56" y="255"/>
                  <a:pt x="56" y="254"/>
                  <a:pt x="57" y="254"/>
                </a:cubicBezTo>
                <a:cubicBezTo>
                  <a:pt x="57" y="254"/>
                  <a:pt x="56" y="253"/>
                  <a:pt x="56" y="253"/>
                </a:cubicBezTo>
                <a:cubicBezTo>
                  <a:pt x="56" y="255"/>
                  <a:pt x="55" y="253"/>
                  <a:pt x="55" y="252"/>
                </a:cubicBezTo>
                <a:cubicBezTo>
                  <a:pt x="56" y="251"/>
                  <a:pt x="55" y="252"/>
                  <a:pt x="56" y="251"/>
                </a:cubicBezTo>
                <a:cubicBezTo>
                  <a:pt x="56" y="250"/>
                  <a:pt x="56" y="251"/>
                  <a:pt x="55" y="250"/>
                </a:cubicBezTo>
                <a:cubicBezTo>
                  <a:pt x="56" y="250"/>
                  <a:pt x="56" y="248"/>
                  <a:pt x="55" y="248"/>
                </a:cubicBezTo>
                <a:cubicBezTo>
                  <a:pt x="56" y="248"/>
                  <a:pt x="56" y="249"/>
                  <a:pt x="56" y="249"/>
                </a:cubicBezTo>
                <a:cubicBezTo>
                  <a:pt x="56" y="247"/>
                  <a:pt x="56" y="247"/>
                  <a:pt x="56" y="246"/>
                </a:cubicBezTo>
                <a:cubicBezTo>
                  <a:pt x="56" y="246"/>
                  <a:pt x="56" y="246"/>
                  <a:pt x="56" y="246"/>
                </a:cubicBezTo>
                <a:cubicBezTo>
                  <a:pt x="56" y="245"/>
                  <a:pt x="56" y="244"/>
                  <a:pt x="56" y="243"/>
                </a:cubicBezTo>
                <a:cubicBezTo>
                  <a:pt x="56" y="242"/>
                  <a:pt x="55" y="245"/>
                  <a:pt x="54" y="244"/>
                </a:cubicBezTo>
                <a:cubicBezTo>
                  <a:pt x="54" y="243"/>
                  <a:pt x="56" y="242"/>
                  <a:pt x="55" y="241"/>
                </a:cubicBezTo>
                <a:cubicBezTo>
                  <a:pt x="56" y="241"/>
                  <a:pt x="56" y="241"/>
                  <a:pt x="56" y="241"/>
                </a:cubicBezTo>
                <a:cubicBezTo>
                  <a:pt x="56" y="239"/>
                  <a:pt x="56" y="237"/>
                  <a:pt x="57" y="238"/>
                </a:cubicBezTo>
                <a:cubicBezTo>
                  <a:pt x="56" y="234"/>
                  <a:pt x="56" y="231"/>
                  <a:pt x="57" y="227"/>
                </a:cubicBezTo>
                <a:cubicBezTo>
                  <a:pt x="56" y="227"/>
                  <a:pt x="56" y="227"/>
                  <a:pt x="56" y="227"/>
                </a:cubicBezTo>
                <a:cubicBezTo>
                  <a:pt x="56" y="226"/>
                  <a:pt x="56" y="226"/>
                  <a:pt x="56" y="226"/>
                </a:cubicBezTo>
                <a:cubicBezTo>
                  <a:pt x="56" y="227"/>
                  <a:pt x="57" y="227"/>
                  <a:pt x="57" y="225"/>
                </a:cubicBezTo>
                <a:cubicBezTo>
                  <a:pt x="57" y="224"/>
                  <a:pt x="57" y="226"/>
                  <a:pt x="56" y="224"/>
                </a:cubicBezTo>
                <a:cubicBezTo>
                  <a:pt x="57" y="221"/>
                  <a:pt x="56" y="217"/>
                  <a:pt x="57" y="213"/>
                </a:cubicBezTo>
                <a:cubicBezTo>
                  <a:pt x="57" y="212"/>
                  <a:pt x="56" y="214"/>
                  <a:pt x="56" y="213"/>
                </a:cubicBezTo>
                <a:cubicBezTo>
                  <a:pt x="56" y="212"/>
                  <a:pt x="57" y="211"/>
                  <a:pt x="57" y="209"/>
                </a:cubicBezTo>
                <a:cubicBezTo>
                  <a:pt x="56" y="209"/>
                  <a:pt x="56" y="209"/>
                  <a:pt x="56" y="208"/>
                </a:cubicBezTo>
                <a:cubicBezTo>
                  <a:pt x="56" y="207"/>
                  <a:pt x="56" y="207"/>
                  <a:pt x="57" y="207"/>
                </a:cubicBezTo>
                <a:cubicBezTo>
                  <a:pt x="57" y="208"/>
                  <a:pt x="57" y="208"/>
                  <a:pt x="57" y="208"/>
                </a:cubicBezTo>
                <a:cubicBezTo>
                  <a:pt x="57" y="208"/>
                  <a:pt x="57" y="208"/>
                  <a:pt x="57" y="208"/>
                </a:cubicBezTo>
                <a:cubicBezTo>
                  <a:pt x="57" y="207"/>
                  <a:pt x="57" y="205"/>
                  <a:pt x="58" y="205"/>
                </a:cubicBezTo>
                <a:cubicBezTo>
                  <a:pt x="58" y="203"/>
                  <a:pt x="58" y="204"/>
                  <a:pt x="57" y="203"/>
                </a:cubicBezTo>
                <a:cubicBezTo>
                  <a:pt x="58" y="202"/>
                  <a:pt x="58" y="200"/>
                  <a:pt x="58" y="197"/>
                </a:cubicBezTo>
                <a:cubicBezTo>
                  <a:pt x="57" y="197"/>
                  <a:pt x="57" y="197"/>
                  <a:pt x="57" y="197"/>
                </a:cubicBezTo>
                <a:cubicBezTo>
                  <a:pt x="57" y="196"/>
                  <a:pt x="56" y="196"/>
                  <a:pt x="57" y="195"/>
                </a:cubicBezTo>
                <a:cubicBezTo>
                  <a:pt x="58" y="194"/>
                  <a:pt x="58" y="195"/>
                  <a:pt x="57" y="197"/>
                </a:cubicBezTo>
                <a:cubicBezTo>
                  <a:pt x="58" y="196"/>
                  <a:pt x="58" y="194"/>
                  <a:pt x="57" y="192"/>
                </a:cubicBezTo>
                <a:cubicBezTo>
                  <a:pt x="57" y="190"/>
                  <a:pt x="59" y="187"/>
                  <a:pt x="58" y="184"/>
                </a:cubicBezTo>
                <a:cubicBezTo>
                  <a:pt x="58" y="185"/>
                  <a:pt x="57" y="186"/>
                  <a:pt x="57" y="185"/>
                </a:cubicBezTo>
                <a:cubicBezTo>
                  <a:pt x="58" y="183"/>
                  <a:pt x="58" y="180"/>
                  <a:pt x="58" y="178"/>
                </a:cubicBezTo>
                <a:cubicBezTo>
                  <a:pt x="58" y="176"/>
                  <a:pt x="58" y="174"/>
                  <a:pt x="58" y="171"/>
                </a:cubicBezTo>
                <a:cubicBezTo>
                  <a:pt x="58" y="171"/>
                  <a:pt x="58" y="171"/>
                  <a:pt x="58" y="171"/>
                </a:cubicBezTo>
                <a:cubicBezTo>
                  <a:pt x="58" y="170"/>
                  <a:pt x="58" y="169"/>
                  <a:pt x="58" y="167"/>
                </a:cubicBezTo>
                <a:cubicBezTo>
                  <a:pt x="58" y="166"/>
                  <a:pt x="58" y="165"/>
                  <a:pt x="58" y="163"/>
                </a:cubicBezTo>
                <a:cubicBezTo>
                  <a:pt x="59" y="163"/>
                  <a:pt x="59" y="163"/>
                  <a:pt x="59" y="163"/>
                </a:cubicBezTo>
                <a:cubicBezTo>
                  <a:pt x="59" y="159"/>
                  <a:pt x="58" y="155"/>
                  <a:pt x="58" y="151"/>
                </a:cubicBezTo>
                <a:cubicBezTo>
                  <a:pt x="58" y="148"/>
                  <a:pt x="59" y="147"/>
                  <a:pt x="59" y="145"/>
                </a:cubicBezTo>
                <a:cubicBezTo>
                  <a:pt x="59" y="145"/>
                  <a:pt x="58" y="143"/>
                  <a:pt x="59" y="142"/>
                </a:cubicBezTo>
                <a:cubicBezTo>
                  <a:pt x="59" y="142"/>
                  <a:pt x="59" y="144"/>
                  <a:pt x="58" y="142"/>
                </a:cubicBezTo>
                <a:cubicBezTo>
                  <a:pt x="59" y="138"/>
                  <a:pt x="59" y="136"/>
                  <a:pt x="59" y="131"/>
                </a:cubicBezTo>
                <a:cubicBezTo>
                  <a:pt x="59" y="131"/>
                  <a:pt x="58" y="131"/>
                  <a:pt x="58" y="131"/>
                </a:cubicBezTo>
                <a:cubicBezTo>
                  <a:pt x="59" y="131"/>
                  <a:pt x="59" y="130"/>
                  <a:pt x="59" y="130"/>
                </a:cubicBezTo>
                <a:cubicBezTo>
                  <a:pt x="59" y="126"/>
                  <a:pt x="58" y="124"/>
                  <a:pt x="59" y="121"/>
                </a:cubicBezTo>
                <a:cubicBezTo>
                  <a:pt x="59" y="120"/>
                  <a:pt x="58" y="122"/>
                  <a:pt x="58" y="121"/>
                </a:cubicBezTo>
                <a:cubicBezTo>
                  <a:pt x="58" y="120"/>
                  <a:pt x="59" y="121"/>
                  <a:pt x="59" y="121"/>
                </a:cubicBezTo>
                <a:cubicBezTo>
                  <a:pt x="60" y="119"/>
                  <a:pt x="59" y="120"/>
                  <a:pt x="58" y="119"/>
                </a:cubicBezTo>
                <a:cubicBezTo>
                  <a:pt x="58" y="118"/>
                  <a:pt x="58" y="118"/>
                  <a:pt x="58" y="118"/>
                </a:cubicBezTo>
                <a:cubicBezTo>
                  <a:pt x="60" y="118"/>
                  <a:pt x="59" y="113"/>
                  <a:pt x="59" y="115"/>
                </a:cubicBezTo>
                <a:cubicBezTo>
                  <a:pt x="59" y="115"/>
                  <a:pt x="59" y="117"/>
                  <a:pt x="58" y="117"/>
                </a:cubicBezTo>
                <a:cubicBezTo>
                  <a:pt x="58" y="116"/>
                  <a:pt x="58" y="112"/>
                  <a:pt x="59" y="114"/>
                </a:cubicBezTo>
                <a:cubicBezTo>
                  <a:pt x="58" y="112"/>
                  <a:pt x="58" y="111"/>
                  <a:pt x="59" y="109"/>
                </a:cubicBezTo>
                <a:cubicBezTo>
                  <a:pt x="59" y="108"/>
                  <a:pt x="58" y="110"/>
                  <a:pt x="58" y="108"/>
                </a:cubicBezTo>
                <a:cubicBezTo>
                  <a:pt x="59" y="108"/>
                  <a:pt x="59" y="107"/>
                  <a:pt x="59" y="107"/>
                </a:cubicBezTo>
                <a:cubicBezTo>
                  <a:pt x="59" y="105"/>
                  <a:pt x="59" y="105"/>
                  <a:pt x="59" y="102"/>
                </a:cubicBezTo>
                <a:cubicBezTo>
                  <a:pt x="59" y="102"/>
                  <a:pt x="59" y="101"/>
                  <a:pt x="58" y="102"/>
                </a:cubicBezTo>
                <a:cubicBezTo>
                  <a:pt x="58" y="100"/>
                  <a:pt x="58" y="100"/>
                  <a:pt x="58" y="100"/>
                </a:cubicBezTo>
                <a:cubicBezTo>
                  <a:pt x="59" y="100"/>
                  <a:pt x="59" y="97"/>
                  <a:pt x="59" y="94"/>
                </a:cubicBezTo>
                <a:cubicBezTo>
                  <a:pt x="59" y="94"/>
                  <a:pt x="59" y="94"/>
                  <a:pt x="58" y="93"/>
                </a:cubicBezTo>
                <a:cubicBezTo>
                  <a:pt x="58" y="93"/>
                  <a:pt x="60" y="89"/>
                  <a:pt x="59" y="91"/>
                </a:cubicBezTo>
                <a:cubicBezTo>
                  <a:pt x="60" y="88"/>
                  <a:pt x="59" y="82"/>
                  <a:pt x="59" y="81"/>
                </a:cubicBezTo>
                <a:cubicBezTo>
                  <a:pt x="60" y="81"/>
                  <a:pt x="59" y="78"/>
                  <a:pt x="59" y="76"/>
                </a:cubicBezTo>
                <a:cubicBezTo>
                  <a:pt x="59" y="76"/>
                  <a:pt x="59" y="75"/>
                  <a:pt x="59" y="75"/>
                </a:cubicBezTo>
                <a:cubicBezTo>
                  <a:pt x="59" y="75"/>
                  <a:pt x="59" y="75"/>
                  <a:pt x="59" y="74"/>
                </a:cubicBezTo>
                <a:cubicBezTo>
                  <a:pt x="58" y="74"/>
                  <a:pt x="59" y="73"/>
                  <a:pt x="59" y="72"/>
                </a:cubicBezTo>
                <a:cubicBezTo>
                  <a:pt x="59" y="71"/>
                  <a:pt x="58" y="72"/>
                  <a:pt x="58" y="71"/>
                </a:cubicBezTo>
                <a:cubicBezTo>
                  <a:pt x="58" y="70"/>
                  <a:pt x="59" y="71"/>
                  <a:pt x="59" y="69"/>
                </a:cubicBezTo>
                <a:cubicBezTo>
                  <a:pt x="59" y="69"/>
                  <a:pt x="58" y="71"/>
                  <a:pt x="58" y="69"/>
                </a:cubicBezTo>
                <a:cubicBezTo>
                  <a:pt x="58" y="68"/>
                  <a:pt x="58" y="68"/>
                  <a:pt x="58" y="68"/>
                </a:cubicBezTo>
                <a:cubicBezTo>
                  <a:pt x="59" y="68"/>
                  <a:pt x="59" y="68"/>
                  <a:pt x="59" y="69"/>
                </a:cubicBezTo>
                <a:cubicBezTo>
                  <a:pt x="59" y="65"/>
                  <a:pt x="59" y="63"/>
                  <a:pt x="59" y="61"/>
                </a:cubicBezTo>
                <a:cubicBezTo>
                  <a:pt x="58" y="60"/>
                  <a:pt x="59" y="62"/>
                  <a:pt x="58" y="62"/>
                </a:cubicBezTo>
                <a:cubicBezTo>
                  <a:pt x="59" y="55"/>
                  <a:pt x="58" y="49"/>
                  <a:pt x="57" y="45"/>
                </a:cubicBezTo>
                <a:cubicBezTo>
                  <a:pt x="58" y="40"/>
                  <a:pt x="58" y="40"/>
                  <a:pt x="58" y="40"/>
                </a:cubicBezTo>
                <a:cubicBezTo>
                  <a:pt x="56" y="39"/>
                  <a:pt x="57" y="32"/>
                  <a:pt x="56" y="30"/>
                </a:cubicBezTo>
                <a:cubicBezTo>
                  <a:pt x="56" y="32"/>
                  <a:pt x="56" y="33"/>
                  <a:pt x="56" y="35"/>
                </a:cubicBezTo>
                <a:cubicBezTo>
                  <a:pt x="55" y="33"/>
                  <a:pt x="55" y="33"/>
                  <a:pt x="54" y="33"/>
                </a:cubicBezTo>
                <a:cubicBezTo>
                  <a:pt x="55" y="32"/>
                  <a:pt x="53" y="32"/>
                  <a:pt x="54" y="29"/>
                </a:cubicBezTo>
                <a:cubicBezTo>
                  <a:pt x="54" y="29"/>
                  <a:pt x="53" y="30"/>
                  <a:pt x="53" y="29"/>
                </a:cubicBezTo>
                <a:cubicBezTo>
                  <a:pt x="53" y="28"/>
                  <a:pt x="53" y="27"/>
                  <a:pt x="54" y="27"/>
                </a:cubicBezTo>
                <a:cubicBezTo>
                  <a:pt x="54" y="29"/>
                  <a:pt x="54" y="27"/>
                  <a:pt x="54" y="27"/>
                </a:cubicBezTo>
                <a:cubicBezTo>
                  <a:pt x="55" y="28"/>
                  <a:pt x="55" y="28"/>
                  <a:pt x="55" y="29"/>
                </a:cubicBezTo>
                <a:cubicBezTo>
                  <a:pt x="55" y="30"/>
                  <a:pt x="56" y="30"/>
                  <a:pt x="56" y="29"/>
                </a:cubicBezTo>
                <a:cubicBezTo>
                  <a:pt x="56" y="27"/>
                  <a:pt x="56" y="25"/>
                  <a:pt x="55" y="24"/>
                </a:cubicBezTo>
                <a:cubicBezTo>
                  <a:pt x="54" y="24"/>
                  <a:pt x="54" y="24"/>
                  <a:pt x="54" y="24"/>
                </a:cubicBezTo>
                <a:cubicBezTo>
                  <a:pt x="54" y="21"/>
                  <a:pt x="53" y="22"/>
                  <a:pt x="53" y="19"/>
                </a:cubicBezTo>
                <a:cubicBezTo>
                  <a:pt x="52" y="20"/>
                  <a:pt x="52" y="19"/>
                  <a:pt x="51" y="17"/>
                </a:cubicBezTo>
                <a:cubicBezTo>
                  <a:pt x="50" y="16"/>
                  <a:pt x="50" y="18"/>
                  <a:pt x="49" y="16"/>
                </a:cubicBezTo>
                <a:cubicBezTo>
                  <a:pt x="49" y="17"/>
                  <a:pt x="48" y="16"/>
                  <a:pt x="48" y="17"/>
                </a:cubicBezTo>
                <a:cubicBezTo>
                  <a:pt x="49" y="17"/>
                  <a:pt x="48" y="19"/>
                  <a:pt x="49" y="19"/>
                </a:cubicBezTo>
                <a:cubicBezTo>
                  <a:pt x="49" y="18"/>
                  <a:pt x="49" y="17"/>
                  <a:pt x="49" y="18"/>
                </a:cubicBezTo>
                <a:cubicBezTo>
                  <a:pt x="49" y="19"/>
                  <a:pt x="49" y="21"/>
                  <a:pt x="49" y="21"/>
                </a:cubicBezTo>
                <a:cubicBezTo>
                  <a:pt x="48" y="17"/>
                  <a:pt x="46" y="19"/>
                  <a:pt x="45" y="15"/>
                </a:cubicBezTo>
                <a:cubicBezTo>
                  <a:pt x="45" y="14"/>
                  <a:pt x="45" y="13"/>
                  <a:pt x="45" y="13"/>
                </a:cubicBezTo>
                <a:cubicBezTo>
                  <a:pt x="46" y="12"/>
                  <a:pt x="47" y="13"/>
                  <a:pt x="47" y="12"/>
                </a:cubicBezTo>
                <a:cubicBezTo>
                  <a:pt x="46" y="11"/>
                  <a:pt x="46" y="11"/>
                  <a:pt x="46" y="11"/>
                </a:cubicBezTo>
                <a:cubicBezTo>
                  <a:pt x="46" y="10"/>
                  <a:pt x="45" y="8"/>
                  <a:pt x="46" y="8"/>
                </a:cubicBezTo>
                <a:cubicBezTo>
                  <a:pt x="45" y="8"/>
                  <a:pt x="45" y="6"/>
                  <a:pt x="44" y="5"/>
                </a:cubicBezTo>
                <a:cubicBezTo>
                  <a:pt x="44" y="7"/>
                  <a:pt x="43" y="3"/>
                  <a:pt x="42" y="3"/>
                </a:cubicBezTo>
                <a:cubicBezTo>
                  <a:pt x="43" y="5"/>
                  <a:pt x="43" y="6"/>
                  <a:pt x="42" y="7"/>
                </a:cubicBezTo>
                <a:cubicBezTo>
                  <a:pt x="43" y="7"/>
                  <a:pt x="44" y="8"/>
                  <a:pt x="44" y="9"/>
                </a:cubicBezTo>
                <a:cubicBezTo>
                  <a:pt x="45" y="10"/>
                  <a:pt x="44" y="10"/>
                  <a:pt x="44" y="10"/>
                </a:cubicBezTo>
                <a:cubicBezTo>
                  <a:pt x="45" y="11"/>
                  <a:pt x="45" y="10"/>
                  <a:pt x="45" y="10"/>
                </a:cubicBezTo>
                <a:cubicBezTo>
                  <a:pt x="44" y="11"/>
                  <a:pt x="45" y="12"/>
                  <a:pt x="45" y="11"/>
                </a:cubicBezTo>
                <a:cubicBezTo>
                  <a:pt x="45" y="15"/>
                  <a:pt x="44" y="14"/>
                  <a:pt x="43" y="16"/>
                </a:cubicBezTo>
                <a:cubicBezTo>
                  <a:pt x="43" y="14"/>
                  <a:pt x="43" y="11"/>
                  <a:pt x="42" y="12"/>
                </a:cubicBezTo>
                <a:cubicBezTo>
                  <a:pt x="42" y="11"/>
                  <a:pt x="41" y="8"/>
                  <a:pt x="41" y="7"/>
                </a:cubicBezTo>
                <a:cubicBezTo>
                  <a:pt x="41" y="6"/>
                  <a:pt x="41" y="6"/>
                  <a:pt x="41" y="5"/>
                </a:cubicBezTo>
                <a:cubicBezTo>
                  <a:pt x="40" y="2"/>
                  <a:pt x="39" y="1"/>
                  <a:pt x="38" y="0"/>
                </a:cubicBezTo>
                <a:cubicBezTo>
                  <a:pt x="37" y="0"/>
                  <a:pt x="37" y="0"/>
                  <a:pt x="36" y="0"/>
                </a:cubicBezTo>
                <a:cubicBezTo>
                  <a:pt x="37" y="2"/>
                  <a:pt x="36" y="2"/>
                  <a:pt x="36" y="4"/>
                </a:cubicBezTo>
                <a:cubicBezTo>
                  <a:pt x="36" y="4"/>
                  <a:pt x="37" y="7"/>
                  <a:pt x="37" y="8"/>
                </a:cubicBezTo>
                <a:cubicBezTo>
                  <a:pt x="35" y="7"/>
                  <a:pt x="33" y="4"/>
                  <a:pt x="31" y="4"/>
                </a:cubicBezTo>
                <a:cubicBezTo>
                  <a:pt x="31" y="6"/>
                  <a:pt x="31" y="6"/>
                  <a:pt x="32" y="8"/>
                </a:cubicBezTo>
                <a:cubicBezTo>
                  <a:pt x="31" y="9"/>
                  <a:pt x="30" y="9"/>
                  <a:pt x="29" y="8"/>
                </a:cubicBezTo>
                <a:cubicBezTo>
                  <a:pt x="29" y="8"/>
                  <a:pt x="29" y="7"/>
                  <a:pt x="29" y="6"/>
                </a:cubicBezTo>
                <a:close/>
                <a:moveTo>
                  <a:pt x="55" y="273"/>
                </a:moveTo>
                <a:cubicBezTo>
                  <a:pt x="55" y="273"/>
                  <a:pt x="55" y="272"/>
                  <a:pt x="55" y="271"/>
                </a:cubicBezTo>
                <a:cubicBezTo>
                  <a:pt x="55" y="271"/>
                  <a:pt x="55" y="272"/>
                  <a:pt x="55" y="273"/>
                </a:cubicBezTo>
                <a:close/>
                <a:moveTo>
                  <a:pt x="47" y="329"/>
                </a:moveTo>
                <a:cubicBezTo>
                  <a:pt x="47" y="330"/>
                  <a:pt x="47" y="327"/>
                  <a:pt x="46" y="329"/>
                </a:cubicBezTo>
                <a:cubicBezTo>
                  <a:pt x="46" y="328"/>
                  <a:pt x="46" y="328"/>
                  <a:pt x="46" y="327"/>
                </a:cubicBezTo>
                <a:cubicBezTo>
                  <a:pt x="46" y="327"/>
                  <a:pt x="46" y="327"/>
                  <a:pt x="46" y="327"/>
                </a:cubicBezTo>
                <a:cubicBezTo>
                  <a:pt x="47" y="327"/>
                  <a:pt x="47" y="328"/>
                  <a:pt x="47" y="329"/>
                </a:cubicBezTo>
                <a:close/>
                <a:moveTo>
                  <a:pt x="44" y="326"/>
                </a:moveTo>
                <a:cubicBezTo>
                  <a:pt x="45" y="326"/>
                  <a:pt x="46" y="328"/>
                  <a:pt x="46" y="328"/>
                </a:cubicBezTo>
                <a:cubicBezTo>
                  <a:pt x="46" y="328"/>
                  <a:pt x="45" y="329"/>
                  <a:pt x="45" y="329"/>
                </a:cubicBezTo>
                <a:cubicBezTo>
                  <a:pt x="45" y="328"/>
                  <a:pt x="44" y="328"/>
                  <a:pt x="44" y="326"/>
                </a:cubicBezTo>
                <a:close/>
                <a:moveTo>
                  <a:pt x="42" y="370"/>
                </a:moveTo>
                <a:cubicBezTo>
                  <a:pt x="42" y="371"/>
                  <a:pt x="42" y="366"/>
                  <a:pt x="42" y="369"/>
                </a:cubicBezTo>
                <a:cubicBezTo>
                  <a:pt x="41" y="369"/>
                  <a:pt x="41" y="368"/>
                  <a:pt x="41" y="368"/>
                </a:cubicBezTo>
                <a:cubicBezTo>
                  <a:pt x="42" y="368"/>
                  <a:pt x="43" y="367"/>
                  <a:pt x="43" y="369"/>
                </a:cubicBezTo>
                <a:cubicBezTo>
                  <a:pt x="43" y="369"/>
                  <a:pt x="43" y="368"/>
                  <a:pt x="43" y="367"/>
                </a:cubicBezTo>
                <a:cubicBezTo>
                  <a:pt x="44" y="368"/>
                  <a:pt x="43" y="370"/>
                  <a:pt x="44" y="369"/>
                </a:cubicBezTo>
                <a:cubicBezTo>
                  <a:pt x="44" y="370"/>
                  <a:pt x="44" y="370"/>
                  <a:pt x="44" y="370"/>
                </a:cubicBezTo>
                <a:cubicBezTo>
                  <a:pt x="43" y="371"/>
                  <a:pt x="42" y="367"/>
                  <a:pt x="42" y="370"/>
                </a:cubicBezTo>
                <a:close/>
                <a:moveTo>
                  <a:pt x="22" y="380"/>
                </a:moveTo>
                <a:cubicBezTo>
                  <a:pt x="23" y="380"/>
                  <a:pt x="23" y="380"/>
                  <a:pt x="23" y="381"/>
                </a:cubicBezTo>
                <a:cubicBezTo>
                  <a:pt x="22" y="381"/>
                  <a:pt x="22" y="381"/>
                  <a:pt x="22" y="380"/>
                </a:cubicBezTo>
                <a:close/>
                <a:moveTo>
                  <a:pt x="22" y="5"/>
                </a:moveTo>
                <a:cubicBezTo>
                  <a:pt x="22" y="6"/>
                  <a:pt x="23" y="8"/>
                  <a:pt x="23" y="9"/>
                </a:cubicBezTo>
                <a:cubicBezTo>
                  <a:pt x="22" y="8"/>
                  <a:pt x="22" y="7"/>
                  <a:pt x="22" y="5"/>
                </a:cubicBezTo>
                <a:close/>
                <a:moveTo>
                  <a:pt x="13" y="12"/>
                </a:moveTo>
                <a:cubicBezTo>
                  <a:pt x="13" y="12"/>
                  <a:pt x="14" y="15"/>
                  <a:pt x="14" y="16"/>
                </a:cubicBezTo>
                <a:cubicBezTo>
                  <a:pt x="14" y="14"/>
                  <a:pt x="12" y="10"/>
                  <a:pt x="14" y="10"/>
                </a:cubicBezTo>
                <a:cubicBezTo>
                  <a:pt x="14" y="11"/>
                  <a:pt x="14" y="12"/>
                  <a:pt x="14" y="13"/>
                </a:cubicBezTo>
                <a:cubicBezTo>
                  <a:pt x="14" y="13"/>
                  <a:pt x="14" y="12"/>
                  <a:pt x="13" y="12"/>
                </a:cubicBezTo>
                <a:close/>
                <a:moveTo>
                  <a:pt x="20" y="9"/>
                </a:moveTo>
                <a:cubicBezTo>
                  <a:pt x="21" y="9"/>
                  <a:pt x="20" y="11"/>
                  <a:pt x="21" y="12"/>
                </a:cubicBezTo>
                <a:cubicBezTo>
                  <a:pt x="20" y="12"/>
                  <a:pt x="20" y="13"/>
                  <a:pt x="20" y="13"/>
                </a:cubicBezTo>
                <a:cubicBezTo>
                  <a:pt x="20" y="12"/>
                  <a:pt x="20" y="10"/>
                  <a:pt x="20" y="9"/>
                </a:cubicBezTo>
                <a:close/>
                <a:moveTo>
                  <a:pt x="33" y="7"/>
                </a:moveTo>
                <a:cubicBezTo>
                  <a:pt x="33" y="7"/>
                  <a:pt x="32" y="7"/>
                  <a:pt x="32" y="7"/>
                </a:cubicBezTo>
                <a:cubicBezTo>
                  <a:pt x="32" y="9"/>
                  <a:pt x="33" y="9"/>
                  <a:pt x="33" y="9"/>
                </a:cubicBezTo>
                <a:cubicBezTo>
                  <a:pt x="33" y="11"/>
                  <a:pt x="32" y="8"/>
                  <a:pt x="32" y="8"/>
                </a:cubicBezTo>
                <a:cubicBezTo>
                  <a:pt x="32" y="7"/>
                  <a:pt x="32" y="7"/>
                  <a:pt x="33" y="7"/>
                </a:cubicBezTo>
                <a:close/>
                <a:moveTo>
                  <a:pt x="22" y="11"/>
                </a:moveTo>
                <a:cubicBezTo>
                  <a:pt x="22" y="11"/>
                  <a:pt x="22" y="12"/>
                  <a:pt x="23" y="12"/>
                </a:cubicBezTo>
                <a:cubicBezTo>
                  <a:pt x="23" y="13"/>
                  <a:pt x="22" y="12"/>
                  <a:pt x="22" y="14"/>
                </a:cubicBezTo>
                <a:cubicBezTo>
                  <a:pt x="22" y="15"/>
                  <a:pt x="22" y="11"/>
                  <a:pt x="21" y="13"/>
                </a:cubicBezTo>
                <a:cubicBezTo>
                  <a:pt x="21" y="13"/>
                  <a:pt x="22" y="12"/>
                  <a:pt x="22" y="11"/>
                </a:cubicBezTo>
                <a:close/>
                <a:moveTo>
                  <a:pt x="11" y="16"/>
                </a:moveTo>
                <a:cubicBezTo>
                  <a:pt x="12" y="17"/>
                  <a:pt x="12" y="18"/>
                  <a:pt x="12" y="19"/>
                </a:cubicBezTo>
                <a:cubicBezTo>
                  <a:pt x="13" y="19"/>
                  <a:pt x="13" y="18"/>
                  <a:pt x="13" y="18"/>
                </a:cubicBezTo>
                <a:cubicBezTo>
                  <a:pt x="13" y="16"/>
                  <a:pt x="13" y="18"/>
                  <a:pt x="12" y="18"/>
                </a:cubicBezTo>
                <a:cubicBezTo>
                  <a:pt x="12" y="17"/>
                  <a:pt x="12" y="17"/>
                  <a:pt x="12" y="17"/>
                </a:cubicBezTo>
                <a:cubicBezTo>
                  <a:pt x="12" y="15"/>
                  <a:pt x="13" y="17"/>
                  <a:pt x="13" y="16"/>
                </a:cubicBezTo>
                <a:cubicBezTo>
                  <a:pt x="13" y="17"/>
                  <a:pt x="13" y="18"/>
                  <a:pt x="13" y="18"/>
                </a:cubicBezTo>
                <a:cubicBezTo>
                  <a:pt x="13" y="20"/>
                  <a:pt x="13" y="19"/>
                  <a:pt x="13" y="21"/>
                </a:cubicBezTo>
                <a:cubicBezTo>
                  <a:pt x="12" y="20"/>
                  <a:pt x="12" y="20"/>
                  <a:pt x="11" y="21"/>
                </a:cubicBezTo>
                <a:cubicBezTo>
                  <a:pt x="11" y="21"/>
                  <a:pt x="11" y="20"/>
                  <a:pt x="11" y="19"/>
                </a:cubicBezTo>
                <a:cubicBezTo>
                  <a:pt x="10" y="19"/>
                  <a:pt x="10" y="19"/>
                  <a:pt x="10" y="20"/>
                </a:cubicBezTo>
                <a:cubicBezTo>
                  <a:pt x="10" y="20"/>
                  <a:pt x="10" y="21"/>
                  <a:pt x="10" y="21"/>
                </a:cubicBezTo>
                <a:cubicBezTo>
                  <a:pt x="10" y="21"/>
                  <a:pt x="10" y="22"/>
                  <a:pt x="9" y="22"/>
                </a:cubicBezTo>
                <a:cubicBezTo>
                  <a:pt x="9" y="21"/>
                  <a:pt x="10" y="21"/>
                  <a:pt x="9" y="19"/>
                </a:cubicBezTo>
                <a:cubicBezTo>
                  <a:pt x="10" y="19"/>
                  <a:pt x="11" y="19"/>
                  <a:pt x="10" y="17"/>
                </a:cubicBezTo>
                <a:cubicBezTo>
                  <a:pt x="11" y="18"/>
                  <a:pt x="11" y="18"/>
                  <a:pt x="11" y="18"/>
                </a:cubicBezTo>
                <a:cubicBezTo>
                  <a:pt x="12" y="18"/>
                  <a:pt x="12" y="17"/>
                  <a:pt x="11" y="16"/>
                </a:cubicBezTo>
                <a:close/>
                <a:moveTo>
                  <a:pt x="14" y="20"/>
                </a:moveTo>
                <a:cubicBezTo>
                  <a:pt x="13" y="19"/>
                  <a:pt x="14" y="17"/>
                  <a:pt x="14" y="17"/>
                </a:cubicBezTo>
                <a:cubicBezTo>
                  <a:pt x="15" y="18"/>
                  <a:pt x="14" y="18"/>
                  <a:pt x="14" y="20"/>
                </a:cubicBezTo>
                <a:close/>
                <a:moveTo>
                  <a:pt x="42" y="18"/>
                </a:moveTo>
                <a:cubicBezTo>
                  <a:pt x="42" y="16"/>
                  <a:pt x="43" y="18"/>
                  <a:pt x="44" y="18"/>
                </a:cubicBezTo>
                <a:cubicBezTo>
                  <a:pt x="44" y="18"/>
                  <a:pt x="43" y="19"/>
                  <a:pt x="44" y="20"/>
                </a:cubicBezTo>
                <a:cubicBezTo>
                  <a:pt x="44" y="21"/>
                  <a:pt x="44" y="23"/>
                  <a:pt x="43" y="22"/>
                </a:cubicBezTo>
                <a:cubicBezTo>
                  <a:pt x="43" y="19"/>
                  <a:pt x="43" y="19"/>
                  <a:pt x="42" y="18"/>
                </a:cubicBezTo>
                <a:close/>
                <a:moveTo>
                  <a:pt x="14" y="20"/>
                </a:moveTo>
                <a:cubicBezTo>
                  <a:pt x="14" y="20"/>
                  <a:pt x="15" y="21"/>
                  <a:pt x="15" y="22"/>
                </a:cubicBezTo>
                <a:cubicBezTo>
                  <a:pt x="15" y="23"/>
                  <a:pt x="14" y="23"/>
                  <a:pt x="14" y="24"/>
                </a:cubicBezTo>
                <a:cubicBezTo>
                  <a:pt x="13" y="23"/>
                  <a:pt x="14" y="21"/>
                  <a:pt x="14" y="20"/>
                </a:cubicBezTo>
                <a:close/>
                <a:moveTo>
                  <a:pt x="8" y="21"/>
                </a:moveTo>
                <a:cubicBezTo>
                  <a:pt x="9" y="21"/>
                  <a:pt x="8" y="22"/>
                  <a:pt x="9" y="22"/>
                </a:cubicBezTo>
                <a:cubicBezTo>
                  <a:pt x="9" y="23"/>
                  <a:pt x="8" y="23"/>
                  <a:pt x="8" y="23"/>
                </a:cubicBezTo>
                <a:cubicBezTo>
                  <a:pt x="8" y="23"/>
                  <a:pt x="8" y="22"/>
                  <a:pt x="8" y="21"/>
                </a:cubicBezTo>
                <a:close/>
                <a:moveTo>
                  <a:pt x="17" y="22"/>
                </a:moveTo>
                <a:cubicBezTo>
                  <a:pt x="17" y="22"/>
                  <a:pt x="17" y="22"/>
                  <a:pt x="17" y="23"/>
                </a:cubicBezTo>
                <a:cubicBezTo>
                  <a:pt x="16" y="23"/>
                  <a:pt x="17" y="21"/>
                  <a:pt x="16" y="22"/>
                </a:cubicBezTo>
                <a:cubicBezTo>
                  <a:pt x="16" y="20"/>
                  <a:pt x="17" y="21"/>
                  <a:pt x="17" y="22"/>
                </a:cubicBezTo>
                <a:close/>
                <a:moveTo>
                  <a:pt x="38" y="21"/>
                </a:moveTo>
                <a:cubicBezTo>
                  <a:pt x="39" y="22"/>
                  <a:pt x="41" y="23"/>
                  <a:pt x="42" y="24"/>
                </a:cubicBezTo>
                <a:cubicBezTo>
                  <a:pt x="40" y="25"/>
                  <a:pt x="39" y="21"/>
                  <a:pt x="38" y="23"/>
                </a:cubicBezTo>
                <a:cubicBezTo>
                  <a:pt x="38" y="23"/>
                  <a:pt x="39" y="22"/>
                  <a:pt x="38" y="21"/>
                </a:cubicBezTo>
                <a:close/>
                <a:moveTo>
                  <a:pt x="42" y="22"/>
                </a:moveTo>
                <a:cubicBezTo>
                  <a:pt x="43" y="23"/>
                  <a:pt x="42" y="25"/>
                  <a:pt x="43" y="25"/>
                </a:cubicBezTo>
                <a:cubicBezTo>
                  <a:pt x="42" y="27"/>
                  <a:pt x="42" y="23"/>
                  <a:pt x="42" y="22"/>
                </a:cubicBezTo>
                <a:close/>
                <a:moveTo>
                  <a:pt x="51" y="23"/>
                </a:moveTo>
                <a:cubicBezTo>
                  <a:pt x="51" y="22"/>
                  <a:pt x="51" y="23"/>
                  <a:pt x="52" y="23"/>
                </a:cubicBezTo>
                <a:cubicBezTo>
                  <a:pt x="52" y="24"/>
                  <a:pt x="52" y="25"/>
                  <a:pt x="51" y="25"/>
                </a:cubicBezTo>
                <a:cubicBezTo>
                  <a:pt x="51" y="24"/>
                  <a:pt x="52" y="23"/>
                  <a:pt x="51" y="23"/>
                </a:cubicBezTo>
                <a:close/>
                <a:moveTo>
                  <a:pt x="6" y="48"/>
                </a:moveTo>
                <a:cubicBezTo>
                  <a:pt x="6" y="48"/>
                  <a:pt x="7" y="49"/>
                  <a:pt x="7" y="49"/>
                </a:cubicBezTo>
                <a:cubicBezTo>
                  <a:pt x="7" y="50"/>
                  <a:pt x="7" y="50"/>
                  <a:pt x="6" y="50"/>
                </a:cubicBezTo>
                <a:cubicBezTo>
                  <a:pt x="6" y="49"/>
                  <a:pt x="6" y="49"/>
                  <a:pt x="6" y="48"/>
                </a:cubicBezTo>
                <a:close/>
                <a:moveTo>
                  <a:pt x="7" y="52"/>
                </a:moveTo>
                <a:cubicBezTo>
                  <a:pt x="8" y="52"/>
                  <a:pt x="7" y="54"/>
                  <a:pt x="8" y="54"/>
                </a:cubicBezTo>
                <a:cubicBezTo>
                  <a:pt x="7" y="54"/>
                  <a:pt x="6" y="55"/>
                  <a:pt x="6" y="54"/>
                </a:cubicBezTo>
                <a:cubicBezTo>
                  <a:pt x="6" y="53"/>
                  <a:pt x="7" y="54"/>
                  <a:pt x="7" y="52"/>
                </a:cubicBezTo>
                <a:close/>
                <a:moveTo>
                  <a:pt x="17" y="61"/>
                </a:moveTo>
                <a:cubicBezTo>
                  <a:pt x="17" y="62"/>
                  <a:pt x="17" y="63"/>
                  <a:pt x="16" y="63"/>
                </a:cubicBezTo>
                <a:cubicBezTo>
                  <a:pt x="17" y="62"/>
                  <a:pt x="17" y="61"/>
                  <a:pt x="17" y="61"/>
                </a:cubicBezTo>
                <a:close/>
                <a:moveTo>
                  <a:pt x="17" y="65"/>
                </a:moveTo>
                <a:cubicBezTo>
                  <a:pt x="17" y="64"/>
                  <a:pt x="16" y="66"/>
                  <a:pt x="17" y="66"/>
                </a:cubicBezTo>
                <a:cubicBezTo>
                  <a:pt x="17" y="67"/>
                  <a:pt x="17" y="67"/>
                  <a:pt x="16" y="67"/>
                </a:cubicBezTo>
                <a:cubicBezTo>
                  <a:pt x="17" y="67"/>
                  <a:pt x="17" y="66"/>
                  <a:pt x="16" y="66"/>
                </a:cubicBezTo>
                <a:cubicBezTo>
                  <a:pt x="16" y="65"/>
                  <a:pt x="17" y="66"/>
                  <a:pt x="17" y="65"/>
                </a:cubicBezTo>
                <a:close/>
                <a:moveTo>
                  <a:pt x="11" y="65"/>
                </a:moveTo>
                <a:cubicBezTo>
                  <a:pt x="11" y="66"/>
                  <a:pt x="10" y="66"/>
                  <a:pt x="10" y="67"/>
                </a:cubicBezTo>
                <a:cubicBezTo>
                  <a:pt x="9" y="66"/>
                  <a:pt x="10" y="64"/>
                  <a:pt x="11" y="65"/>
                </a:cubicBezTo>
                <a:close/>
                <a:moveTo>
                  <a:pt x="23" y="66"/>
                </a:moveTo>
                <a:cubicBezTo>
                  <a:pt x="23" y="67"/>
                  <a:pt x="23" y="68"/>
                  <a:pt x="23" y="69"/>
                </a:cubicBezTo>
                <a:cubicBezTo>
                  <a:pt x="22" y="68"/>
                  <a:pt x="23" y="66"/>
                  <a:pt x="22" y="67"/>
                </a:cubicBezTo>
                <a:cubicBezTo>
                  <a:pt x="22" y="66"/>
                  <a:pt x="22" y="66"/>
                  <a:pt x="23" y="66"/>
                </a:cubicBezTo>
                <a:close/>
                <a:moveTo>
                  <a:pt x="6" y="67"/>
                </a:moveTo>
                <a:cubicBezTo>
                  <a:pt x="6" y="68"/>
                  <a:pt x="6" y="69"/>
                  <a:pt x="6" y="70"/>
                </a:cubicBezTo>
                <a:cubicBezTo>
                  <a:pt x="5" y="69"/>
                  <a:pt x="5" y="68"/>
                  <a:pt x="6" y="67"/>
                </a:cubicBezTo>
                <a:close/>
                <a:moveTo>
                  <a:pt x="6" y="69"/>
                </a:moveTo>
                <a:cubicBezTo>
                  <a:pt x="7" y="69"/>
                  <a:pt x="7" y="70"/>
                  <a:pt x="7" y="71"/>
                </a:cubicBezTo>
                <a:cubicBezTo>
                  <a:pt x="8" y="71"/>
                  <a:pt x="7" y="70"/>
                  <a:pt x="8" y="69"/>
                </a:cubicBezTo>
                <a:cubicBezTo>
                  <a:pt x="9" y="70"/>
                  <a:pt x="8" y="71"/>
                  <a:pt x="8" y="72"/>
                </a:cubicBezTo>
                <a:cubicBezTo>
                  <a:pt x="7" y="72"/>
                  <a:pt x="7" y="72"/>
                  <a:pt x="6" y="71"/>
                </a:cubicBezTo>
                <a:cubicBezTo>
                  <a:pt x="6" y="71"/>
                  <a:pt x="6" y="70"/>
                  <a:pt x="7" y="70"/>
                </a:cubicBezTo>
                <a:cubicBezTo>
                  <a:pt x="7" y="70"/>
                  <a:pt x="6" y="70"/>
                  <a:pt x="6" y="69"/>
                </a:cubicBezTo>
                <a:close/>
                <a:moveTo>
                  <a:pt x="10" y="70"/>
                </a:moveTo>
                <a:cubicBezTo>
                  <a:pt x="9" y="71"/>
                  <a:pt x="10" y="72"/>
                  <a:pt x="9" y="72"/>
                </a:cubicBezTo>
                <a:cubicBezTo>
                  <a:pt x="9" y="70"/>
                  <a:pt x="9" y="70"/>
                  <a:pt x="9" y="70"/>
                </a:cubicBezTo>
                <a:cubicBezTo>
                  <a:pt x="9" y="70"/>
                  <a:pt x="9" y="70"/>
                  <a:pt x="10" y="70"/>
                </a:cubicBezTo>
                <a:close/>
                <a:moveTo>
                  <a:pt x="6" y="73"/>
                </a:moveTo>
                <a:cubicBezTo>
                  <a:pt x="6" y="73"/>
                  <a:pt x="5" y="73"/>
                  <a:pt x="5" y="72"/>
                </a:cubicBezTo>
                <a:cubicBezTo>
                  <a:pt x="5" y="70"/>
                  <a:pt x="6" y="70"/>
                  <a:pt x="6" y="73"/>
                </a:cubicBezTo>
                <a:close/>
                <a:moveTo>
                  <a:pt x="9" y="75"/>
                </a:moveTo>
                <a:cubicBezTo>
                  <a:pt x="9" y="74"/>
                  <a:pt x="10" y="74"/>
                  <a:pt x="10" y="74"/>
                </a:cubicBezTo>
                <a:cubicBezTo>
                  <a:pt x="10" y="75"/>
                  <a:pt x="10" y="75"/>
                  <a:pt x="9" y="75"/>
                </a:cubicBezTo>
                <a:close/>
                <a:moveTo>
                  <a:pt x="6" y="85"/>
                </a:moveTo>
                <a:cubicBezTo>
                  <a:pt x="7" y="86"/>
                  <a:pt x="6" y="88"/>
                  <a:pt x="5" y="90"/>
                </a:cubicBezTo>
                <a:cubicBezTo>
                  <a:pt x="5" y="89"/>
                  <a:pt x="6" y="87"/>
                  <a:pt x="5" y="87"/>
                </a:cubicBezTo>
                <a:cubicBezTo>
                  <a:pt x="5" y="87"/>
                  <a:pt x="5" y="87"/>
                  <a:pt x="5" y="87"/>
                </a:cubicBezTo>
                <a:cubicBezTo>
                  <a:pt x="6" y="87"/>
                  <a:pt x="6" y="86"/>
                  <a:pt x="6" y="85"/>
                </a:cubicBezTo>
                <a:close/>
                <a:moveTo>
                  <a:pt x="58" y="85"/>
                </a:moveTo>
                <a:cubicBezTo>
                  <a:pt x="59" y="85"/>
                  <a:pt x="59" y="87"/>
                  <a:pt x="59" y="88"/>
                </a:cubicBezTo>
                <a:cubicBezTo>
                  <a:pt x="58" y="88"/>
                  <a:pt x="59" y="86"/>
                  <a:pt x="58" y="85"/>
                </a:cubicBezTo>
                <a:close/>
                <a:moveTo>
                  <a:pt x="5" y="92"/>
                </a:moveTo>
                <a:cubicBezTo>
                  <a:pt x="5" y="92"/>
                  <a:pt x="5" y="93"/>
                  <a:pt x="5" y="93"/>
                </a:cubicBezTo>
                <a:cubicBezTo>
                  <a:pt x="5" y="94"/>
                  <a:pt x="5" y="94"/>
                  <a:pt x="5" y="95"/>
                </a:cubicBezTo>
                <a:cubicBezTo>
                  <a:pt x="4" y="94"/>
                  <a:pt x="5" y="93"/>
                  <a:pt x="5" y="92"/>
                </a:cubicBezTo>
                <a:close/>
                <a:moveTo>
                  <a:pt x="5" y="141"/>
                </a:moveTo>
                <a:cubicBezTo>
                  <a:pt x="6" y="141"/>
                  <a:pt x="7" y="142"/>
                  <a:pt x="6" y="142"/>
                </a:cubicBezTo>
                <a:cubicBezTo>
                  <a:pt x="6" y="141"/>
                  <a:pt x="5" y="142"/>
                  <a:pt x="5" y="141"/>
                </a:cubicBezTo>
                <a:close/>
                <a:moveTo>
                  <a:pt x="8" y="152"/>
                </a:moveTo>
                <a:cubicBezTo>
                  <a:pt x="9" y="150"/>
                  <a:pt x="9" y="152"/>
                  <a:pt x="9" y="152"/>
                </a:cubicBezTo>
                <a:cubicBezTo>
                  <a:pt x="9" y="154"/>
                  <a:pt x="9" y="152"/>
                  <a:pt x="8" y="152"/>
                </a:cubicBezTo>
                <a:close/>
                <a:moveTo>
                  <a:pt x="8" y="159"/>
                </a:moveTo>
                <a:cubicBezTo>
                  <a:pt x="7" y="159"/>
                  <a:pt x="7" y="156"/>
                  <a:pt x="8" y="157"/>
                </a:cubicBezTo>
                <a:cubicBezTo>
                  <a:pt x="8" y="157"/>
                  <a:pt x="8" y="158"/>
                  <a:pt x="8" y="158"/>
                </a:cubicBezTo>
                <a:cubicBezTo>
                  <a:pt x="8" y="160"/>
                  <a:pt x="8" y="157"/>
                  <a:pt x="8" y="159"/>
                </a:cubicBezTo>
                <a:close/>
                <a:moveTo>
                  <a:pt x="7" y="159"/>
                </a:moveTo>
                <a:cubicBezTo>
                  <a:pt x="6" y="160"/>
                  <a:pt x="6" y="160"/>
                  <a:pt x="6" y="160"/>
                </a:cubicBezTo>
                <a:cubicBezTo>
                  <a:pt x="6" y="161"/>
                  <a:pt x="7" y="161"/>
                  <a:pt x="7" y="161"/>
                </a:cubicBezTo>
                <a:cubicBezTo>
                  <a:pt x="6" y="164"/>
                  <a:pt x="6" y="158"/>
                  <a:pt x="7" y="159"/>
                </a:cubicBezTo>
                <a:close/>
                <a:moveTo>
                  <a:pt x="8" y="175"/>
                </a:moveTo>
                <a:cubicBezTo>
                  <a:pt x="7" y="176"/>
                  <a:pt x="7" y="178"/>
                  <a:pt x="7" y="179"/>
                </a:cubicBezTo>
                <a:cubicBezTo>
                  <a:pt x="7" y="180"/>
                  <a:pt x="8" y="181"/>
                  <a:pt x="9" y="180"/>
                </a:cubicBezTo>
                <a:cubicBezTo>
                  <a:pt x="9" y="182"/>
                  <a:pt x="8" y="181"/>
                  <a:pt x="8" y="183"/>
                </a:cubicBezTo>
                <a:cubicBezTo>
                  <a:pt x="8" y="183"/>
                  <a:pt x="8" y="180"/>
                  <a:pt x="7" y="181"/>
                </a:cubicBezTo>
                <a:cubicBezTo>
                  <a:pt x="6" y="179"/>
                  <a:pt x="7" y="177"/>
                  <a:pt x="6" y="176"/>
                </a:cubicBezTo>
                <a:cubicBezTo>
                  <a:pt x="6" y="175"/>
                  <a:pt x="7" y="176"/>
                  <a:pt x="8" y="175"/>
                </a:cubicBezTo>
                <a:close/>
                <a:moveTo>
                  <a:pt x="12" y="182"/>
                </a:moveTo>
                <a:cubicBezTo>
                  <a:pt x="12" y="182"/>
                  <a:pt x="12" y="184"/>
                  <a:pt x="12" y="186"/>
                </a:cubicBezTo>
                <a:cubicBezTo>
                  <a:pt x="11" y="185"/>
                  <a:pt x="12" y="184"/>
                  <a:pt x="12" y="182"/>
                </a:cubicBezTo>
                <a:close/>
                <a:moveTo>
                  <a:pt x="8" y="191"/>
                </a:moveTo>
                <a:cubicBezTo>
                  <a:pt x="8" y="190"/>
                  <a:pt x="8" y="192"/>
                  <a:pt x="9" y="191"/>
                </a:cubicBezTo>
                <a:cubicBezTo>
                  <a:pt x="9" y="193"/>
                  <a:pt x="8" y="191"/>
                  <a:pt x="8" y="193"/>
                </a:cubicBezTo>
                <a:cubicBezTo>
                  <a:pt x="7" y="193"/>
                  <a:pt x="8" y="191"/>
                  <a:pt x="8" y="191"/>
                </a:cubicBezTo>
                <a:close/>
                <a:moveTo>
                  <a:pt x="10" y="192"/>
                </a:moveTo>
                <a:cubicBezTo>
                  <a:pt x="10" y="192"/>
                  <a:pt x="10" y="193"/>
                  <a:pt x="10" y="193"/>
                </a:cubicBezTo>
                <a:cubicBezTo>
                  <a:pt x="10" y="193"/>
                  <a:pt x="9" y="191"/>
                  <a:pt x="9" y="194"/>
                </a:cubicBezTo>
                <a:cubicBezTo>
                  <a:pt x="8" y="193"/>
                  <a:pt x="9" y="192"/>
                  <a:pt x="10" y="192"/>
                </a:cubicBezTo>
                <a:close/>
                <a:moveTo>
                  <a:pt x="9" y="194"/>
                </a:moveTo>
                <a:cubicBezTo>
                  <a:pt x="10" y="194"/>
                  <a:pt x="10" y="195"/>
                  <a:pt x="11" y="195"/>
                </a:cubicBezTo>
                <a:cubicBezTo>
                  <a:pt x="10" y="195"/>
                  <a:pt x="9" y="196"/>
                  <a:pt x="9" y="194"/>
                </a:cubicBezTo>
                <a:close/>
                <a:moveTo>
                  <a:pt x="12" y="219"/>
                </a:moveTo>
                <a:cubicBezTo>
                  <a:pt x="12" y="218"/>
                  <a:pt x="12" y="219"/>
                  <a:pt x="12" y="218"/>
                </a:cubicBezTo>
                <a:cubicBezTo>
                  <a:pt x="12" y="219"/>
                  <a:pt x="12" y="220"/>
                  <a:pt x="13" y="220"/>
                </a:cubicBezTo>
                <a:cubicBezTo>
                  <a:pt x="12" y="221"/>
                  <a:pt x="12" y="219"/>
                  <a:pt x="12" y="219"/>
                </a:cubicBezTo>
                <a:close/>
                <a:moveTo>
                  <a:pt x="13" y="222"/>
                </a:moveTo>
                <a:cubicBezTo>
                  <a:pt x="14" y="223"/>
                  <a:pt x="13" y="223"/>
                  <a:pt x="13" y="224"/>
                </a:cubicBezTo>
                <a:cubicBezTo>
                  <a:pt x="13" y="224"/>
                  <a:pt x="12" y="225"/>
                  <a:pt x="12" y="225"/>
                </a:cubicBezTo>
                <a:cubicBezTo>
                  <a:pt x="11" y="224"/>
                  <a:pt x="12" y="224"/>
                  <a:pt x="12" y="223"/>
                </a:cubicBezTo>
                <a:cubicBezTo>
                  <a:pt x="13" y="224"/>
                  <a:pt x="13" y="224"/>
                  <a:pt x="13" y="222"/>
                </a:cubicBezTo>
                <a:close/>
                <a:moveTo>
                  <a:pt x="14" y="229"/>
                </a:moveTo>
                <a:cubicBezTo>
                  <a:pt x="13" y="227"/>
                  <a:pt x="15" y="230"/>
                  <a:pt x="15" y="228"/>
                </a:cubicBezTo>
                <a:cubicBezTo>
                  <a:pt x="16" y="230"/>
                  <a:pt x="14" y="229"/>
                  <a:pt x="14" y="229"/>
                </a:cubicBezTo>
                <a:close/>
                <a:moveTo>
                  <a:pt x="12" y="230"/>
                </a:moveTo>
                <a:cubicBezTo>
                  <a:pt x="12" y="232"/>
                  <a:pt x="12" y="232"/>
                  <a:pt x="12" y="233"/>
                </a:cubicBezTo>
                <a:cubicBezTo>
                  <a:pt x="11" y="233"/>
                  <a:pt x="11" y="233"/>
                  <a:pt x="11" y="232"/>
                </a:cubicBezTo>
                <a:cubicBezTo>
                  <a:pt x="11" y="232"/>
                  <a:pt x="11" y="230"/>
                  <a:pt x="12" y="230"/>
                </a:cubicBezTo>
                <a:close/>
                <a:moveTo>
                  <a:pt x="14" y="230"/>
                </a:moveTo>
                <a:cubicBezTo>
                  <a:pt x="13" y="231"/>
                  <a:pt x="14" y="233"/>
                  <a:pt x="14" y="231"/>
                </a:cubicBezTo>
                <a:cubicBezTo>
                  <a:pt x="14" y="231"/>
                  <a:pt x="14" y="232"/>
                  <a:pt x="14" y="232"/>
                </a:cubicBezTo>
                <a:cubicBezTo>
                  <a:pt x="14" y="232"/>
                  <a:pt x="14" y="234"/>
                  <a:pt x="13" y="234"/>
                </a:cubicBezTo>
                <a:cubicBezTo>
                  <a:pt x="13" y="233"/>
                  <a:pt x="13" y="232"/>
                  <a:pt x="13" y="232"/>
                </a:cubicBezTo>
                <a:cubicBezTo>
                  <a:pt x="13" y="231"/>
                  <a:pt x="13" y="230"/>
                  <a:pt x="14" y="230"/>
                </a:cubicBezTo>
                <a:close/>
                <a:moveTo>
                  <a:pt x="12" y="233"/>
                </a:moveTo>
                <a:cubicBezTo>
                  <a:pt x="13" y="233"/>
                  <a:pt x="12" y="235"/>
                  <a:pt x="13" y="235"/>
                </a:cubicBezTo>
                <a:cubicBezTo>
                  <a:pt x="12" y="235"/>
                  <a:pt x="11" y="235"/>
                  <a:pt x="11" y="234"/>
                </a:cubicBezTo>
                <a:cubicBezTo>
                  <a:pt x="12" y="234"/>
                  <a:pt x="12" y="235"/>
                  <a:pt x="12" y="233"/>
                </a:cubicBezTo>
                <a:close/>
                <a:moveTo>
                  <a:pt x="16" y="234"/>
                </a:moveTo>
                <a:cubicBezTo>
                  <a:pt x="15" y="235"/>
                  <a:pt x="15" y="235"/>
                  <a:pt x="15" y="236"/>
                </a:cubicBezTo>
                <a:cubicBezTo>
                  <a:pt x="14" y="236"/>
                  <a:pt x="14" y="238"/>
                  <a:pt x="13" y="237"/>
                </a:cubicBezTo>
                <a:cubicBezTo>
                  <a:pt x="13" y="236"/>
                  <a:pt x="13" y="236"/>
                  <a:pt x="13" y="236"/>
                </a:cubicBezTo>
                <a:cubicBezTo>
                  <a:pt x="14" y="238"/>
                  <a:pt x="15" y="234"/>
                  <a:pt x="16" y="234"/>
                </a:cubicBezTo>
                <a:close/>
                <a:moveTo>
                  <a:pt x="15" y="241"/>
                </a:moveTo>
                <a:cubicBezTo>
                  <a:pt x="16" y="241"/>
                  <a:pt x="16" y="241"/>
                  <a:pt x="16" y="241"/>
                </a:cubicBezTo>
                <a:cubicBezTo>
                  <a:pt x="15" y="242"/>
                  <a:pt x="15" y="243"/>
                  <a:pt x="15" y="244"/>
                </a:cubicBezTo>
                <a:cubicBezTo>
                  <a:pt x="15" y="243"/>
                  <a:pt x="15" y="242"/>
                  <a:pt x="15" y="241"/>
                </a:cubicBezTo>
                <a:close/>
                <a:moveTo>
                  <a:pt x="55" y="250"/>
                </a:moveTo>
                <a:cubicBezTo>
                  <a:pt x="56" y="251"/>
                  <a:pt x="55" y="252"/>
                  <a:pt x="54" y="252"/>
                </a:cubicBezTo>
                <a:cubicBezTo>
                  <a:pt x="54" y="251"/>
                  <a:pt x="55" y="251"/>
                  <a:pt x="55" y="250"/>
                </a:cubicBezTo>
                <a:close/>
                <a:moveTo>
                  <a:pt x="53" y="261"/>
                </a:moveTo>
                <a:cubicBezTo>
                  <a:pt x="54" y="261"/>
                  <a:pt x="54" y="264"/>
                  <a:pt x="53" y="263"/>
                </a:cubicBezTo>
                <a:cubicBezTo>
                  <a:pt x="53" y="262"/>
                  <a:pt x="53" y="262"/>
                  <a:pt x="53" y="261"/>
                </a:cubicBezTo>
                <a:close/>
                <a:moveTo>
                  <a:pt x="18" y="276"/>
                </a:moveTo>
                <a:cubicBezTo>
                  <a:pt x="18" y="277"/>
                  <a:pt x="17" y="277"/>
                  <a:pt x="17" y="276"/>
                </a:cubicBezTo>
                <a:cubicBezTo>
                  <a:pt x="17" y="275"/>
                  <a:pt x="18" y="275"/>
                  <a:pt x="18" y="276"/>
                </a:cubicBezTo>
                <a:close/>
                <a:moveTo>
                  <a:pt x="49" y="276"/>
                </a:moveTo>
                <a:cubicBezTo>
                  <a:pt x="49" y="277"/>
                  <a:pt x="49" y="279"/>
                  <a:pt x="49" y="279"/>
                </a:cubicBezTo>
                <a:cubicBezTo>
                  <a:pt x="49" y="278"/>
                  <a:pt x="49" y="277"/>
                  <a:pt x="49" y="276"/>
                </a:cubicBezTo>
                <a:close/>
                <a:moveTo>
                  <a:pt x="51" y="277"/>
                </a:moveTo>
                <a:cubicBezTo>
                  <a:pt x="52" y="277"/>
                  <a:pt x="52" y="277"/>
                  <a:pt x="52" y="278"/>
                </a:cubicBezTo>
                <a:cubicBezTo>
                  <a:pt x="52" y="279"/>
                  <a:pt x="52" y="280"/>
                  <a:pt x="52" y="281"/>
                </a:cubicBezTo>
                <a:cubicBezTo>
                  <a:pt x="52" y="280"/>
                  <a:pt x="51" y="279"/>
                  <a:pt x="51" y="281"/>
                </a:cubicBezTo>
                <a:cubicBezTo>
                  <a:pt x="50" y="281"/>
                  <a:pt x="52" y="279"/>
                  <a:pt x="51" y="277"/>
                </a:cubicBezTo>
                <a:close/>
                <a:moveTo>
                  <a:pt x="18" y="279"/>
                </a:moveTo>
                <a:cubicBezTo>
                  <a:pt x="18" y="279"/>
                  <a:pt x="17" y="279"/>
                  <a:pt x="17" y="278"/>
                </a:cubicBezTo>
                <a:cubicBezTo>
                  <a:pt x="18" y="278"/>
                  <a:pt x="18" y="278"/>
                  <a:pt x="18" y="278"/>
                </a:cubicBezTo>
                <a:cubicBezTo>
                  <a:pt x="19" y="280"/>
                  <a:pt x="18" y="279"/>
                  <a:pt x="18" y="280"/>
                </a:cubicBezTo>
                <a:cubicBezTo>
                  <a:pt x="18" y="280"/>
                  <a:pt x="18" y="279"/>
                  <a:pt x="18" y="279"/>
                </a:cubicBezTo>
                <a:close/>
                <a:moveTo>
                  <a:pt x="33" y="282"/>
                </a:moveTo>
                <a:cubicBezTo>
                  <a:pt x="34" y="282"/>
                  <a:pt x="33" y="284"/>
                  <a:pt x="34" y="284"/>
                </a:cubicBezTo>
                <a:cubicBezTo>
                  <a:pt x="33" y="286"/>
                  <a:pt x="33" y="283"/>
                  <a:pt x="33" y="282"/>
                </a:cubicBezTo>
                <a:close/>
                <a:moveTo>
                  <a:pt x="49" y="282"/>
                </a:moveTo>
                <a:cubicBezTo>
                  <a:pt x="50" y="282"/>
                  <a:pt x="50" y="285"/>
                  <a:pt x="49" y="284"/>
                </a:cubicBezTo>
                <a:lnTo>
                  <a:pt x="49" y="282"/>
                </a:lnTo>
                <a:close/>
                <a:moveTo>
                  <a:pt x="45" y="283"/>
                </a:moveTo>
                <a:cubicBezTo>
                  <a:pt x="45" y="283"/>
                  <a:pt x="45" y="283"/>
                  <a:pt x="46" y="283"/>
                </a:cubicBezTo>
                <a:cubicBezTo>
                  <a:pt x="45" y="284"/>
                  <a:pt x="46" y="287"/>
                  <a:pt x="45" y="287"/>
                </a:cubicBezTo>
                <a:cubicBezTo>
                  <a:pt x="45" y="286"/>
                  <a:pt x="45" y="285"/>
                  <a:pt x="45" y="283"/>
                </a:cubicBezTo>
                <a:close/>
                <a:moveTo>
                  <a:pt x="17" y="284"/>
                </a:moveTo>
                <a:cubicBezTo>
                  <a:pt x="17" y="284"/>
                  <a:pt x="17" y="285"/>
                  <a:pt x="17" y="285"/>
                </a:cubicBezTo>
                <a:cubicBezTo>
                  <a:pt x="18" y="286"/>
                  <a:pt x="18" y="285"/>
                  <a:pt x="18" y="287"/>
                </a:cubicBezTo>
                <a:cubicBezTo>
                  <a:pt x="18" y="287"/>
                  <a:pt x="17" y="286"/>
                  <a:pt x="17" y="284"/>
                </a:cubicBezTo>
                <a:close/>
                <a:moveTo>
                  <a:pt x="52" y="284"/>
                </a:moveTo>
                <a:cubicBezTo>
                  <a:pt x="52" y="285"/>
                  <a:pt x="52" y="285"/>
                  <a:pt x="52" y="286"/>
                </a:cubicBezTo>
                <a:cubicBezTo>
                  <a:pt x="51" y="286"/>
                  <a:pt x="51" y="285"/>
                  <a:pt x="51" y="285"/>
                </a:cubicBezTo>
                <a:cubicBezTo>
                  <a:pt x="51" y="284"/>
                  <a:pt x="52" y="284"/>
                  <a:pt x="52" y="284"/>
                </a:cubicBezTo>
                <a:close/>
                <a:moveTo>
                  <a:pt x="40" y="286"/>
                </a:moveTo>
                <a:cubicBezTo>
                  <a:pt x="40" y="285"/>
                  <a:pt x="40" y="286"/>
                  <a:pt x="41" y="285"/>
                </a:cubicBezTo>
                <a:cubicBezTo>
                  <a:pt x="41" y="286"/>
                  <a:pt x="41" y="288"/>
                  <a:pt x="41" y="288"/>
                </a:cubicBezTo>
                <a:cubicBezTo>
                  <a:pt x="40" y="288"/>
                  <a:pt x="41" y="287"/>
                  <a:pt x="40" y="286"/>
                </a:cubicBezTo>
                <a:close/>
                <a:moveTo>
                  <a:pt x="46" y="286"/>
                </a:moveTo>
                <a:cubicBezTo>
                  <a:pt x="47" y="286"/>
                  <a:pt x="47" y="286"/>
                  <a:pt x="47" y="286"/>
                </a:cubicBezTo>
                <a:cubicBezTo>
                  <a:pt x="47" y="286"/>
                  <a:pt x="47" y="286"/>
                  <a:pt x="47" y="286"/>
                </a:cubicBezTo>
                <a:cubicBezTo>
                  <a:pt x="47" y="287"/>
                  <a:pt x="47" y="287"/>
                  <a:pt x="47" y="288"/>
                </a:cubicBezTo>
                <a:cubicBezTo>
                  <a:pt x="46" y="288"/>
                  <a:pt x="47" y="288"/>
                  <a:pt x="46" y="286"/>
                </a:cubicBezTo>
                <a:close/>
                <a:moveTo>
                  <a:pt x="48" y="286"/>
                </a:moveTo>
                <a:cubicBezTo>
                  <a:pt x="49" y="286"/>
                  <a:pt x="49" y="286"/>
                  <a:pt x="49" y="286"/>
                </a:cubicBezTo>
                <a:cubicBezTo>
                  <a:pt x="49" y="287"/>
                  <a:pt x="48" y="287"/>
                  <a:pt x="48" y="287"/>
                </a:cubicBezTo>
                <a:cubicBezTo>
                  <a:pt x="48" y="288"/>
                  <a:pt x="48" y="288"/>
                  <a:pt x="49" y="288"/>
                </a:cubicBezTo>
                <a:cubicBezTo>
                  <a:pt x="48" y="289"/>
                  <a:pt x="48" y="288"/>
                  <a:pt x="48" y="286"/>
                </a:cubicBezTo>
                <a:close/>
                <a:moveTo>
                  <a:pt x="51" y="286"/>
                </a:moveTo>
                <a:cubicBezTo>
                  <a:pt x="51" y="287"/>
                  <a:pt x="52" y="287"/>
                  <a:pt x="52" y="289"/>
                </a:cubicBezTo>
                <a:cubicBezTo>
                  <a:pt x="51" y="289"/>
                  <a:pt x="51" y="287"/>
                  <a:pt x="51" y="288"/>
                </a:cubicBezTo>
                <a:cubicBezTo>
                  <a:pt x="51" y="288"/>
                  <a:pt x="51" y="287"/>
                  <a:pt x="51" y="286"/>
                </a:cubicBezTo>
                <a:close/>
                <a:moveTo>
                  <a:pt x="53" y="287"/>
                </a:moveTo>
                <a:cubicBezTo>
                  <a:pt x="54" y="288"/>
                  <a:pt x="53" y="288"/>
                  <a:pt x="53" y="290"/>
                </a:cubicBezTo>
                <a:cubicBezTo>
                  <a:pt x="53" y="289"/>
                  <a:pt x="52" y="289"/>
                  <a:pt x="52" y="288"/>
                </a:cubicBezTo>
                <a:cubicBezTo>
                  <a:pt x="53" y="288"/>
                  <a:pt x="53" y="288"/>
                  <a:pt x="53" y="287"/>
                </a:cubicBezTo>
                <a:close/>
                <a:moveTo>
                  <a:pt x="36" y="290"/>
                </a:moveTo>
                <a:cubicBezTo>
                  <a:pt x="36" y="290"/>
                  <a:pt x="35" y="290"/>
                  <a:pt x="35" y="289"/>
                </a:cubicBezTo>
                <a:cubicBezTo>
                  <a:pt x="36" y="288"/>
                  <a:pt x="36" y="288"/>
                  <a:pt x="36" y="290"/>
                </a:cubicBezTo>
                <a:close/>
                <a:moveTo>
                  <a:pt x="42" y="290"/>
                </a:moveTo>
                <a:cubicBezTo>
                  <a:pt x="43" y="289"/>
                  <a:pt x="43" y="291"/>
                  <a:pt x="43" y="292"/>
                </a:cubicBezTo>
                <a:cubicBezTo>
                  <a:pt x="43" y="293"/>
                  <a:pt x="43" y="291"/>
                  <a:pt x="42" y="291"/>
                </a:cubicBezTo>
                <a:cubicBezTo>
                  <a:pt x="42" y="291"/>
                  <a:pt x="43" y="291"/>
                  <a:pt x="43" y="291"/>
                </a:cubicBezTo>
                <a:cubicBezTo>
                  <a:pt x="43" y="290"/>
                  <a:pt x="42" y="290"/>
                  <a:pt x="42" y="290"/>
                </a:cubicBezTo>
                <a:close/>
                <a:moveTo>
                  <a:pt x="46" y="290"/>
                </a:moveTo>
                <a:cubicBezTo>
                  <a:pt x="47" y="290"/>
                  <a:pt x="47" y="292"/>
                  <a:pt x="47" y="292"/>
                </a:cubicBezTo>
                <a:cubicBezTo>
                  <a:pt x="47" y="293"/>
                  <a:pt x="46" y="291"/>
                  <a:pt x="46" y="290"/>
                </a:cubicBezTo>
                <a:close/>
                <a:moveTo>
                  <a:pt x="35" y="291"/>
                </a:moveTo>
                <a:cubicBezTo>
                  <a:pt x="35" y="292"/>
                  <a:pt x="36" y="292"/>
                  <a:pt x="36" y="292"/>
                </a:cubicBezTo>
                <a:cubicBezTo>
                  <a:pt x="36" y="294"/>
                  <a:pt x="35" y="293"/>
                  <a:pt x="35" y="291"/>
                </a:cubicBezTo>
                <a:close/>
                <a:moveTo>
                  <a:pt x="44" y="293"/>
                </a:moveTo>
                <a:cubicBezTo>
                  <a:pt x="45" y="294"/>
                  <a:pt x="45" y="292"/>
                  <a:pt x="46" y="293"/>
                </a:cubicBezTo>
                <a:cubicBezTo>
                  <a:pt x="45" y="294"/>
                  <a:pt x="44" y="295"/>
                  <a:pt x="44" y="294"/>
                </a:cubicBezTo>
                <a:cubicBezTo>
                  <a:pt x="44" y="294"/>
                  <a:pt x="44" y="293"/>
                  <a:pt x="44" y="293"/>
                </a:cubicBezTo>
                <a:close/>
                <a:moveTo>
                  <a:pt x="50" y="293"/>
                </a:moveTo>
                <a:cubicBezTo>
                  <a:pt x="50" y="292"/>
                  <a:pt x="49" y="295"/>
                  <a:pt x="50" y="295"/>
                </a:cubicBezTo>
                <a:cubicBezTo>
                  <a:pt x="50" y="295"/>
                  <a:pt x="51" y="294"/>
                  <a:pt x="51" y="294"/>
                </a:cubicBezTo>
                <a:cubicBezTo>
                  <a:pt x="51" y="296"/>
                  <a:pt x="52" y="296"/>
                  <a:pt x="52" y="295"/>
                </a:cubicBezTo>
                <a:cubicBezTo>
                  <a:pt x="52" y="296"/>
                  <a:pt x="52" y="296"/>
                  <a:pt x="52" y="297"/>
                </a:cubicBezTo>
                <a:cubicBezTo>
                  <a:pt x="52" y="296"/>
                  <a:pt x="51" y="296"/>
                  <a:pt x="51" y="296"/>
                </a:cubicBezTo>
                <a:cubicBezTo>
                  <a:pt x="51" y="295"/>
                  <a:pt x="51" y="295"/>
                  <a:pt x="51" y="295"/>
                </a:cubicBezTo>
                <a:cubicBezTo>
                  <a:pt x="51" y="295"/>
                  <a:pt x="50" y="296"/>
                  <a:pt x="49" y="295"/>
                </a:cubicBezTo>
                <a:cubicBezTo>
                  <a:pt x="49" y="295"/>
                  <a:pt x="50" y="294"/>
                  <a:pt x="49" y="294"/>
                </a:cubicBezTo>
                <a:cubicBezTo>
                  <a:pt x="49" y="294"/>
                  <a:pt x="50" y="294"/>
                  <a:pt x="50" y="293"/>
                </a:cubicBezTo>
                <a:close/>
                <a:moveTo>
                  <a:pt x="43" y="295"/>
                </a:moveTo>
                <a:cubicBezTo>
                  <a:pt x="44" y="295"/>
                  <a:pt x="44" y="299"/>
                  <a:pt x="44" y="301"/>
                </a:cubicBezTo>
                <a:cubicBezTo>
                  <a:pt x="43" y="301"/>
                  <a:pt x="44" y="299"/>
                  <a:pt x="43" y="298"/>
                </a:cubicBezTo>
                <a:cubicBezTo>
                  <a:pt x="43" y="297"/>
                  <a:pt x="43" y="297"/>
                  <a:pt x="43" y="295"/>
                </a:cubicBezTo>
                <a:close/>
                <a:moveTo>
                  <a:pt x="48" y="295"/>
                </a:moveTo>
                <a:cubicBezTo>
                  <a:pt x="49" y="296"/>
                  <a:pt x="50" y="297"/>
                  <a:pt x="50" y="299"/>
                </a:cubicBezTo>
                <a:cubicBezTo>
                  <a:pt x="49" y="297"/>
                  <a:pt x="49" y="298"/>
                  <a:pt x="48" y="295"/>
                </a:cubicBezTo>
                <a:close/>
                <a:moveTo>
                  <a:pt x="41" y="296"/>
                </a:moveTo>
                <a:cubicBezTo>
                  <a:pt x="42" y="296"/>
                  <a:pt x="42" y="297"/>
                  <a:pt x="43" y="298"/>
                </a:cubicBezTo>
                <a:cubicBezTo>
                  <a:pt x="42" y="299"/>
                  <a:pt x="42" y="297"/>
                  <a:pt x="41" y="296"/>
                </a:cubicBezTo>
                <a:close/>
                <a:moveTo>
                  <a:pt x="53" y="296"/>
                </a:moveTo>
                <a:cubicBezTo>
                  <a:pt x="53" y="296"/>
                  <a:pt x="53" y="298"/>
                  <a:pt x="53" y="299"/>
                </a:cubicBezTo>
                <a:cubicBezTo>
                  <a:pt x="52" y="298"/>
                  <a:pt x="53" y="296"/>
                  <a:pt x="53" y="296"/>
                </a:cubicBezTo>
                <a:close/>
                <a:moveTo>
                  <a:pt x="20" y="296"/>
                </a:moveTo>
                <a:cubicBezTo>
                  <a:pt x="20" y="297"/>
                  <a:pt x="20" y="297"/>
                  <a:pt x="20" y="298"/>
                </a:cubicBezTo>
                <a:cubicBezTo>
                  <a:pt x="19" y="299"/>
                  <a:pt x="20" y="298"/>
                  <a:pt x="19" y="298"/>
                </a:cubicBezTo>
                <a:cubicBezTo>
                  <a:pt x="19" y="300"/>
                  <a:pt x="19" y="299"/>
                  <a:pt x="20" y="301"/>
                </a:cubicBezTo>
                <a:cubicBezTo>
                  <a:pt x="19" y="301"/>
                  <a:pt x="19" y="300"/>
                  <a:pt x="19" y="300"/>
                </a:cubicBezTo>
                <a:cubicBezTo>
                  <a:pt x="19" y="297"/>
                  <a:pt x="19" y="297"/>
                  <a:pt x="19" y="297"/>
                </a:cubicBezTo>
                <a:cubicBezTo>
                  <a:pt x="19" y="298"/>
                  <a:pt x="19" y="296"/>
                  <a:pt x="20" y="296"/>
                </a:cubicBezTo>
                <a:close/>
                <a:moveTo>
                  <a:pt x="44" y="296"/>
                </a:moveTo>
                <a:cubicBezTo>
                  <a:pt x="45" y="297"/>
                  <a:pt x="45" y="296"/>
                  <a:pt x="46" y="296"/>
                </a:cubicBezTo>
                <a:cubicBezTo>
                  <a:pt x="45" y="297"/>
                  <a:pt x="44" y="299"/>
                  <a:pt x="44" y="296"/>
                </a:cubicBezTo>
                <a:close/>
                <a:moveTo>
                  <a:pt x="37" y="298"/>
                </a:moveTo>
                <a:cubicBezTo>
                  <a:pt x="37" y="298"/>
                  <a:pt x="37" y="299"/>
                  <a:pt x="37" y="301"/>
                </a:cubicBezTo>
                <a:cubicBezTo>
                  <a:pt x="37" y="300"/>
                  <a:pt x="37" y="300"/>
                  <a:pt x="37" y="300"/>
                </a:cubicBezTo>
                <a:cubicBezTo>
                  <a:pt x="36" y="299"/>
                  <a:pt x="37" y="299"/>
                  <a:pt x="37" y="298"/>
                </a:cubicBezTo>
                <a:close/>
                <a:moveTo>
                  <a:pt x="34" y="298"/>
                </a:moveTo>
                <a:cubicBezTo>
                  <a:pt x="34" y="297"/>
                  <a:pt x="35" y="299"/>
                  <a:pt x="35" y="300"/>
                </a:cubicBezTo>
                <a:cubicBezTo>
                  <a:pt x="34" y="300"/>
                  <a:pt x="35" y="302"/>
                  <a:pt x="35" y="303"/>
                </a:cubicBezTo>
                <a:cubicBezTo>
                  <a:pt x="34" y="302"/>
                  <a:pt x="35" y="299"/>
                  <a:pt x="34" y="298"/>
                </a:cubicBezTo>
                <a:close/>
                <a:moveTo>
                  <a:pt x="48" y="301"/>
                </a:moveTo>
                <a:cubicBezTo>
                  <a:pt x="48" y="301"/>
                  <a:pt x="48" y="302"/>
                  <a:pt x="47" y="302"/>
                </a:cubicBezTo>
                <a:cubicBezTo>
                  <a:pt x="47" y="300"/>
                  <a:pt x="47" y="301"/>
                  <a:pt x="46" y="301"/>
                </a:cubicBezTo>
                <a:cubicBezTo>
                  <a:pt x="47" y="300"/>
                  <a:pt x="46" y="300"/>
                  <a:pt x="46" y="300"/>
                </a:cubicBezTo>
                <a:cubicBezTo>
                  <a:pt x="46" y="299"/>
                  <a:pt x="46" y="298"/>
                  <a:pt x="46" y="298"/>
                </a:cubicBezTo>
                <a:cubicBezTo>
                  <a:pt x="46" y="300"/>
                  <a:pt x="48" y="300"/>
                  <a:pt x="48" y="301"/>
                </a:cubicBezTo>
                <a:cubicBezTo>
                  <a:pt x="48" y="301"/>
                  <a:pt x="48" y="301"/>
                  <a:pt x="48" y="301"/>
                </a:cubicBezTo>
                <a:close/>
                <a:moveTo>
                  <a:pt x="33" y="299"/>
                </a:moveTo>
                <a:cubicBezTo>
                  <a:pt x="33" y="299"/>
                  <a:pt x="33" y="300"/>
                  <a:pt x="34" y="300"/>
                </a:cubicBezTo>
                <a:cubicBezTo>
                  <a:pt x="34" y="301"/>
                  <a:pt x="33" y="300"/>
                  <a:pt x="33" y="301"/>
                </a:cubicBezTo>
                <a:cubicBezTo>
                  <a:pt x="33" y="300"/>
                  <a:pt x="33" y="299"/>
                  <a:pt x="33" y="299"/>
                </a:cubicBezTo>
                <a:close/>
                <a:moveTo>
                  <a:pt x="37" y="302"/>
                </a:moveTo>
                <a:cubicBezTo>
                  <a:pt x="37" y="302"/>
                  <a:pt x="38" y="302"/>
                  <a:pt x="38" y="302"/>
                </a:cubicBezTo>
                <a:cubicBezTo>
                  <a:pt x="38" y="303"/>
                  <a:pt x="36" y="302"/>
                  <a:pt x="37" y="304"/>
                </a:cubicBezTo>
                <a:cubicBezTo>
                  <a:pt x="36" y="304"/>
                  <a:pt x="37" y="303"/>
                  <a:pt x="37" y="302"/>
                </a:cubicBezTo>
                <a:close/>
                <a:moveTo>
                  <a:pt x="49" y="305"/>
                </a:moveTo>
                <a:cubicBezTo>
                  <a:pt x="49" y="304"/>
                  <a:pt x="50" y="303"/>
                  <a:pt x="49" y="304"/>
                </a:cubicBezTo>
                <a:cubicBezTo>
                  <a:pt x="49" y="303"/>
                  <a:pt x="49" y="303"/>
                  <a:pt x="50" y="303"/>
                </a:cubicBezTo>
                <a:cubicBezTo>
                  <a:pt x="50" y="303"/>
                  <a:pt x="50" y="302"/>
                  <a:pt x="50" y="302"/>
                </a:cubicBezTo>
                <a:cubicBezTo>
                  <a:pt x="51" y="302"/>
                  <a:pt x="49" y="306"/>
                  <a:pt x="50" y="306"/>
                </a:cubicBezTo>
                <a:cubicBezTo>
                  <a:pt x="50" y="306"/>
                  <a:pt x="50" y="307"/>
                  <a:pt x="50" y="307"/>
                </a:cubicBezTo>
                <a:cubicBezTo>
                  <a:pt x="50" y="307"/>
                  <a:pt x="50" y="307"/>
                  <a:pt x="50" y="306"/>
                </a:cubicBezTo>
                <a:cubicBezTo>
                  <a:pt x="50" y="305"/>
                  <a:pt x="49" y="305"/>
                  <a:pt x="49" y="305"/>
                </a:cubicBezTo>
                <a:close/>
                <a:moveTo>
                  <a:pt x="34" y="305"/>
                </a:moveTo>
                <a:cubicBezTo>
                  <a:pt x="34" y="304"/>
                  <a:pt x="35" y="304"/>
                  <a:pt x="36" y="303"/>
                </a:cubicBezTo>
                <a:cubicBezTo>
                  <a:pt x="36" y="304"/>
                  <a:pt x="36" y="306"/>
                  <a:pt x="35" y="306"/>
                </a:cubicBezTo>
                <a:cubicBezTo>
                  <a:pt x="35" y="304"/>
                  <a:pt x="35" y="305"/>
                  <a:pt x="34" y="305"/>
                </a:cubicBezTo>
                <a:close/>
                <a:moveTo>
                  <a:pt x="48" y="305"/>
                </a:moveTo>
                <a:cubicBezTo>
                  <a:pt x="48" y="304"/>
                  <a:pt x="48" y="305"/>
                  <a:pt x="48" y="305"/>
                </a:cubicBezTo>
                <a:cubicBezTo>
                  <a:pt x="48" y="309"/>
                  <a:pt x="48" y="308"/>
                  <a:pt x="48" y="305"/>
                </a:cubicBezTo>
                <a:close/>
                <a:moveTo>
                  <a:pt x="20" y="306"/>
                </a:moveTo>
                <a:cubicBezTo>
                  <a:pt x="20" y="306"/>
                  <a:pt x="20" y="307"/>
                  <a:pt x="20" y="308"/>
                </a:cubicBezTo>
                <a:cubicBezTo>
                  <a:pt x="19" y="308"/>
                  <a:pt x="19" y="307"/>
                  <a:pt x="19" y="306"/>
                </a:cubicBezTo>
                <a:cubicBezTo>
                  <a:pt x="19" y="306"/>
                  <a:pt x="19" y="306"/>
                  <a:pt x="20" y="306"/>
                </a:cubicBezTo>
                <a:close/>
                <a:moveTo>
                  <a:pt x="20" y="318"/>
                </a:moveTo>
                <a:cubicBezTo>
                  <a:pt x="20" y="318"/>
                  <a:pt x="20" y="317"/>
                  <a:pt x="21" y="318"/>
                </a:cubicBezTo>
                <a:cubicBezTo>
                  <a:pt x="21" y="318"/>
                  <a:pt x="20" y="319"/>
                  <a:pt x="21" y="320"/>
                </a:cubicBezTo>
                <a:cubicBezTo>
                  <a:pt x="20" y="321"/>
                  <a:pt x="20" y="321"/>
                  <a:pt x="19" y="321"/>
                </a:cubicBezTo>
                <a:cubicBezTo>
                  <a:pt x="19" y="319"/>
                  <a:pt x="20" y="321"/>
                  <a:pt x="20" y="319"/>
                </a:cubicBezTo>
                <a:cubicBezTo>
                  <a:pt x="20" y="318"/>
                  <a:pt x="20" y="320"/>
                  <a:pt x="19" y="319"/>
                </a:cubicBezTo>
                <a:cubicBezTo>
                  <a:pt x="19" y="317"/>
                  <a:pt x="19" y="316"/>
                  <a:pt x="19" y="313"/>
                </a:cubicBezTo>
                <a:cubicBezTo>
                  <a:pt x="20" y="313"/>
                  <a:pt x="19" y="313"/>
                  <a:pt x="20" y="313"/>
                </a:cubicBezTo>
                <a:cubicBezTo>
                  <a:pt x="20" y="312"/>
                  <a:pt x="19" y="313"/>
                  <a:pt x="19" y="311"/>
                </a:cubicBezTo>
                <a:cubicBezTo>
                  <a:pt x="20" y="312"/>
                  <a:pt x="20" y="309"/>
                  <a:pt x="19" y="310"/>
                </a:cubicBezTo>
                <a:cubicBezTo>
                  <a:pt x="19" y="309"/>
                  <a:pt x="19" y="309"/>
                  <a:pt x="19" y="308"/>
                </a:cubicBezTo>
                <a:cubicBezTo>
                  <a:pt x="20" y="308"/>
                  <a:pt x="20" y="308"/>
                  <a:pt x="20" y="309"/>
                </a:cubicBezTo>
                <a:cubicBezTo>
                  <a:pt x="21" y="310"/>
                  <a:pt x="20" y="310"/>
                  <a:pt x="20" y="311"/>
                </a:cubicBezTo>
                <a:cubicBezTo>
                  <a:pt x="20" y="312"/>
                  <a:pt x="21" y="312"/>
                  <a:pt x="21" y="312"/>
                </a:cubicBezTo>
                <a:cubicBezTo>
                  <a:pt x="21" y="313"/>
                  <a:pt x="20" y="313"/>
                  <a:pt x="20" y="313"/>
                </a:cubicBezTo>
                <a:cubicBezTo>
                  <a:pt x="20" y="313"/>
                  <a:pt x="21" y="313"/>
                  <a:pt x="21" y="315"/>
                </a:cubicBezTo>
                <a:cubicBezTo>
                  <a:pt x="20" y="315"/>
                  <a:pt x="20" y="313"/>
                  <a:pt x="20" y="314"/>
                </a:cubicBezTo>
                <a:cubicBezTo>
                  <a:pt x="20" y="316"/>
                  <a:pt x="21" y="316"/>
                  <a:pt x="20" y="318"/>
                </a:cubicBezTo>
                <a:close/>
                <a:moveTo>
                  <a:pt x="37" y="309"/>
                </a:moveTo>
                <a:cubicBezTo>
                  <a:pt x="38" y="310"/>
                  <a:pt x="37" y="312"/>
                  <a:pt x="38" y="313"/>
                </a:cubicBezTo>
                <a:cubicBezTo>
                  <a:pt x="37" y="314"/>
                  <a:pt x="37" y="313"/>
                  <a:pt x="38" y="315"/>
                </a:cubicBezTo>
                <a:cubicBezTo>
                  <a:pt x="37" y="315"/>
                  <a:pt x="37" y="315"/>
                  <a:pt x="37" y="315"/>
                </a:cubicBezTo>
                <a:cubicBezTo>
                  <a:pt x="37" y="314"/>
                  <a:pt x="37" y="311"/>
                  <a:pt x="37" y="309"/>
                </a:cubicBezTo>
                <a:close/>
                <a:moveTo>
                  <a:pt x="49" y="309"/>
                </a:moveTo>
                <a:cubicBezTo>
                  <a:pt x="49" y="310"/>
                  <a:pt x="50" y="310"/>
                  <a:pt x="50" y="310"/>
                </a:cubicBezTo>
                <a:cubicBezTo>
                  <a:pt x="50" y="311"/>
                  <a:pt x="49" y="311"/>
                  <a:pt x="50" y="312"/>
                </a:cubicBezTo>
                <a:cubicBezTo>
                  <a:pt x="50" y="312"/>
                  <a:pt x="49" y="312"/>
                  <a:pt x="49" y="312"/>
                </a:cubicBezTo>
                <a:cubicBezTo>
                  <a:pt x="49" y="312"/>
                  <a:pt x="49" y="310"/>
                  <a:pt x="49" y="311"/>
                </a:cubicBezTo>
                <a:cubicBezTo>
                  <a:pt x="48" y="311"/>
                  <a:pt x="49" y="310"/>
                  <a:pt x="49" y="309"/>
                </a:cubicBezTo>
                <a:close/>
                <a:moveTo>
                  <a:pt x="47" y="311"/>
                </a:moveTo>
                <a:cubicBezTo>
                  <a:pt x="48" y="310"/>
                  <a:pt x="48" y="312"/>
                  <a:pt x="48" y="313"/>
                </a:cubicBezTo>
                <a:cubicBezTo>
                  <a:pt x="47" y="313"/>
                  <a:pt x="47" y="313"/>
                  <a:pt x="47" y="313"/>
                </a:cubicBezTo>
                <a:cubicBezTo>
                  <a:pt x="47" y="312"/>
                  <a:pt x="48" y="311"/>
                  <a:pt x="47" y="311"/>
                </a:cubicBezTo>
                <a:close/>
                <a:moveTo>
                  <a:pt x="48" y="313"/>
                </a:moveTo>
                <a:cubicBezTo>
                  <a:pt x="49" y="313"/>
                  <a:pt x="49" y="315"/>
                  <a:pt x="49" y="314"/>
                </a:cubicBezTo>
                <a:cubicBezTo>
                  <a:pt x="49" y="315"/>
                  <a:pt x="49" y="317"/>
                  <a:pt x="48" y="317"/>
                </a:cubicBezTo>
                <a:cubicBezTo>
                  <a:pt x="48" y="316"/>
                  <a:pt x="48" y="315"/>
                  <a:pt x="48" y="313"/>
                </a:cubicBezTo>
                <a:close/>
                <a:moveTo>
                  <a:pt x="45" y="314"/>
                </a:moveTo>
                <a:cubicBezTo>
                  <a:pt x="45" y="314"/>
                  <a:pt x="46" y="314"/>
                  <a:pt x="46" y="315"/>
                </a:cubicBezTo>
                <a:cubicBezTo>
                  <a:pt x="46" y="316"/>
                  <a:pt x="45" y="314"/>
                  <a:pt x="45" y="315"/>
                </a:cubicBezTo>
                <a:lnTo>
                  <a:pt x="45" y="314"/>
                </a:lnTo>
                <a:close/>
                <a:moveTo>
                  <a:pt x="53" y="316"/>
                </a:moveTo>
                <a:cubicBezTo>
                  <a:pt x="54" y="318"/>
                  <a:pt x="53" y="321"/>
                  <a:pt x="54" y="322"/>
                </a:cubicBezTo>
                <a:cubicBezTo>
                  <a:pt x="54" y="323"/>
                  <a:pt x="53" y="323"/>
                  <a:pt x="53" y="322"/>
                </a:cubicBezTo>
                <a:cubicBezTo>
                  <a:pt x="53" y="322"/>
                  <a:pt x="53" y="323"/>
                  <a:pt x="53" y="323"/>
                </a:cubicBezTo>
                <a:cubicBezTo>
                  <a:pt x="52" y="324"/>
                  <a:pt x="52" y="320"/>
                  <a:pt x="51" y="322"/>
                </a:cubicBezTo>
                <a:cubicBezTo>
                  <a:pt x="51" y="320"/>
                  <a:pt x="52" y="322"/>
                  <a:pt x="53" y="321"/>
                </a:cubicBezTo>
                <a:cubicBezTo>
                  <a:pt x="53" y="321"/>
                  <a:pt x="53" y="321"/>
                  <a:pt x="53" y="321"/>
                </a:cubicBezTo>
                <a:cubicBezTo>
                  <a:pt x="52" y="319"/>
                  <a:pt x="53" y="317"/>
                  <a:pt x="53" y="316"/>
                </a:cubicBezTo>
                <a:close/>
                <a:moveTo>
                  <a:pt x="40" y="317"/>
                </a:moveTo>
                <a:cubicBezTo>
                  <a:pt x="40" y="317"/>
                  <a:pt x="40" y="317"/>
                  <a:pt x="40" y="319"/>
                </a:cubicBezTo>
                <a:cubicBezTo>
                  <a:pt x="40" y="319"/>
                  <a:pt x="39" y="318"/>
                  <a:pt x="40" y="317"/>
                </a:cubicBezTo>
                <a:close/>
                <a:moveTo>
                  <a:pt x="45" y="320"/>
                </a:moveTo>
                <a:cubicBezTo>
                  <a:pt x="45" y="321"/>
                  <a:pt x="44" y="322"/>
                  <a:pt x="44" y="320"/>
                </a:cubicBezTo>
                <a:cubicBezTo>
                  <a:pt x="45" y="321"/>
                  <a:pt x="45" y="320"/>
                  <a:pt x="45" y="320"/>
                </a:cubicBezTo>
                <a:close/>
                <a:moveTo>
                  <a:pt x="40" y="320"/>
                </a:moveTo>
                <a:cubicBezTo>
                  <a:pt x="40" y="320"/>
                  <a:pt x="41" y="321"/>
                  <a:pt x="41" y="321"/>
                </a:cubicBezTo>
                <a:cubicBezTo>
                  <a:pt x="41" y="322"/>
                  <a:pt x="40" y="322"/>
                  <a:pt x="40" y="320"/>
                </a:cubicBezTo>
                <a:close/>
                <a:moveTo>
                  <a:pt x="47" y="325"/>
                </a:moveTo>
                <a:cubicBezTo>
                  <a:pt x="47" y="324"/>
                  <a:pt x="47" y="322"/>
                  <a:pt x="47" y="320"/>
                </a:cubicBezTo>
                <a:cubicBezTo>
                  <a:pt x="48" y="321"/>
                  <a:pt x="47" y="323"/>
                  <a:pt x="47" y="326"/>
                </a:cubicBezTo>
                <a:cubicBezTo>
                  <a:pt x="47" y="326"/>
                  <a:pt x="46" y="323"/>
                  <a:pt x="46" y="326"/>
                </a:cubicBezTo>
                <a:cubicBezTo>
                  <a:pt x="46" y="325"/>
                  <a:pt x="46" y="325"/>
                  <a:pt x="46" y="325"/>
                </a:cubicBezTo>
                <a:cubicBezTo>
                  <a:pt x="46" y="325"/>
                  <a:pt x="46" y="324"/>
                  <a:pt x="46" y="324"/>
                </a:cubicBezTo>
                <a:cubicBezTo>
                  <a:pt x="46" y="324"/>
                  <a:pt x="46" y="324"/>
                  <a:pt x="46" y="324"/>
                </a:cubicBezTo>
                <a:cubicBezTo>
                  <a:pt x="46" y="325"/>
                  <a:pt x="47" y="325"/>
                  <a:pt x="47" y="325"/>
                </a:cubicBezTo>
                <a:close/>
                <a:moveTo>
                  <a:pt x="46" y="327"/>
                </a:moveTo>
                <a:cubicBezTo>
                  <a:pt x="46" y="326"/>
                  <a:pt x="45" y="326"/>
                  <a:pt x="45" y="325"/>
                </a:cubicBezTo>
                <a:cubicBezTo>
                  <a:pt x="46" y="325"/>
                  <a:pt x="46" y="325"/>
                  <a:pt x="46" y="327"/>
                </a:cubicBezTo>
                <a:close/>
                <a:moveTo>
                  <a:pt x="19" y="323"/>
                </a:moveTo>
                <a:cubicBezTo>
                  <a:pt x="20" y="323"/>
                  <a:pt x="20" y="323"/>
                  <a:pt x="20" y="323"/>
                </a:cubicBezTo>
                <a:cubicBezTo>
                  <a:pt x="20" y="323"/>
                  <a:pt x="20" y="323"/>
                  <a:pt x="20" y="323"/>
                </a:cubicBezTo>
                <a:cubicBezTo>
                  <a:pt x="20" y="324"/>
                  <a:pt x="20" y="324"/>
                  <a:pt x="21" y="324"/>
                </a:cubicBezTo>
                <a:cubicBezTo>
                  <a:pt x="20" y="325"/>
                  <a:pt x="20" y="328"/>
                  <a:pt x="19" y="328"/>
                </a:cubicBezTo>
                <a:cubicBezTo>
                  <a:pt x="19" y="327"/>
                  <a:pt x="20" y="327"/>
                  <a:pt x="20" y="326"/>
                </a:cubicBezTo>
                <a:cubicBezTo>
                  <a:pt x="19" y="327"/>
                  <a:pt x="18" y="326"/>
                  <a:pt x="18" y="329"/>
                </a:cubicBezTo>
                <a:cubicBezTo>
                  <a:pt x="17" y="328"/>
                  <a:pt x="18" y="326"/>
                  <a:pt x="18" y="325"/>
                </a:cubicBezTo>
                <a:cubicBezTo>
                  <a:pt x="18" y="326"/>
                  <a:pt x="18" y="326"/>
                  <a:pt x="19" y="326"/>
                </a:cubicBezTo>
                <a:cubicBezTo>
                  <a:pt x="19" y="325"/>
                  <a:pt x="20" y="324"/>
                  <a:pt x="19" y="323"/>
                </a:cubicBezTo>
                <a:close/>
                <a:moveTo>
                  <a:pt x="31" y="323"/>
                </a:moveTo>
                <a:cubicBezTo>
                  <a:pt x="31" y="323"/>
                  <a:pt x="30" y="324"/>
                  <a:pt x="31" y="325"/>
                </a:cubicBezTo>
                <a:cubicBezTo>
                  <a:pt x="30" y="325"/>
                  <a:pt x="30" y="325"/>
                  <a:pt x="30" y="325"/>
                </a:cubicBezTo>
                <a:cubicBezTo>
                  <a:pt x="30" y="326"/>
                  <a:pt x="31" y="325"/>
                  <a:pt x="31" y="326"/>
                </a:cubicBezTo>
                <a:cubicBezTo>
                  <a:pt x="31" y="326"/>
                  <a:pt x="30" y="327"/>
                  <a:pt x="30" y="326"/>
                </a:cubicBezTo>
                <a:cubicBezTo>
                  <a:pt x="30" y="326"/>
                  <a:pt x="30" y="325"/>
                  <a:pt x="30" y="323"/>
                </a:cubicBezTo>
                <a:cubicBezTo>
                  <a:pt x="30" y="323"/>
                  <a:pt x="31" y="323"/>
                  <a:pt x="31" y="323"/>
                </a:cubicBezTo>
                <a:close/>
                <a:moveTo>
                  <a:pt x="37" y="323"/>
                </a:moveTo>
                <a:cubicBezTo>
                  <a:pt x="37" y="324"/>
                  <a:pt x="38" y="324"/>
                  <a:pt x="38" y="325"/>
                </a:cubicBezTo>
                <a:cubicBezTo>
                  <a:pt x="37" y="325"/>
                  <a:pt x="37" y="324"/>
                  <a:pt x="37" y="325"/>
                </a:cubicBezTo>
                <a:cubicBezTo>
                  <a:pt x="36" y="325"/>
                  <a:pt x="37" y="324"/>
                  <a:pt x="37" y="323"/>
                </a:cubicBezTo>
                <a:close/>
                <a:moveTo>
                  <a:pt x="32" y="326"/>
                </a:moveTo>
                <a:cubicBezTo>
                  <a:pt x="32" y="325"/>
                  <a:pt x="32" y="327"/>
                  <a:pt x="33" y="326"/>
                </a:cubicBezTo>
                <a:cubicBezTo>
                  <a:pt x="32" y="328"/>
                  <a:pt x="32" y="327"/>
                  <a:pt x="31" y="327"/>
                </a:cubicBezTo>
                <a:cubicBezTo>
                  <a:pt x="31" y="326"/>
                  <a:pt x="32" y="326"/>
                  <a:pt x="32" y="326"/>
                </a:cubicBezTo>
                <a:close/>
                <a:moveTo>
                  <a:pt x="31" y="326"/>
                </a:moveTo>
                <a:cubicBezTo>
                  <a:pt x="31" y="327"/>
                  <a:pt x="31" y="327"/>
                  <a:pt x="31" y="328"/>
                </a:cubicBezTo>
                <a:cubicBezTo>
                  <a:pt x="30" y="328"/>
                  <a:pt x="30" y="328"/>
                  <a:pt x="30" y="328"/>
                </a:cubicBezTo>
                <a:cubicBezTo>
                  <a:pt x="30" y="327"/>
                  <a:pt x="31" y="327"/>
                  <a:pt x="31" y="326"/>
                </a:cubicBezTo>
                <a:close/>
                <a:moveTo>
                  <a:pt x="38" y="328"/>
                </a:moveTo>
                <a:cubicBezTo>
                  <a:pt x="37" y="328"/>
                  <a:pt x="37" y="328"/>
                  <a:pt x="37" y="328"/>
                </a:cubicBezTo>
                <a:cubicBezTo>
                  <a:pt x="37" y="329"/>
                  <a:pt x="37" y="330"/>
                  <a:pt x="37" y="330"/>
                </a:cubicBezTo>
                <a:cubicBezTo>
                  <a:pt x="36" y="330"/>
                  <a:pt x="37" y="328"/>
                  <a:pt x="37" y="327"/>
                </a:cubicBezTo>
                <a:cubicBezTo>
                  <a:pt x="37" y="327"/>
                  <a:pt x="37" y="328"/>
                  <a:pt x="38" y="327"/>
                </a:cubicBezTo>
                <a:cubicBezTo>
                  <a:pt x="38" y="329"/>
                  <a:pt x="39" y="329"/>
                  <a:pt x="39" y="331"/>
                </a:cubicBezTo>
                <a:cubicBezTo>
                  <a:pt x="38" y="331"/>
                  <a:pt x="38" y="329"/>
                  <a:pt x="38" y="328"/>
                </a:cubicBezTo>
                <a:close/>
                <a:moveTo>
                  <a:pt x="42" y="329"/>
                </a:moveTo>
                <a:cubicBezTo>
                  <a:pt x="42" y="329"/>
                  <a:pt x="42" y="330"/>
                  <a:pt x="42" y="331"/>
                </a:cubicBezTo>
                <a:cubicBezTo>
                  <a:pt x="41" y="331"/>
                  <a:pt x="41" y="331"/>
                  <a:pt x="41" y="331"/>
                </a:cubicBezTo>
                <a:cubicBezTo>
                  <a:pt x="41" y="330"/>
                  <a:pt x="41" y="330"/>
                  <a:pt x="42" y="330"/>
                </a:cubicBezTo>
                <a:lnTo>
                  <a:pt x="42" y="329"/>
                </a:lnTo>
                <a:close/>
                <a:moveTo>
                  <a:pt x="42" y="334"/>
                </a:moveTo>
                <a:cubicBezTo>
                  <a:pt x="42" y="333"/>
                  <a:pt x="42" y="333"/>
                  <a:pt x="42" y="332"/>
                </a:cubicBezTo>
                <a:cubicBezTo>
                  <a:pt x="43" y="331"/>
                  <a:pt x="43" y="331"/>
                  <a:pt x="44" y="331"/>
                </a:cubicBezTo>
                <a:cubicBezTo>
                  <a:pt x="44" y="333"/>
                  <a:pt x="44" y="334"/>
                  <a:pt x="44" y="335"/>
                </a:cubicBezTo>
                <a:cubicBezTo>
                  <a:pt x="43" y="334"/>
                  <a:pt x="43" y="333"/>
                  <a:pt x="43" y="332"/>
                </a:cubicBezTo>
                <a:cubicBezTo>
                  <a:pt x="43" y="333"/>
                  <a:pt x="43" y="334"/>
                  <a:pt x="42" y="334"/>
                </a:cubicBezTo>
                <a:cubicBezTo>
                  <a:pt x="42" y="334"/>
                  <a:pt x="42" y="334"/>
                  <a:pt x="42" y="334"/>
                </a:cubicBezTo>
                <a:close/>
                <a:moveTo>
                  <a:pt x="41" y="332"/>
                </a:moveTo>
                <a:cubicBezTo>
                  <a:pt x="41" y="334"/>
                  <a:pt x="41" y="334"/>
                  <a:pt x="41" y="335"/>
                </a:cubicBezTo>
                <a:cubicBezTo>
                  <a:pt x="40" y="332"/>
                  <a:pt x="40" y="332"/>
                  <a:pt x="40" y="332"/>
                </a:cubicBezTo>
                <a:cubicBezTo>
                  <a:pt x="41" y="331"/>
                  <a:pt x="41" y="333"/>
                  <a:pt x="41" y="332"/>
                </a:cubicBezTo>
                <a:close/>
                <a:moveTo>
                  <a:pt x="24" y="335"/>
                </a:moveTo>
                <a:cubicBezTo>
                  <a:pt x="24" y="336"/>
                  <a:pt x="24" y="335"/>
                  <a:pt x="24" y="336"/>
                </a:cubicBezTo>
                <a:cubicBezTo>
                  <a:pt x="24" y="337"/>
                  <a:pt x="25" y="335"/>
                  <a:pt x="25" y="338"/>
                </a:cubicBezTo>
                <a:cubicBezTo>
                  <a:pt x="24" y="337"/>
                  <a:pt x="24" y="338"/>
                  <a:pt x="23" y="338"/>
                </a:cubicBezTo>
                <a:cubicBezTo>
                  <a:pt x="23" y="336"/>
                  <a:pt x="23" y="335"/>
                  <a:pt x="24" y="335"/>
                </a:cubicBezTo>
                <a:close/>
                <a:moveTo>
                  <a:pt x="26" y="342"/>
                </a:moveTo>
                <a:cubicBezTo>
                  <a:pt x="26" y="341"/>
                  <a:pt x="27" y="343"/>
                  <a:pt x="27" y="342"/>
                </a:cubicBezTo>
                <a:cubicBezTo>
                  <a:pt x="27" y="342"/>
                  <a:pt x="27" y="343"/>
                  <a:pt x="27" y="343"/>
                </a:cubicBezTo>
                <a:cubicBezTo>
                  <a:pt x="27" y="343"/>
                  <a:pt x="27" y="343"/>
                  <a:pt x="27" y="344"/>
                </a:cubicBezTo>
                <a:cubicBezTo>
                  <a:pt x="27" y="342"/>
                  <a:pt x="26" y="343"/>
                  <a:pt x="26" y="342"/>
                </a:cubicBezTo>
                <a:close/>
                <a:moveTo>
                  <a:pt x="25" y="343"/>
                </a:moveTo>
                <a:cubicBezTo>
                  <a:pt x="24" y="342"/>
                  <a:pt x="24" y="343"/>
                  <a:pt x="24" y="344"/>
                </a:cubicBezTo>
                <a:cubicBezTo>
                  <a:pt x="23" y="342"/>
                  <a:pt x="25" y="342"/>
                  <a:pt x="25" y="343"/>
                </a:cubicBezTo>
                <a:close/>
                <a:moveTo>
                  <a:pt x="24" y="346"/>
                </a:moveTo>
                <a:cubicBezTo>
                  <a:pt x="25" y="345"/>
                  <a:pt x="25" y="346"/>
                  <a:pt x="25" y="347"/>
                </a:cubicBezTo>
                <a:cubicBezTo>
                  <a:pt x="25" y="348"/>
                  <a:pt x="25" y="346"/>
                  <a:pt x="24" y="346"/>
                </a:cubicBezTo>
                <a:close/>
                <a:moveTo>
                  <a:pt x="26" y="349"/>
                </a:moveTo>
                <a:cubicBezTo>
                  <a:pt x="26" y="349"/>
                  <a:pt x="25" y="350"/>
                  <a:pt x="25" y="349"/>
                </a:cubicBezTo>
                <a:cubicBezTo>
                  <a:pt x="25" y="349"/>
                  <a:pt x="25" y="350"/>
                  <a:pt x="25" y="350"/>
                </a:cubicBezTo>
                <a:cubicBezTo>
                  <a:pt x="25" y="351"/>
                  <a:pt x="25" y="350"/>
                  <a:pt x="25" y="349"/>
                </a:cubicBezTo>
                <a:cubicBezTo>
                  <a:pt x="25" y="348"/>
                  <a:pt x="25" y="348"/>
                  <a:pt x="26" y="349"/>
                </a:cubicBezTo>
                <a:close/>
                <a:moveTo>
                  <a:pt x="24" y="348"/>
                </a:moveTo>
                <a:cubicBezTo>
                  <a:pt x="24" y="348"/>
                  <a:pt x="24" y="351"/>
                  <a:pt x="23" y="350"/>
                </a:cubicBezTo>
                <a:cubicBezTo>
                  <a:pt x="23" y="350"/>
                  <a:pt x="23" y="350"/>
                  <a:pt x="23" y="349"/>
                </a:cubicBezTo>
                <a:cubicBezTo>
                  <a:pt x="23" y="349"/>
                  <a:pt x="24" y="349"/>
                  <a:pt x="24" y="348"/>
                </a:cubicBezTo>
                <a:close/>
                <a:moveTo>
                  <a:pt x="40" y="350"/>
                </a:moveTo>
                <a:cubicBezTo>
                  <a:pt x="40" y="350"/>
                  <a:pt x="40" y="350"/>
                  <a:pt x="41" y="349"/>
                </a:cubicBezTo>
                <a:cubicBezTo>
                  <a:pt x="41" y="349"/>
                  <a:pt x="41" y="351"/>
                  <a:pt x="41" y="350"/>
                </a:cubicBezTo>
                <a:cubicBezTo>
                  <a:pt x="41" y="352"/>
                  <a:pt x="41" y="351"/>
                  <a:pt x="40" y="351"/>
                </a:cubicBezTo>
                <a:cubicBezTo>
                  <a:pt x="40" y="354"/>
                  <a:pt x="40" y="354"/>
                  <a:pt x="40" y="354"/>
                </a:cubicBezTo>
                <a:cubicBezTo>
                  <a:pt x="40" y="354"/>
                  <a:pt x="40" y="354"/>
                  <a:pt x="40" y="354"/>
                </a:cubicBezTo>
                <a:cubicBezTo>
                  <a:pt x="39" y="354"/>
                  <a:pt x="40" y="352"/>
                  <a:pt x="40" y="350"/>
                </a:cubicBezTo>
                <a:close/>
                <a:moveTo>
                  <a:pt x="25" y="351"/>
                </a:moveTo>
                <a:cubicBezTo>
                  <a:pt x="25" y="351"/>
                  <a:pt x="25" y="352"/>
                  <a:pt x="25" y="353"/>
                </a:cubicBezTo>
                <a:cubicBezTo>
                  <a:pt x="25" y="354"/>
                  <a:pt x="24" y="355"/>
                  <a:pt x="24" y="354"/>
                </a:cubicBezTo>
                <a:cubicBezTo>
                  <a:pt x="23" y="351"/>
                  <a:pt x="24" y="353"/>
                  <a:pt x="25" y="351"/>
                </a:cubicBezTo>
                <a:close/>
                <a:moveTo>
                  <a:pt x="26" y="352"/>
                </a:moveTo>
                <a:cubicBezTo>
                  <a:pt x="27" y="352"/>
                  <a:pt x="26" y="353"/>
                  <a:pt x="26" y="354"/>
                </a:cubicBezTo>
                <a:cubicBezTo>
                  <a:pt x="25" y="354"/>
                  <a:pt x="26" y="352"/>
                  <a:pt x="25" y="352"/>
                </a:cubicBezTo>
                <a:cubicBezTo>
                  <a:pt x="26" y="350"/>
                  <a:pt x="26" y="353"/>
                  <a:pt x="26" y="352"/>
                </a:cubicBezTo>
                <a:close/>
                <a:moveTo>
                  <a:pt x="27" y="352"/>
                </a:moveTo>
                <a:cubicBezTo>
                  <a:pt x="28" y="354"/>
                  <a:pt x="28" y="351"/>
                  <a:pt x="29" y="354"/>
                </a:cubicBezTo>
                <a:cubicBezTo>
                  <a:pt x="28" y="352"/>
                  <a:pt x="28" y="354"/>
                  <a:pt x="28" y="354"/>
                </a:cubicBezTo>
                <a:cubicBezTo>
                  <a:pt x="28" y="355"/>
                  <a:pt x="27" y="354"/>
                  <a:pt x="27" y="353"/>
                </a:cubicBezTo>
                <a:cubicBezTo>
                  <a:pt x="27" y="353"/>
                  <a:pt x="27" y="353"/>
                  <a:pt x="27" y="352"/>
                </a:cubicBezTo>
                <a:close/>
                <a:moveTo>
                  <a:pt x="25" y="361"/>
                </a:moveTo>
                <a:cubicBezTo>
                  <a:pt x="25" y="363"/>
                  <a:pt x="25" y="366"/>
                  <a:pt x="24" y="366"/>
                </a:cubicBezTo>
                <a:cubicBezTo>
                  <a:pt x="25" y="365"/>
                  <a:pt x="24" y="363"/>
                  <a:pt x="25" y="363"/>
                </a:cubicBezTo>
                <a:cubicBezTo>
                  <a:pt x="24" y="363"/>
                  <a:pt x="24" y="363"/>
                  <a:pt x="24" y="362"/>
                </a:cubicBezTo>
                <a:cubicBezTo>
                  <a:pt x="25" y="361"/>
                  <a:pt x="25" y="362"/>
                  <a:pt x="25" y="361"/>
                </a:cubicBezTo>
                <a:close/>
                <a:moveTo>
                  <a:pt x="24" y="359"/>
                </a:moveTo>
                <a:cubicBezTo>
                  <a:pt x="24" y="360"/>
                  <a:pt x="25" y="360"/>
                  <a:pt x="25" y="359"/>
                </a:cubicBezTo>
                <a:cubicBezTo>
                  <a:pt x="24" y="358"/>
                  <a:pt x="25" y="356"/>
                  <a:pt x="24" y="356"/>
                </a:cubicBezTo>
                <a:cubicBezTo>
                  <a:pt x="24" y="355"/>
                  <a:pt x="25" y="355"/>
                  <a:pt x="25" y="354"/>
                </a:cubicBezTo>
                <a:cubicBezTo>
                  <a:pt x="26" y="355"/>
                  <a:pt x="26" y="359"/>
                  <a:pt x="27" y="359"/>
                </a:cubicBezTo>
                <a:cubicBezTo>
                  <a:pt x="26" y="360"/>
                  <a:pt x="26" y="360"/>
                  <a:pt x="26" y="361"/>
                </a:cubicBezTo>
                <a:cubicBezTo>
                  <a:pt x="25" y="361"/>
                  <a:pt x="24" y="361"/>
                  <a:pt x="24" y="359"/>
                </a:cubicBezTo>
                <a:close/>
                <a:moveTo>
                  <a:pt x="31" y="357"/>
                </a:moveTo>
                <a:cubicBezTo>
                  <a:pt x="31" y="358"/>
                  <a:pt x="31" y="357"/>
                  <a:pt x="32" y="358"/>
                </a:cubicBezTo>
                <a:cubicBezTo>
                  <a:pt x="32" y="359"/>
                  <a:pt x="31" y="358"/>
                  <a:pt x="30" y="359"/>
                </a:cubicBezTo>
                <a:cubicBezTo>
                  <a:pt x="30" y="359"/>
                  <a:pt x="31" y="358"/>
                  <a:pt x="31" y="357"/>
                </a:cubicBezTo>
                <a:close/>
                <a:moveTo>
                  <a:pt x="41" y="358"/>
                </a:moveTo>
                <a:cubicBezTo>
                  <a:pt x="41" y="358"/>
                  <a:pt x="42" y="362"/>
                  <a:pt x="41" y="362"/>
                </a:cubicBezTo>
                <a:cubicBezTo>
                  <a:pt x="41" y="360"/>
                  <a:pt x="41" y="360"/>
                  <a:pt x="41" y="358"/>
                </a:cubicBezTo>
                <a:close/>
                <a:moveTo>
                  <a:pt x="31" y="361"/>
                </a:moveTo>
                <a:cubicBezTo>
                  <a:pt x="31" y="361"/>
                  <a:pt x="31" y="363"/>
                  <a:pt x="31" y="364"/>
                </a:cubicBezTo>
                <a:cubicBezTo>
                  <a:pt x="30" y="363"/>
                  <a:pt x="31" y="363"/>
                  <a:pt x="31" y="361"/>
                </a:cubicBezTo>
                <a:close/>
                <a:moveTo>
                  <a:pt x="27" y="367"/>
                </a:moveTo>
                <a:cubicBezTo>
                  <a:pt x="27" y="365"/>
                  <a:pt x="27" y="365"/>
                  <a:pt x="27" y="365"/>
                </a:cubicBezTo>
                <a:cubicBezTo>
                  <a:pt x="28" y="365"/>
                  <a:pt x="28" y="364"/>
                  <a:pt x="28" y="365"/>
                </a:cubicBezTo>
                <a:cubicBezTo>
                  <a:pt x="28" y="365"/>
                  <a:pt x="28" y="365"/>
                  <a:pt x="28" y="365"/>
                </a:cubicBezTo>
                <a:cubicBezTo>
                  <a:pt x="28" y="366"/>
                  <a:pt x="28" y="366"/>
                  <a:pt x="28" y="367"/>
                </a:cubicBezTo>
                <a:cubicBezTo>
                  <a:pt x="28" y="367"/>
                  <a:pt x="28" y="367"/>
                  <a:pt x="28" y="366"/>
                </a:cubicBezTo>
                <a:cubicBezTo>
                  <a:pt x="29" y="368"/>
                  <a:pt x="28" y="367"/>
                  <a:pt x="27" y="367"/>
                </a:cubicBezTo>
                <a:close/>
                <a:moveTo>
                  <a:pt x="24" y="368"/>
                </a:moveTo>
                <a:cubicBezTo>
                  <a:pt x="25" y="368"/>
                  <a:pt x="25" y="368"/>
                  <a:pt x="26" y="367"/>
                </a:cubicBezTo>
                <a:cubicBezTo>
                  <a:pt x="25" y="369"/>
                  <a:pt x="25" y="369"/>
                  <a:pt x="26" y="371"/>
                </a:cubicBezTo>
                <a:cubicBezTo>
                  <a:pt x="25" y="371"/>
                  <a:pt x="25" y="370"/>
                  <a:pt x="25" y="369"/>
                </a:cubicBezTo>
                <a:cubicBezTo>
                  <a:pt x="25" y="370"/>
                  <a:pt x="24" y="369"/>
                  <a:pt x="24" y="369"/>
                </a:cubicBezTo>
                <a:cubicBezTo>
                  <a:pt x="24" y="368"/>
                  <a:pt x="25" y="369"/>
                  <a:pt x="24" y="368"/>
                </a:cubicBezTo>
                <a:close/>
                <a:moveTo>
                  <a:pt x="45" y="370"/>
                </a:moveTo>
                <a:cubicBezTo>
                  <a:pt x="46" y="369"/>
                  <a:pt x="46" y="371"/>
                  <a:pt x="46" y="372"/>
                </a:cubicBezTo>
                <a:cubicBezTo>
                  <a:pt x="46" y="373"/>
                  <a:pt x="46" y="372"/>
                  <a:pt x="45" y="372"/>
                </a:cubicBezTo>
                <a:cubicBezTo>
                  <a:pt x="45" y="371"/>
                  <a:pt x="45" y="370"/>
                  <a:pt x="45" y="370"/>
                </a:cubicBezTo>
                <a:close/>
                <a:moveTo>
                  <a:pt x="28" y="370"/>
                </a:moveTo>
                <a:cubicBezTo>
                  <a:pt x="28" y="371"/>
                  <a:pt x="28" y="370"/>
                  <a:pt x="29" y="370"/>
                </a:cubicBezTo>
                <a:cubicBezTo>
                  <a:pt x="29" y="372"/>
                  <a:pt x="29" y="372"/>
                  <a:pt x="29" y="372"/>
                </a:cubicBezTo>
                <a:cubicBezTo>
                  <a:pt x="28" y="369"/>
                  <a:pt x="28" y="373"/>
                  <a:pt x="28" y="372"/>
                </a:cubicBezTo>
                <a:cubicBezTo>
                  <a:pt x="28" y="372"/>
                  <a:pt x="28" y="371"/>
                  <a:pt x="28" y="370"/>
                </a:cubicBezTo>
                <a:close/>
                <a:moveTo>
                  <a:pt x="25" y="373"/>
                </a:moveTo>
                <a:cubicBezTo>
                  <a:pt x="25" y="372"/>
                  <a:pt x="24" y="374"/>
                  <a:pt x="24" y="372"/>
                </a:cubicBezTo>
                <a:cubicBezTo>
                  <a:pt x="25" y="371"/>
                  <a:pt x="25" y="372"/>
                  <a:pt x="26" y="372"/>
                </a:cubicBezTo>
                <a:cubicBezTo>
                  <a:pt x="26" y="374"/>
                  <a:pt x="27" y="373"/>
                  <a:pt x="26" y="375"/>
                </a:cubicBezTo>
                <a:cubicBezTo>
                  <a:pt x="26" y="373"/>
                  <a:pt x="25" y="376"/>
                  <a:pt x="25" y="373"/>
                </a:cubicBezTo>
                <a:cubicBezTo>
                  <a:pt x="25" y="373"/>
                  <a:pt x="25" y="373"/>
                  <a:pt x="25" y="373"/>
                </a:cubicBezTo>
                <a:close/>
                <a:moveTo>
                  <a:pt x="41" y="374"/>
                </a:moveTo>
                <a:cubicBezTo>
                  <a:pt x="40" y="375"/>
                  <a:pt x="41" y="375"/>
                  <a:pt x="41" y="376"/>
                </a:cubicBezTo>
                <a:cubicBezTo>
                  <a:pt x="40" y="376"/>
                  <a:pt x="41" y="378"/>
                  <a:pt x="40" y="378"/>
                </a:cubicBezTo>
                <a:cubicBezTo>
                  <a:pt x="41" y="376"/>
                  <a:pt x="40" y="374"/>
                  <a:pt x="40" y="375"/>
                </a:cubicBezTo>
                <a:cubicBezTo>
                  <a:pt x="40" y="374"/>
                  <a:pt x="40" y="373"/>
                  <a:pt x="41" y="372"/>
                </a:cubicBezTo>
                <a:cubicBezTo>
                  <a:pt x="40" y="374"/>
                  <a:pt x="41" y="374"/>
                  <a:pt x="41" y="375"/>
                </a:cubicBezTo>
                <a:cubicBezTo>
                  <a:pt x="41" y="375"/>
                  <a:pt x="41" y="375"/>
                  <a:pt x="41" y="374"/>
                </a:cubicBezTo>
                <a:close/>
                <a:moveTo>
                  <a:pt x="28" y="378"/>
                </a:moveTo>
                <a:cubicBezTo>
                  <a:pt x="28" y="377"/>
                  <a:pt x="28" y="378"/>
                  <a:pt x="27" y="377"/>
                </a:cubicBezTo>
                <a:cubicBezTo>
                  <a:pt x="28" y="376"/>
                  <a:pt x="27" y="375"/>
                  <a:pt x="27" y="374"/>
                </a:cubicBezTo>
                <a:cubicBezTo>
                  <a:pt x="27" y="374"/>
                  <a:pt x="27" y="374"/>
                  <a:pt x="28" y="373"/>
                </a:cubicBezTo>
                <a:cubicBezTo>
                  <a:pt x="28" y="374"/>
                  <a:pt x="28" y="377"/>
                  <a:pt x="29" y="377"/>
                </a:cubicBezTo>
                <a:cubicBezTo>
                  <a:pt x="29" y="379"/>
                  <a:pt x="29" y="380"/>
                  <a:pt x="29" y="381"/>
                </a:cubicBezTo>
                <a:cubicBezTo>
                  <a:pt x="28" y="382"/>
                  <a:pt x="28" y="379"/>
                  <a:pt x="28" y="381"/>
                </a:cubicBezTo>
                <a:cubicBezTo>
                  <a:pt x="27" y="380"/>
                  <a:pt x="27" y="378"/>
                  <a:pt x="28" y="378"/>
                </a:cubicBezTo>
                <a:close/>
                <a:moveTo>
                  <a:pt x="43" y="374"/>
                </a:moveTo>
                <a:cubicBezTo>
                  <a:pt x="44" y="374"/>
                  <a:pt x="44" y="376"/>
                  <a:pt x="43" y="376"/>
                </a:cubicBezTo>
                <a:cubicBezTo>
                  <a:pt x="43" y="376"/>
                  <a:pt x="43" y="375"/>
                  <a:pt x="43" y="374"/>
                </a:cubicBezTo>
                <a:close/>
                <a:moveTo>
                  <a:pt x="22" y="375"/>
                </a:moveTo>
                <a:cubicBezTo>
                  <a:pt x="23" y="376"/>
                  <a:pt x="23" y="377"/>
                  <a:pt x="23" y="378"/>
                </a:cubicBezTo>
                <a:cubicBezTo>
                  <a:pt x="22" y="378"/>
                  <a:pt x="22" y="377"/>
                  <a:pt x="22" y="375"/>
                </a:cubicBezTo>
                <a:close/>
                <a:moveTo>
                  <a:pt x="25" y="375"/>
                </a:moveTo>
                <a:cubicBezTo>
                  <a:pt x="26" y="375"/>
                  <a:pt x="26" y="376"/>
                  <a:pt x="26" y="376"/>
                </a:cubicBezTo>
                <a:cubicBezTo>
                  <a:pt x="26" y="376"/>
                  <a:pt x="26" y="377"/>
                  <a:pt x="26" y="377"/>
                </a:cubicBezTo>
                <a:cubicBezTo>
                  <a:pt x="26" y="377"/>
                  <a:pt x="26" y="376"/>
                  <a:pt x="27" y="377"/>
                </a:cubicBezTo>
                <a:cubicBezTo>
                  <a:pt x="26" y="379"/>
                  <a:pt x="27" y="379"/>
                  <a:pt x="27" y="380"/>
                </a:cubicBezTo>
                <a:cubicBezTo>
                  <a:pt x="26" y="379"/>
                  <a:pt x="26" y="379"/>
                  <a:pt x="26" y="380"/>
                </a:cubicBezTo>
                <a:cubicBezTo>
                  <a:pt x="25" y="378"/>
                  <a:pt x="26" y="377"/>
                  <a:pt x="25" y="375"/>
                </a:cubicBezTo>
                <a:close/>
                <a:moveTo>
                  <a:pt x="32" y="381"/>
                </a:moveTo>
                <a:cubicBezTo>
                  <a:pt x="31" y="383"/>
                  <a:pt x="32" y="382"/>
                  <a:pt x="32" y="383"/>
                </a:cubicBezTo>
                <a:cubicBezTo>
                  <a:pt x="32" y="383"/>
                  <a:pt x="32" y="382"/>
                  <a:pt x="32" y="381"/>
                </a:cubicBezTo>
                <a:cubicBezTo>
                  <a:pt x="33" y="381"/>
                  <a:pt x="33" y="383"/>
                  <a:pt x="32" y="384"/>
                </a:cubicBezTo>
                <a:cubicBezTo>
                  <a:pt x="32" y="383"/>
                  <a:pt x="31" y="384"/>
                  <a:pt x="32" y="385"/>
                </a:cubicBezTo>
                <a:cubicBezTo>
                  <a:pt x="31" y="385"/>
                  <a:pt x="31" y="384"/>
                  <a:pt x="30" y="385"/>
                </a:cubicBezTo>
                <a:cubicBezTo>
                  <a:pt x="31" y="384"/>
                  <a:pt x="31" y="382"/>
                  <a:pt x="30" y="382"/>
                </a:cubicBezTo>
                <a:cubicBezTo>
                  <a:pt x="32" y="380"/>
                  <a:pt x="29" y="381"/>
                  <a:pt x="31" y="379"/>
                </a:cubicBezTo>
                <a:cubicBezTo>
                  <a:pt x="31" y="379"/>
                  <a:pt x="31" y="378"/>
                  <a:pt x="30" y="378"/>
                </a:cubicBezTo>
                <a:cubicBezTo>
                  <a:pt x="30" y="378"/>
                  <a:pt x="31" y="377"/>
                  <a:pt x="31" y="377"/>
                </a:cubicBezTo>
                <a:cubicBezTo>
                  <a:pt x="31" y="378"/>
                  <a:pt x="31" y="380"/>
                  <a:pt x="32" y="378"/>
                </a:cubicBezTo>
                <a:cubicBezTo>
                  <a:pt x="32" y="379"/>
                  <a:pt x="32" y="381"/>
                  <a:pt x="32" y="381"/>
                </a:cubicBezTo>
                <a:close/>
                <a:moveTo>
                  <a:pt x="34" y="378"/>
                </a:moveTo>
                <a:cubicBezTo>
                  <a:pt x="34" y="378"/>
                  <a:pt x="34" y="379"/>
                  <a:pt x="33" y="378"/>
                </a:cubicBezTo>
                <a:cubicBezTo>
                  <a:pt x="33" y="379"/>
                  <a:pt x="34" y="379"/>
                  <a:pt x="34" y="380"/>
                </a:cubicBezTo>
                <a:cubicBezTo>
                  <a:pt x="33" y="380"/>
                  <a:pt x="33" y="380"/>
                  <a:pt x="33" y="380"/>
                </a:cubicBezTo>
                <a:cubicBezTo>
                  <a:pt x="33" y="378"/>
                  <a:pt x="33" y="378"/>
                  <a:pt x="33" y="378"/>
                </a:cubicBezTo>
                <a:cubicBezTo>
                  <a:pt x="33" y="378"/>
                  <a:pt x="34" y="378"/>
                  <a:pt x="34" y="378"/>
                </a:cubicBezTo>
                <a:close/>
                <a:moveTo>
                  <a:pt x="43" y="379"/>
                </a:moveTo>
                <a:cubicBezTo>
                  <a:pt x="43" y="380"/>
                  <a:pt x="43" y="380"/>
                  <a:pt x="44" y="380"/>
                </a:cubicBezTo>
                <a:cubicBezTo>
                  <a:pt x="44" y="381"/>
                  <a:pt x="44" y="381"/>
                  <a:pt x="44" y="381"/>
                </a:cubicBezTo>
                <a:cubicBezTo>
                  <a:pt x="43" y="381"/>
                  <a:pt x="43" y="380"/>
                  <a:pt x="43" y="381"/>
                </a:cubicBezTo>
                <a:cubicBezTo>
                  <a:pt x="43" y="380"/>
                  <a:pt x="43" y="380"/>
                  <a:pt x="43" y="379"/>
                </a:cubicBezTo>
                <a:close/>
                <a:moveTo>
                  <a:pt x="27" y="380"/>
                </a:moveTo>
                <a:cubicBezTo>
                  <a:pt x="27" y="380"/>
                  <a:pt x="27" y="381"/>
                  <a:pt x="27" y="381"/>
                </a:cubicBezTo>
                <a:cubicBezTo>
                  <a:pt x="27" y="381"/>
                  <a:pt x="27" y="382"/>
                  <a:pt x="26" y="382"/>
                </a:cubicBezTo>
                <a:cubicBezTo>
                  <a:pt x="26" y="381"/>
                  <a:pt x="27" y="381"/>
                  <a:pt x="27" y="380"/>
                </a:cubicBezTo>
                <a:close/>
                <a:moveTo>
                  <a:pt x="42" y="380"/>
                </a:moveTo>
                <a:cubicBezTo>
                  <a:pt x="43" y="381"/>
                  <a:pt x="42" y="385"/>
                  <a:pt x="41" y="385"/>
                </a:cubicBezTo>
                <a:cubicBezTo>
                  <a:pt x="41" y="383"/>
                  <a:pt x="42" y="382"/>
                  <a:pt x="42" y="381"/>
                </a:cubicBezTo>
                <a:cubicBezTo>
                  <a:pt x="42" y="381"/>
                  <a:pt x="42" y="381"/>
                  <a:pt x="42" y="380"/>
                </a:cubicBezTo>
                <a:close/>
                <a:moveTo>
                  <a:pt x="25" y="381"/>
                </a:moveTo>
                <a:cubicBezTo>
                  <a:pt x="26" y="380"/>
                  <a:pt x="26" y="381"/>
                  <a:pt x="26" y="381"/>
                </a:cubicBezTo>
                <a:cubicBezTo>
                  <a:pt x="26" y="382"/>
                  <a:pt x="26" y="383"/>
                  <a:pt x="26" y="383"/>
                </a:cubicBezTo>
                <a:cubicBezTo>
                  <a:pt x="26" y="383"/>
                  <a:pt x="26" y="382"/>
                  <a:pt x="26" y="382"/>
                </a:cubicBezTo>
                <a:cubicBezTo>
                  <a:pt x="26" y="382"/>
                  <a:pt x="26" y="381"/>
                  <a:pt x="25" y="381"/>
                </a:cubicBezTo>
                <a:close/>
                <a:moveTo>
                  <a:pt x="34" y="381"/>
                </a:moveTo>
                <a:cubicBezTo>
                  <a:pt x="34" y="382"/>
                  <a:pt x="33" y="382"/>
                  <a:pt x="33" y="381"/>
                </a:cubicBezTo>
                <a:cubicBezTo>
                  <a:pt x="33" y="380"/>
                  <a:pt x="34" y="380"/>
                  <a:pt x="34" y="381"/>
                </a:cubicBezTo>
                <a:close/>
                <a:moveTo>
                  <a:pt x="46" y="381"/>
                </a:moveTo>
                <a:cubicBezTo>
                  <a:pt x="46" y="384"/>
                  <a:pt x="47" y="381"/>
                  <a:pt x="48" y="381"/>
                </a:cubicBezTo>
                <a:cubicBezTo>
                  <a:pt x="48" y="383"/>
                  <a:pt x="48" y="384"/>
                  <a:pt x="47" y="386"/>
                </a:cubicBezTo>
                <a:cubicBezTo>
                  <a:pt x="48" y="386"/>
                  <a:pt x="48" y="386"/>
                  <a:pt x="48" y="386"/>
                </a:cubicBezTo>
                <a:cubicBezTo>
                  <a:pt x="48" y="386"/>
                  <a:pt x="48" y="387"/>
                  <a:pt x="49" y="387"/>
                </a:cubicBezTo>
                <a:cubicBezTo>
                  <a:pt x="48" y="387"/>
                  <a:pt x="47" y="389"/>
                  <a:pt x="48" y="389"/>
                </a:cubicBezTo>
                <a:cubicBezTo>
                  <a:pt x="48" y="391"/>
                  <a:pt x="48" y="389"/>
                  <a:pt x="47" y="389"/>
                </a:cubicBezTo>
                <a:cubicBezTo>
                  <a:pt x="47" y="389"/>
                  <a:pt x="48" y="390"/>
                  <a:pt x="47" y="391"/>
                </a:cubicBezTo>
                <a:cubicBezTo>
                  <a:pt x="47" y="391"/>
                  <a:pt x="47" y="390"/>
                  <a:pt x="47" y="390"/>
                </a:cubicBezTo>
                <a:cubicBezTo>
                  <a:pt x="48" y="390"/>
                  <a:pt x="48" y="391"/>
                  <a:pt x="48" y="392"/>
                </a:cubicBezTo>
                <a:cubicBezTo>
                  <a:pt x="47" y="392"/>
                  <a:pt x="47" y="389"/>
                  <a:pt x="46" y="387"/>
                </a:cubicBezTo>
                <a:cubicBezTo>
                  <a:pt x="46" y="387"/>
                  <a:pt x="46" y="388"/>
                  <a:pt x="46" y="388"/>
                </a:cubicBezTo>
                <a:cubicBezTo>
                  <a:pt x="45" y="388"/>
                  <a:pt x="45" y="389"/>
                  <a:pt x="45" y="390"/>
                </a:cubicBezTo>
                <a:cubicBezTo>
                  <a:pt x="44" y="388"/>
                  <a:pt x="45" y="386"/>
                  <a:pt x="46" y="387"/>
                </a:cubicBezTo>
                <a:cubicBezTo>
                  <a:pt x="47" y="387"/>
                  <a:pt x="47" y="388"/>
                  <a:pt x="47" y="388"/>
                </a:cubicBezTo>
                <a:cubicBezTo>
                  <a:pt x="47" y="388"/>
                  <a:pt x="47" y="388"/>
                  <a:pt x="47" y="388"/>
                </a:cubicBezTo>
                <a:cubicBezTo>
                  <a:pt x="46" y="387"/>
                  <a:pt x="47" y="385"/>
                  <a:pt x="46" y="383"/>
                </a:cubicBezTo>
                <a:cubicBezTo>
                  <a:pt x="46" y="384"/>
                  <a:pt x="46" y="384"/>
                  <a:pt x="46" y="384"/>
                </a:cubicBezTo>
                <a:cubicBezTo>
                  <a:pt x="46" y="385"/>
                  <a:pt x="46" y="384"/>
                  <a:pt x="46" y="385"/>
                </a:cubicBezTo>
                <a:cubicBezTo>
                  <a:pt x="47" y="385"/>
                  <a:pt x="46" y="386"/>
                  <a:pt x="46" y="386"/>
                </a:cubicBezTo>
                <a:cubicBezTo>
                  <a:pt x="47" y="385"/>
                  <a:pt x="45" y="385"/>
                  <a:pt x="46" y="386"/>
                </a:cubicBezTo>
                <a:cubicBezTo>
                  <a:pt x="45" y="384"/>
                  <a:pt x="45" y="383"/>
                  <a:pt x="46" y="381"/>
                </a:cubicBezTo>
                <a:close/>
                <a:moveTo>
                  <a:pt x="43" y="381"/>
                </a:moveTo>
                <a:cubicBezTo>
                  <a:pt x="43" y="382"/>
                  <a:pt x="43" y="382"/>
                  <a:pt x="44" y="382"/>
                </a:cubicBezTo>
                <a:cubicBezTo>
                  <a:pt x="44" y="383"/>
                  <a:pt x="43" y="383"/>
                  <a:pt x="43" y="383"/>
                </a:cubicBezTo>
                <a:cubicBezTo>
                  <a:pt x="43" y="382"/>
                  <a:pt x="43" y="382"/>
                  <a:pt x="43" y="381"/>
                </a:cubicBezTo>
                <a:close/>
                <a:moveTo>
                  <a:pt x="52" y="382"/>
                </a:moveTo>
                <a:cubicBezTo>
                  <a:pt x="52" y="382"/>
                  <a:pt x="53" y="384"/>
                  <a:pt x="52" y="383"/>
                </a:cubicBezTo>
                <a:cubicBezTo>
                  <a:pt x="52" y="384"/>
                  <a:pt x="52" y="384"/>
                  <a:pt x="52" y="384"/>
                </a:cubicBezTo>
                <a:cubicBezTo>
                  <a:pt x="53" y="384"/>
                  <a:pt x="53" y="383"/>
                  <a:pt x="53" y="382"/>
                </a:cubicBezTo>
                <a:cubicBezTo>
                  <a:pt x="54" y="383"/>
                  <a:pt x="53" y="384"/>
                  <a:pt x="53" y="385"/>
                </a:cubicBezTo>
                <a:cubicBezTo>
                  <a:pt x="52" y="385"/>
                  <a:pt x="53" y="387"/>
                  <a:pt x="52" y="387"/>
                </a:cubicBezTo>
                <a:cubicBezTo>
                  <a:pt x="51" y="387"/>
                  <a:pt x="52" y="383"/>
                  <a:pt x="52" y="382"/>
                </a:cubicBezTo>
                <a:close/>
                <a:moveTo>
                  <a:pt x="27" y="384"/>
                </a:moveTo>
                <a:cubicBezTo>
                  <a:pt x="28" y="384"/>
                  <a:pt x="28" y="386"/>
                  <a:pt x="29" y="386"/>
                </a:cubicBezTo>
                <a:cubicBezTo>
                  <a:pt x="28" y="388"/>
                  <a:pt x="28" y="387"/>
                  <a:pt x="28" y="389"/>
                </a:cubicBezTo>
                <a:cubicBezTo>
                  <a:pt x="28" y="388"/>
                  <a:pt x="28" y="388"/>
                  <a:pt x="28" y="386"/>
                </a:cubicBezTo>
                <a:cubicBezTo>
                  <a:pt x="28" y="386"/>
                  <a:pt x="28" y="387"/>
                  <a:pt x="28" y="388"/>
                </a:cubicBezTo>
                <a:cubicBezTo>
                  <a:pt x="27" y="386"/>
                  <a:pt x="28" y="385"/>
                  <a:pt x="27" y="384"/>
                </a:cubicBezTo>
                <a:close/>
                <a:moveTo>
                  <a:pt x="26" y="383"/>
                </a:moveTo>
                <a:cubicBezTo>
                  <a:pt x="27" y="381"/>
                  <a:pt x="28" y="383"/>
                  <a:pt x="29" y="382"/>
                </a:cubicBezTo>
                <a:cubicBezTo>
                  <a:pt x="29" y="383"/>
                  <a:pt x="29" y="383"/>
                  <a:pt x="29" y="383"/>
                </a:cubicBezTo>
                <a:cubicBezTo>
                  <a:pt x="29" y="384"/>
                  <a:pt x="29" y="384"/>
                  <a:pt x="29" y="385"/>
                </a:cubicBezTo>
                <a:cubicBezTo>
                  <a:pt x="29" y="384"/>
                  <a:pt x="29" y="384"/>
                  <a:pt x="29" y="385"/>
                </a:cubicBezTo>
                <a:cubicBezTo>
                  <a:pt x="28" y="382"/>
                  <a:pt x="27" y="384"/>
                  <a:pt x="26" y="383"/>
                </a:cubicBezTo>
                <a:close/>
                <a:moveTo>
                  <a:pt x="41" y="382"/>
                </a:moveTo>
                <a:cubicBezTo>
                  <a:pt x="41" y="383"/>
                  <a:pt x="41" y="385"/>
                  <a:pt x="40" y="384"/>
                </a:cubicBezTo>
                <a:cubicBezTo>
                  <a:pt x="40" y="383"/>
                  <a:pt x="40" y="383"/>
                  <a:pt x="41" y="382"/>
                </a:cubicBezTo>
                <a:close/>
                <a:moveTo>
                  <a:pt x="34" y="384"/>
                </a:moveTo>
                <a:cubicBezTo>
                  <a:pt x="35" y="384"/>
                  <a:pt x="35" y="385"/>
                  <a:pt x="35" y="386"/>
                </a:cubicBezTo>
                <a:cubicBezTo>
                  <a:pt x="35" y="386"/>
                  <a:pt x="34" y="385"/>
                  <a:pt x="34" y="384"/>
                </a:cubicBezTo>
                <a:close/>
                <a:moveTo>
                  <a:pt x="27" y="386"/>
                </a:moveTo>
                <a:cubicBezTo>
                  <a:pt x="26" y="388"/>
                  <a:pt x="28" y="388"/>
                  <a:pt x="28" y="390"/>
                </a:cubicBezTo>
                <a:cubicBezTo>
                  <a:pt x="27" y="390"/>
                  <a:pt x="27" y="390"/>
                  <a:pt x="27" y="391"/>
                </a:cubicBezTo>
                <a:cubicBezTo>
                  <a:pt x="27" y="390"/>
                  <a:pt x="26" y="390"/>
                  <a:pt x="26" y="391"/>
                </a:cubicBezTo>
                <a:cubicBezTo>
                  <a:pt x="26" y="389"/>
                  <a:pt x="25" y="388"/>
                  <a:pt x="26" y="388"/>
                </a:cubicBezTo>
                <a:cubicBezTo>
                  <a:pt x="26" y="387"/>
                  <a:pt x="25" y="387"/>
                  <a:pt x="25" y="388"/>
                </a:cubicBezTo>
                <a:cubicBezTo>
                  <a:pt x="24" y="386"/>
                  <a:pt x="26" y="385"/>
                  <a:pt x="26" y="385"/>
                </a:cubicBezTo>
                <a:cubicBezTo>
                  <a:pt x="26" y="387"/>
                  <a:pt x="26" y="386"/>
                  <a:pt x="27" y="386"/>
                </a:cubicBezTo>
                <a:close/>
                <a:moveTo>
                  <a:pt x="33" y="385"/>
                </a:moveTo>
                <a:cubicBezTo>
                  <a:pt x="34" y="385"/>
                  <a:pt x="34" y="387"/>
                  <a:pt x="34" y="388"/>
                </a:cubicBezTo>
                <a:cubicBezTo>
                  <a:pt x="34" y="387"/>
                  <a:pt x="33" y="386"/>
                  <a:pt x="33" y="385"/>
                </a:cubicBezTo>
                <a:close/>
                <a:moveTo>
                  <a:pt x="42" y="385"/>
                </a:moveTo>
                <a:cubicBezTo>
                  <a:pt x="43" y="387"/>
                  <a:pt x="42" y="387"/>
                  <a:pt x="41" y="388"/>
                </a:cubicBezTo>
                <a:cubicBezTo>
                  <a:pt x="41" y="387"/>
                  <a:pt x="42" y="387"/>
                  <a:pt x="42" y="385"/>
                </a:cubicBezTo>
                <a:close/>
                <a:moveTo>
                  <a:pt x="31" y="387"/>
                </a:moveTo>
                <a:cubicBezTo>
                  <a:pt x="32" y="386"/>
                  <a:pt x="32" y="389"/>
                  <a:pt x="32" y="390"/>
                </a:cubicBezTo>
                <a:cubicBezTo>
                  <a:pt x="31" y="389"/>
                  <a:pt x="32" y="389"/>
                  <a:pt x="31" y="390"/>
                </a:cubicBezTo>
                <a:cubicBezTo>
                  <a:pt x="31" y="389"/>
                  <a:pt x="32" y="388"/>
                  <a:pt x="31" y="387"/>
                </a:cubicBezTo>
                <a:close/>
                <a:moveTo>
                  <a:pt x="25" y="389"/>
                </a:moveTo>
                <a:cubicBezTo>
                  <a:pt x="24" y="389"/>
                  <a:pt x="25" y="391"/>
                  <a:pt x="24" y="391"/>
                </a:cubicBezTo>
                <a:cubicBezTo>
                  <a:pt x="24" y="391"/>
                  <a:pt x="24" y="390"/>
                  <a:pt x="24" y="388"/>
                </a:cubicBezTo>
                <a:cubicBezTo>
                  <a:pt x="24" y="389"/>
                  <a:pt x="25" y="389"/>
                  <a:pt x="25" y="390"/>
                </a:cubicBezTo>
                <a:cubicBezTo>
                  <a:pt x="25" y="391"/>
                  <a:pt x="25" y="390"/>
                  <a:pt x="25" y="389"/>
                </a:cubicBezTo>
                <a:close/>
                <a:moveTo>
                  <a:pt x="30" y="389"/>
                </a:moveTo>
                <a:cubicBezTo>
                  <a:pt x="29" y="390"/>
                  <a:pt x="29" y="391"/>
                  <a:pt x="29" y="391"/>
                </a:cubicBezTo>
                <a:cubicBezTo>
                  <a:pt x="28" y="390"/>
                  <a:pt x="29" y="389"/>
                  <a:pt x="30" y="389"/>
                </a:cubicBezTo>
                <a:close/>
                <a:moveTo>
                  <a:pt x="33" y="391"/>
                </a:moveTo>
                <a:cubicBezTo>
                  <a:pt x="34" y="391"/>
                  <a:pt x="34" y="391"/>
                  <a:pt x="34" y="391"/>
                </a:cubicBezTo>
                <a:cubicBezTo>
                  <a:pt x="34" y="392"/>
                  <a:pt x="35" y="394"/>
                  <a:pt x="34" y="394"/>
                </a:cubicBezTo>
                <a:cubicBezTo>
                  <a:pt x="34" y="394"/>
                  <a:pt x="33" y="393"/>
                  <a:pt x="33" y="391"/>
                </a:cubicBezTo>
                <a:close/>
                <a:moveTo>
                  <a:pt x="25" y="391"/>
                </a:moveTo>
                <a:cubicBezTo>
                  <a:pt x="25" y="392"/>
                  <a:pt x="26" y="391"/>
                  <a:pt x="26" y="393"/>
                </a:cubicBezTo>
                <a:cubicBezTo>
                  <a:pt x="26" y="393"/>
                  <a:pt x="25" y="393"/>
                  <a:pt x="25" y="391"/>
                </a:cubicBezTo>
                <a:close/>
                <a:moveTo>
                  <a:pt x="25" y="394"/>
                </a:moveTo>
                <a:cubicBezTo>
                  <a:pt x="25" y="394"/>
                  <a:pt x="25" y="395"/>
                  <a:pt x="24" y="395"/>
                </a:cubicBezTo>
                <a:cubicBezTo>
                  <a:pt x="24" y="393"/>
                  <a:pt x="25" y="392"/>
                  <a:pt x="25" y="394"/>
                </a:cubicBezTo>
                <a:close/>
                <a:moveTo>
                  <a:pt x="32" y="394"/>
                </a:moveTo>
                <a:cubicBezTo>
                  <a:pt x="32" y="396"/>
                  <a:pt x="33" y="395"/>
                  <a:pt x="33" y="397"/>
                </a:cubicBezTo>
                <a:cubicBezTo>
                  <a:pt x="33" y="398"/>
                  <a:pt x="32" y="396"/>
                  <a:pt x="31" y="395"/>
                </a:cubicBezTo>
                <a:cubicBezTo>
                  <a:pt x="31" y="394"/>
                  <a:pt x="32" y="394"/>
                  <a:pt x="32" y="394"/>
                </a:cubicBezTo>
                <a:close/>
                <a:moveTo>
                  <a:pt x="42" y="400"/>
                </a:moveTo>
                <a:cubicBezTo>
                  <a:pt x="43" y="400"/>
                  <a:pt x="43" y="401"/>
                  <a:pt x="43" y="401"/>
                </a:cubicBezTo>
                <a:cubicBezTo>
                  <a:pt x="43" y="401"/>
                  <a:pt x="43" y="400"/>
                  <a:pt x="43" y="399"/>
                </a:cubicBezTo>
                <a:cubicBezTo>
                  <a:pt x="43" y="399"/>
                  <a:pt x="43" y="400"/>
                  <a:pt x="43" y="401"/>
                </a:cubicBezTo>
                <a:cubicBezTo>
                  <a:pt x="44" y="401"/>
                  <a:pt x="44" y="399"/>
                  <a:pt x="44" y="399"/>
                </a:cubicBezTo>
                <a:cubicBezTo>
                  <a:pt x="44" y="399"/>
                  <a:pt x="43" y="397"/>
                  <a:pt x="43" y="398"/>
                </a:cubicBezTo>
                <a:cubicBezTo>
                  <a:pt x="42" y="396"/>
                  <a:pt x="45" y="397"/>
                  <a:pt x="44" y="394"/>
                </a:cubicBezTo>
                <a:cubicBezTo>
                  <a:pt x="45" y="394"/>
                  <a:pt x="45" y="395"/>
                  <a:pt x="45" y="395"/>
                </a:cubicBezTo>
                <a:cubicBezTo>
                  <a:pt x="45" y="396"/>
                  <a:pt x="44" y="397"/>
                  <a:pt x="45" y="397"/>
                </a:cubicBezTo>
                <a:cubicBezTo>
                  <a:pt x="45" y="399"/>
                  <a:pt x="45" y="400"/>
                  <a:pt x="45" y="401"/>
                </a:cubicBezTo>
                <a:cubicBezTo>
                  <a:pt x="45" y="401"/>
                  <a:pt x="45" y="401"/>
                  <a:pt x="45" y="401"/>
                </a:cubicBezTo>
                <a:cubicBezTo>
                  <a:pt x="44" y="403"/>
                  <a:pt x="46" y="408"/>
                  <a:pt x="45" y="409"/>
                </a:cubicBezTo>
                <a:cubicBezTo>
                  <a:pt x="45" y="409"/>
                  <a:pt x="45" y="411"/>
                  <a:pt x="45" y="411"/>
                </a:cubicBezTo>
                <a:cubicBezTo>
                  <a:pt x="45" y="413"/>
                  <a:pt x="46" y="415"/>
                  <a:pt x="45" y="418"/>
                </a:cubicBezTo>
                <a:cubicBezTo>
                  <a:pt x="45" y="418"/>
                  <a:pt x="45" y="418"/>
                  <a:pt x="45" y="418"/>
                </a:cubicBezTo>
                <a:cubicBezTo>
                  <a:pt x="45" y="417"/>
                  <a:pt x="45" y="417"/>
                  <a:pt x="45" y="417"/>
                </a:cubicBezTo>
                <a:cubicBezTo>
                  <a:pt x="46" y="416"/>
                  <a:pt x="44" y="415"/>
                  <a:pt x="44" y="413"/>
                </a:cubicBezTo>
                <a:cubicBezTo>
                  <a:pt x="45" y="413"/>
                  <a:pt x="45" y="409"/>
                  <a:pt x="44" y="407"/>
                </a:cubicBezTo>
                <a:cubicBezTo>
                  <a:pt x="44" y="408"/>
                  <a:pt x="44" y="411"/>
                  <a:pt x="43" y="411"/>
                </a:cubicBezTo>
                <a:cubicBezTo>
                  <a:pt x="43" y="410"/>
                  <a:pt x="43" y="410"/>
                  <a:pt x="43" y="409"/>
                </a:cubicBezTo>
                <a:cubicBezTo>
                  <a:pt x="43" y="410"/>
                  <a:pt x="43" y="411"/>
                  <a:pt x="42" y="410"/>
                </a:cubicBezTo>
                <a:cubicBezTo>
                  <a:pt x="42" y="408"/>
                  <a:pt x="43" y="409"/>
                  <a:pt x="43" y="407"/>
                </a:cubicBezTo>
                <a:cubicBezTo>
                  <a:pt x="43" y="407"/>
                  <a:pt x="43" y="406"/>
                  <a:pt x="42" y="406"/>
                </a:cubicBezTo>
                <a:cubicBezTo>
                  <a:pt x="42" y="405"/>
                  <a:pt x="43" y="404"/>
                  <a:pt x="43" y="406"/>
                </a:cubicBezTo>
                <a:cubicBezTo>
                  <a:pt x="43" y="406"/>
                  <a:pt x="43" y="403"/>
                  <a:pt x="42" y="404"/>
                </a:cubicBezTo>
                <a:cubicBezTo>
                  <a:pt x="43" y="403"/>
                  <a:pt x="43" y="403"/>
                  <a:pt x="43" y="402"/>
                </a:cubicBezTo>
                <a:cubicBezTo>
                  <a:pt x="43" y="402"/>
                  <a:pt x="42" y="401"/>
                  <a:pt x="42" y="400"/>
                </a:cubicBezTo>
                <a:close/>
                <a:moveTo>
                  <a:pt x="42" y="398"/>
                </a:moveTo>
                <a:cubicBezTo>
                  <a:pt x="42" y="398"/>
                  <a:pt x="42" y="399"/>
                  <a:pt x="41" y="399"/>
                </a:cubicBezTo>
                <a:cubicBezTo>
                  <a:pt x="41" y="398"/>
                  <a:pt x="42" y="398"/>
                  <a:pt x="42" y="397"/>
                </a:cubicBezTo>
                <a:cubicBezTo>
                  <a:pt x="42" y="397"/>
                  <a:pt x="42" y="398"/>
                  <a:pt x="42" y="398"/>
                </a:cubicBezTo>
                <a:cubicBezTo>
                  <a:pt x="42" y="399"/>
                  <a:pt x="42" y="398"/>
                  <a:pt x="42" y="398"/>
                </a:cubicBezTo>
                <a:close/>
                <a:moveTo>
                  <a:pt x="53" y="397"/>
                </a:moveTo>
                <a:cubicBezTo>
                  <a:pt x="54" y="398"/>
                  <a:pt x="52" y="399"/>
                  <a:pt x="52" y="400"/>
                </a:cubicBezTo>
                <a:cubicBezTo>
                  <a:pt x="52" y="397"/>
                  <a:pt x="53" y="399"/>
                  <a:pt x="53" y="397"/>
                </a:cubicBezTo>
                <a:close/>
                <a:moveTo>
                  <a:pt x="32" y="397"/>
                </a:moveTo>
                <a:cubicBezTo>
                  <a:pt x="32" y="398"/>
                  <a:pt x="32" y="398"/>
                  <a:pt x="32" y="398"/>
                </a:cubicBezTo>
                <a:cubicBezTo>
                  <a:pt x="31" y="398"/>
                  <a:pt x="32" y="400"/>
                  <a:pt x="31" y="400"/>
                </a:cubicBezTo>
                <a:cubicBezTo>
                  <a:pt x="31" y="400"/>
                  <a:pt x="31" y="399"/>
                  <a:pt x="31" y="398"/>
                </a:cubicBezTo>
                <a:cubicBezTo>
                  <a:pt x="31" y="398"/>
                  <a:pt x="31" y="397"/>
                  <a:pt x="32" y="397"/>
                </a:cubicBezTo>
                <a:close/>
                <a:moveTo>
                  <a:pt x="52" y="404"/>
                </a:moveTo>
                <a:cubicBezTo>
                  <a:pt x="53" y="404"/>
                  <a:pt x="54" y="407"/>
                  <a:pt x="52" y="407"/>
                </a:cubicBezTo>
                <a:cubicBezTo>
                  <a:pt x="53" y="405"/>
                  <a:pt x="52" y="406"/>
                  <a:pt x="52" y="404"/>
                </a:cubicBezTo>
                <a:close/>
                <a:moveTo>
                  <a:pt x="42" y="441"/>
                </a:moveTo>
                <a:cubicBezTo>
                  <a:pt x="43" y="442"/>
                  <a:pt x="42" y="443"/>
                  <a:pt x="42" y="444"/>
                </a:cubicBezTo>
                <a:cubicBezTo>
                  <a:pt x="42" y="444"/>
                  <a:pt x="42" y="442"/>
                  <a:pt x="42" y="441"/>
                </a:cubicBezTo>
                <a:close/>
              </a:path>
            </a:pathLst>
          </a:custGeom>
          <a:solidFill>
            <a:schemeClr val="accent2">
              <a:alpha val="70000"/>
            </a:schemeClr>
          </a:solidFill>
          <a:ln w="14288" cap="flat">
            <a:noFill/>
            <a:prstDash val="solid"/>
            <a:miter lim="800000"/>
          </a:ln>
        </p:spPr>
        <p:txBody>
          <a:bodyPr vert="horz" wrap="square" lIns="91440" tIns="45720" rIns="91440" bIns="45720" numCol="1" anchor="ctr"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rgbClr val="FFFFFF"/>
              </a:solidFill>
              <a:sym typeface="+mn-ea"/>
            </a:endParaRPr>
          </a:p>
        </p:txBody>
      </p:sp>
      <p:sp>
        <p:nvSpPr>
          <p:cNvPr id="18" name="Freeform 7397"/>
          <p:cNvSpPr/>
          <p:nvPr>
            <p:custDataLst>
              <p:tags r:id="rId9"/>
            </p:custDataLst>
          </p:nvPr>
        </p:nvSpPr>
        <p:spPr bwMode="auto">
          <a:xfrm>
            <a:off x="9525299" y="1618678"/>
            <a:ext cx="75188" cy="3638487"/>
          </a:xfrm>
          <a:custGeom>
            <a:avLst/>
            <a:gdLst>
              <a:gd name="T0" fmla="*/ 391912 w 1717675"/>
              <a:gd name="T1" fmla="*/ 391912 w 1717675"/>
              <a:gd name="T2" fmla="*/ 391912 w 1717675"/>
              <a:gd name="T3" fmla="*/ 391912 w 1717675"/>
              <a:gd name="T4" fmla="*/ 391912 w 1717675"/>
              <a:gd name="T5" fmla="*/ 391912 w 1717675"/>
              <a:gd name="T6" fmla="*/ 391912 w 1717675"/>
              <a:gd name="T7" fmla="*/ 391912 w 1717675"/>
              <a:gd name="T8" fmla="*/ 391912 w 1717675"/>
              <a:gd name="T9" fmla="*/ 391912 w 1717675"/>
              <a:gd name="T10" fmla="*/ 391912 w 1717675"/>
              <a:gd name="T11" fmla="*/ 391912 w 1717675"/>
              <a:gd name="T12" fmla="*/ 391912 w 1717675"/>
              <a:gd name="T13" fmla="*/ 391912 w 1717675"/>
              <a:gd name="T14" fmla="*/ 391912 w 1717675"/>
              <a:gd name="T15" fmla="*/ 391912 w 1717675"/>
              <a:gd name="T16" fmla="*/ 391912 w 1717675"/>
              <a:gd name="T17" fmla="*/ 391912 w 1717675"/>
              <a:gd name="T18" fmla="*/ 391912 w 1717675"/>
              <a:gd name="T19" fmla="*/ 391912 w 1717675"/>
              <a:gd name="T20" fmla="*/ 391912 w 1717675"/>
              <a:gd name="T21" fmla="*/ 391912 w 1717675"/>
              <a:gd name="T22" fmla="*/ 391912 w 1717675"/>
              <a:gd name="T23" fmla="*/ 391912 w 1717675"/>
              <a:gd name="T24" fmla="*/ 391912 w 1717675"/>
              <a:gd name="T25" fmla="*/ 391912 w 1717675"/>
              <a:gd name="T26" fmla="*/ 391912 w 1717675"/>
              <a:gd name="T27" fmla="*/ 391912 w 1717675"/>
              <a:gd name="T28" fmla="*/ 391912 w 1717675"/>
              <a:gd name="T29" fmla="*/ 391912 w 1717675"/>
              <a:gd name="T30" fmla="*/ 391912 w 1717675"/>
              <a:gd name="T31" fmla="*/ 391912 w 1717675"/>
              <a:gd name="T32" fmla="*/ 391912 w 1717675"/>
              <a:gd name="T33" fmla="*/ 391912 w 1717675"/>
              <a:gd name="T34" fmla="*/ 391912 w 1717675"/>
              <a:gd name="T35" fmla="*/ 391912 w 1717675"/>
              <a:gd name="T36" fmla="*/ 391912 w 1717675"/>
              <a:gd name="T37" fmla="*/ 391912 w 1717675"/>
              <a:gd name="T38" fmla="*/ 391912 w 1717675"/>
              <a:gd name="T39" fmla="*/ 391912 w 1717675"/>
              <a:gd name="T40" fmla="*/ 391912 w 1717675"/>
              <a:gd name="T41" fmla="*/ 391912 w 1717675"/>
              <a:gd name="T42" fmla="*/ 391912 w 1717675"/>
              <a:gd name="T43" fmla="*/ 391912 w 1717675"/>
              <a:gd name="T44" fmla="*/ 391912 w 1717675"/>
              <a:gd name="T45" fmla="*/ 391912 w 1717675"/>
              <a:gd name="T46" fmla="*/ 391912 w 1717675"/>
              <a:gd name="T47" fmla="*/ 391912 w 1717675"/>
              <a:gd name="T48" fmla="*/ 391912 w 1717675"/>
              <a:gd name="T49" fmla="*/ 391912 w 1717675"/>
              <a:gd name="T50" fmla="*/ 391912 w 1717675"/>
              <a:gd name="T51" fmla="*/ 391912 w 1717675"/>
              <a:gd name="T52" fmla="*/ 391912 w 1717675"/>
              <a:gd name="T53" fmla="*/ 391912 w 1717675"/>
              <a:gd name="T54" fmla="*/ 391912 w 1717675"/>
              <a:gd name="T55" fmla="*/ 391912 w 1717675"/>
              <a:gd name="T56" fmla="*/ 391912 w 1717675"/>
              <a:gd name="T57" fmla="*/ 391912 w 1717675"/>
              <a:gd name="T58" fmla="*/ 391912 w 1717675"/>
              <a:gd name="T59" fmla="*/ 391912 w 1717675"/>
              <a:gd name="T60" fmla="*/ 391912 w 1717675"/>
              <a:gd name="T61" fmla="*/ 391912 w 1717675"/>
              <a:gd name="T62" fmla="*/ 391912 w 1717675"/>
              <a:gd name="T63" fmla="*/ 391912 w 1717675"/>
              <a:gd name="T64" fmla="*/ 391912 w 1717675"/>
              <a:gd name="T65" fmla="*/ 391912 w 1717675"/>
              <a:gd name="T66" fmla="*/ 391912 w 1717675"/>
              <a:gd name="T67" fmla="*/ 391912 w 1717675"/>
              <a:gd name="T68" fmla="*/ 391912 w 1717675"/>
              <a:gd name="T69" fmla="*/ 391912 w 1717675"/>
              <a:gd name="T70" fmla="*/ 391912 w 1717675"/>
              <a:gd name="T71" fmla="*/ 391912 w 1717675"/>
              <a:gd name="T72" fmla="*/ 391912 w 1717675"/>
              <a:gd name="T73" fmla="*/ 391912 w 1717675"/>
              <a:gd name="T74" fmla="*/ 391912 w 1717675"/>
              <a:gd name="T75" fmla="*/ 391912 w 1717675"/>
              <a:gd name="T76" fmla="*/ 391912 w 1717675"/>
              <a:gd name="T77" fmla="*/ 391912 w 1717675"/>
              <a:gd name="T78" fmla="*/ 391912 w 1717675"/>
              <a:gd name="T79" fmla="*/ 391912 w 1717675"/>
              <a:gd name="T80" fmla="*/ 391912 w 1717675"/>
              <a:gd name="T81" fmla="*/ 391912 w 1717675"/>
              <a:gd name="T82" fmla="*/ 391912 w 1717675"/>
              <a:gd name="T83" fmla="*/ 391912 w 1717675"/>
              <a:gd name="T84" fmla="*/ 391912 w 1717675"/>
              <a:gd name="T85" fmla="*/ 391912 w 1717675"/>
              <a:gd name="T86" fmla="*/ 391912 w 1717675"/>
              <a:gd name="T87" fmla="*/ 391912 w 1717675"/>
              <a:gd name="T88" fmla="*/ 391912 w 1717675"/>
              <a:gd name="T89" fmla="*/ 391912 w 1717675"/>
              <a:gd name="T90" fmla="*/ 391912 w 1717675"/>
              <a:gd name="T91" fmla="*/ 391912 w 1717675"/>
              <a:gd name="T92" fmla="*/ 391912 w 1717675"/>
              <a:gd name="T93" fmla="*/ 391912 w 1717675"/>
              <a:gd name="T94" fmla="*/ 391912 w 1717675"/>
              <a:gd name="T95" fmla="*/ 391912 w 1717675"/>
              <a:gd name="T96" fmla="*/ 391912 w 1717675"/>
              <a:gd name="T97" fmla="*/ 391912 w 1717675"/>
              <a:gd name="T98" fmla="*/ 391912 w 1717675"/>
              <a:gd name="T99" fmla="*/ 391912 w 1717675"/>
              <a:gd name="T100" fmla="*/ 391912 w 1717675"/>
              <a:gd name="T101" fmla="*/ 391912 w 1717675"/>
              <a:gd name="T102" fmla="*/ 391912 w 1717675"/>
              <a:gd name="T103" fmla="*/ 391912 w 1717675"/>
              <a:gd name="T104" fmla="*/ 391912 w 1717675"/>
              <a:gd name="T105" fmla="*/ 391912 w 1717675"/>
              <a:gd name="T106" fmla="*/ 391912 w 1717675"/>
              <a:gd name="T107" fmla="*/ 391912 w 1717675"/>
              <a:gd name="T108" fmla="*/ 391912 w 1717675"/>
              <a:gd name="T109" fmla="*/ 391912 w 1717675"/>
              <a:gd name="T110" fmla="*/ 391912 w 1717675"/>
              <a:gd name="T111" fmla="*/ 391912 w 1717675"/>
              <a:gd name="T112" fmla="*/ 391912 w 1717675"/>
              <a:gd name="T113" fmla="*/ 391912 w 1717675"/>
              <a:gd name="T114" fmla="*/ 391912 w 1717675"/>
              <a:gd name="T115" fmla="*/ 391912 w 1717675"/>
              <a:gd name="T116" fmla="*/ 391912 w 1717675"/>
              <a:gd name="T117" fmla="*/ 391912 w 1717675"/>
              <a:gd name="T118" fmla="*/ 391912 w 1717675"/>
              <a:gd name="T119" fmla="*/ 391912 w 1717675"/>
              <a:gd name="T120" fmla="*/ 391912 w 1717675"/>
              <a:gd name="T121" fmla="*/ 391912 w 1717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 h="473">
                <a:moveTo>
                  <a:pt x="29" y="6"/>
                </a:moveTo>
                <a:cubicBezTo>
                  <a:pt x="29" y="7"/>
                  <a:pt x="29" y="7"/>
                  <a:pt x="29" y="7"/>
                </a:cubicBezTo>
                <a:cubicBezTo>
                  <a:pt x="29" y="7"/>
                  <a:pt x="28" y="7"/>
                  <a:pt x="28" y="6"/>
                </a:cubicBezTo>
                <a:cubicBezTo>
                  <a:pt x="28" y="6"/>
                  <a:pt x="28" y="4"/>
                  <a:pt x="28" y="3"/>
                </a:cubicBezTo>
                <a:cubicBezTo>
                  <a:pt x="25" y="2"/>
                  <a:pt x="23" y="2"/>
                  <a:pt x="22" y="4"/>
                </a:cubicBezTo>
                <a:cubicBezTo>
                  <a:pt x="21" y="2"/>
                  <a:pt x="21" y="5"/>
                  <a:pt x="20" y="3"/>
                </a:cubicBezTo>
                <a:cubicBezTo>
                  <a:pt x="21" y="5"/>
                  <a:pt x="21" y="6"/>
                  <a:pt x="22" y="8"/>
                </a:cubicBezTo>
                <a:cubicBezTo>
                  <a:pt x="21" y="7"/>
                  <a:pt x="19" y="8"/>
                  <a:pt x="19" y="6"/>
                </a:cubicBezTo>
                <a:cubicBezTo>
                  <a:pt x="18" y="5"/>
                  <a:pt x="18" y="6"/>
                  <a:pt x="18" y="7"/>
                </a:cubicBezTo>
                <a:cubicBezTo>
                  <a:pt x="17" y="5"/>
                  <a:pt x="15" y="7"/>
                  <a:pt x="13" y="6"/>
                </a:cubicBezTo>
                <a:cubicBezTo>
                  <a:pt x="13" y="7"/>
                  <a:pt x="13" y="7"/>
                  <a:pt x="13" y="8"/>
                </a:cubicBezTo>
                <a:cubicBezTo>
                  <a:pt x="12" y="7"/>
                  <a:pt x="12" y="8"/>
                  <a:pt x="11" y="7"/>
                </a:cubicBezTo>
                <a:cubicBezTo>
                  <a:pt x="11" y="8"/>
                  <a:pt x="11" y="9"/>
                  <a:pt x="11" y="9"/>
                </a:cubicBezTo>
                <a:cubicBezTo>
                  <a:pt x="11" y="9"/>
                  <a:pt x="11" y="10"/>
                  <a:pt x="10" y="9"/>
                </a:cubicBezTo>
                <a:cubicBezTo>
                  <a:pt x="10" y="10"/>
                  <a:pt x="9" y="10"/>
                  <a:pt x="8" y="11"/>
                </a:cubicBezTo>
                <a:cubicBezTo>
                  <a:pt x="9" y="11"/>
                  <a:pt x="9" y="12"/>
                  <a:pt x="9" y="12"/>
                </a:cubicBezTo>
                <a:cubicBezTo>
                  <a:pt x="10" y="12"/>
                  <a:pt x="9" y="11"/>
                  <a:pt x="9" y="11"/>
                </a:cubicBezTo>
                <a:cubicBezTo>
                  <a:pt x="10" y="11"/>
                  <a:pt x="10" y="12"/>
                  <a:pt x="10" y="12"/>
                </a:cubicBezTo>
                <a:cubicBezTo>
                  <a:pt x="10" y="11"/>
                  <a:pt x="10" y="11"/>
                  <a:pt x="10" y="11"/>
                </a:cubicBezTo>
                <a:cubicBezTo>
                  <a:pt x="11" y="12"/>
                  <a:pt x="11" y="11"/>
                  <a:pt x="12" y="11"/>
                </a:cubicBezTo>
                <a:cubicBezTo>
                  <a:pt x="13" y="13"/>
                  <a:pt x="12" y="14"/>
                  <a:pt x="12" y="16"/>
                </a:cubicBezTo>
                <a:cubicBezTo>
                  <a:pt x="11" y="15"/>
                  <a:pt x="11" y="15"/>
                  <a:pt x="11" y="16"/>
                </a:cubicBezTo>
                <a:cubicBezTo>
                  <a:pt x="10" y="14"/>
                  <a:pt x="8" y="18"/>
                  <a:pt x="7" y="16"/>
                </a:cubicBezTo>
                <a:cubicBezTo>
                  <a:pt x="7" y="17"/>
                  <a:pt x="7" y="18"/>
                  <a:pt x="6" y="18"/>
                </a:cubicBezTo>
                <a:cubicBezTo>
                  <a:pt x="5" y="17"/>
                  <a:pt x="2" y="19"/>
                  <a:pt x="2" y="21"/>
                </a:cubicBezTo>
                <a:cubicBezTo>
                  <a:pt x="3" y="22"/>
                  <a:pt x="4" y="22"/>
                  <a:pt x="5" y="20"/>
                </a:cubicBezTo>
                <a:cubicBezTo>
                  <a:pt x="6" y="22"/>
                  <a:pt x="6" y="19"/>
                  <a:pt x="8" y="20"/>
                </a:cubicBezTo>
                <a:cubicBezTo>
                  <a:pt x="8" y="21"/>
                  <a:pt x="8" y="22"/>
                  <a:pt x="7" y="23"/>
                </a:cubicBezTo>
                <a:cubicBezTo>
                  <a:pt x="7" y="23"/>
                  <a:pt x="7" y="23"/>
                  <a:pt x="7" y="22"/>
                </a:cubicBezTo>
                <a:cubicBezTo>
                  <a:pt x="7" y="23"/>
                  <a:pt x="7" y="23"/>
                  <a:pt x="7" y="24"/>
                </a:cubicBezTo>
                <a:cubicBezTo>
                  <a:pt x="5" y="24"/>
                  <a:pt x="5" y="26"/>
                  <a:pt x="3" y="26"/>
                </a:cubicBezTo>
                <a:cubicBezTo>
                  <a:pt x="3" y="28"/>
                  <a:pt x="1" y="26"/>
                  <a:pt x="1" y="29"/>
                </a:cubicBezTo>
                <a:cubicBezTo>
                  <a:pt x="2" y="28"/>
                  <a:pt x="5" y="28"/>
                  <a:pt x="6" y="27"/>
                </a:cubicBezTo>
                <a:cubicBezTo>
                  <a:pt x="6" y="27"/>
                  <a:pt x="7" y="27"/>
                  <a:pt x="7" y="28"/>
                </a:cubicBezTo>
                <a:cubicBezTo>
                  <a:pt x="7" y="33"/>
                  <a:pt x="2" y="31"/>
                  <a:pt x="0" y="36"/>
                </a:cubicBezTo>
                <a:cubicBezTo>
                  <a:pt x="1" y="37"/>
                  <a:pt x="2" y="35"/>
                  <a:pt x="2" y="34"/>
                </a:cubicBezTo>
                <a:cubicBezTo>
                  <a:pt x="3" y="35"/>
                  <a:pt x="4" y="36"/>
                  <a:pt x="5" y="35"/>
                </a:cubicBezTo>
                <a:cubicBezTo>
                  <a:pt x="7" y="38"/>
                  <a:pt x="2" y="39"/>
                  <a:pt x="1" y="41"/>
                </a:cubicBezTo>
                <a:cubicBezTo>
                  <a:pt x="2" y="41"/>
                  <a:pt x="2" y="42"/>
                  <a:pt x="2" y="43"/>
                </a:cubicBezTo>
                <a:cubicBezTo>
                  <a:pt x="2" y="42"/>
                  <a:pt x="3" y="42"/>
                  <a:pt x="3" y="43"/>
                </a:cubicBezTo>
                <a:cubicBezTo>
                  <a:pt x="3" y="41"/>
                  <a:pt x="4" y="44"/>
                  <a:pt x="5" y="42"/>
                </a:cubicBezTo>
                <a:cubicBezTo>
                  <a:pt x="5" y="41"/>
                  <a:pt x="5" y="40"/>
                  <a:pt x="5" y="40"/>
                </a:cubicBezTo>
                <a:cubicBezTo>
                  <a:pt x="6" y="40"/>
                  <a:pt x="6" y="41"/>
                  <a:pt x="6" y="42"/>
                </a:cubicBezTo>
                <a:cubicBezTo>
                  <a:pt x="6" y="43"/>
                  <a:pt x="7" y="43"/>
                  <a:pt x="7" y="43"/>
                </a:cubicBezTo>
                <a:cubicBezTo>
                  <a:pt x="6" y="45"/>
                  <a:pt x="6" y="45"/>
                  <a:pt x="5" y="46"/>
                </a:cubicBezTo>
                <a:cubicBezTo>
                  <a:pt x="5" y="46"/>
                  <a:pt x="5" y="46"/>
                  <a:pt x="5" y="45"/>
                </a:cubicBezTo>
                <a:cubicBezTo>
                  <a:pt x="4" y="47"/>
                  <a:pt x="4" y="47"/>
                  <a:pt x="3" y="47"/>
                </a:cubicBezTo>
                <a:cubicBezTo>
                  <a:pt x="3" y="48"/>
                  <a:pt x="2" y="49"/>
                  <a:pt x="3" y="49"/>
                </a:cubicBezTo>
                <a:cubicBezTo>
                  <a:pt x="3" y="47"/>
                  <a:pt x="4" y="50"/>
                  <a:pt x="5" y="49"/>
                </a:cubicBezTo>
                <a:cubicBezTo>
                  <a:pt x="6" y="48"/>
                  <a:pt x="5" y="47"/>
                  <a:pt x="5" y="47"/>
                </a:cubicBezTo>
                <a:cubicBezTo>
                  <a:pt x="6" y="48"/>
                  <a:pt x="6" y="50"/>
                  <a:pt x="6" y="51"/>
                </a:cubicBezTo>
                <a:cubicBezTo>
                  <a:pt x="5" y="51"/>
                  <a:pt x="5" y="51"/>
                  <a:pt x="4" y="53"/>
                </a:cubicBezTo>
                <a:cubicBezTo>
                  <a:pt x="3" y="52"/>
                  <a:pt x="3" y="54"/>
                  <a:pt x="1" y="55"/>
                </a:cubicBezTo>
                <a:cubicBezTo>
                  <a:pt x="1" y="55"/>
                  <a:pt x="1" y="57"/>
                  <a:pt x="1" y="58"/>
                </a:cubicBezTo>
                <a:cubicBezTo>
                  <a:pt x="2" y="59"/>
                  <a:pt x="2" y="57"/>
                  <a:pt x="3" y="56"/>
                </a:cubicBezTo>
                <a:cubicBezTo>
                  <a:pt x="3" y="57"/>
                  <a:pt x="4" y="56"/>
                  <a:pt x="4" y="55"/>
                </a:cubicBezTo>
                <a:cubicBezTo>
                  <a:pt x="4" y="57"/>
                  <a:pt x="4" y="58"/>
                  <a:pt x="5" y="58"/>
                </a:cubicBezTo>
                <a:cubicBezTo>
                  <a:pt x="5" y="57"/>
                  <a:pt x="4" y="57"/>
                  <a:pt x="5" y="55"/>
                </a:cubicBezTo>
                <a:cubicBezTo>
                  <a:pt x="5" y="56"/>
                  <a:pt x="5" y="55"/>
                  <a:pt x="5" y="55"/>
                </a:cubicBezTo>
                <a:cubicBezTo>
                  <a:pt x="5" y="58"/>
                  <a:pt x="6" y="54"/>
                  <a:pt x="6" y="55"/>
                </a:cubicBezTo>
                <a:cubicBezTo>
                  <a:pt x="5" y="59"/>
                  <a:pt x="3" y="61"/>
                  <a:pt x="1" y="64"/>
                </a:cubicBezTo>
                <a:cubicBezTo>
                  <a:pt x="3" y="64"/>
                  <a:pt x="3" y="63"/>
                  <a:pt x="4" y="64"/>
                </a:cubicBezTo>
                <a:cubicBezTo>
                  <a:pt x="4" y="63"/>
                  <a:pt x="4" y="61"/>
                  <a:pt x="5" y="62"/>
                </a:cubicBezTo>
                <a:cubicBezTo>
                  <a:pt x="5" y="62"/>
                  <a:pt x="5" y="62"/>
                  <a:pt x="5" y="63"/>
                </a:cubicBezTo>
                <a:cubicBezTo>
                  <a:pt x="4" y="63"/>
                  <a:pt x="5" y="65"/>
                  <a:pt x="5" y="65"/>
                </a:cubicBezTo>
                <a:cubicBezTo>
                  <a:pt x="4" y="66"/>
                  <a:pt x="5" y="67"/>
                  <a:pt x="5" y="68"/>
                </a:cubicBezTo>
                <a:cubicBezTo>
                  <a:pt x="5" y="69"/>
                  <a:pt x="4" y="69"/>
                  <a:pt x="4" y="71"/>
                </a:cubicBezTo>
                <a:cubicBezTo>
                  <a:pt x="5" y="71"/>
                  <a:pt x="5" y="70"/>
                  <a:pt x="5" y="71"/>
                </a:cubicBezTo>
                <a:cubicBezTo>
                  <a:pt x="4" y="72"/>
                  <a:pt x="5" y="72"/>
                  <a:pt x="5" y="75"/>
                </a:cubicBezTo>
                <a:cubicBezTo>
                  <a:pt x="5" y="75"/>
                  <a:pt x="4" y="76"/>
                  <a:pt x="5" y="76"/>
                </a:cubicBezTo>
                <a:cubicBezTo>
                  <a:pt x="5" y="75"/>
                  <a:pt x="5" y="75"/>
                  <a:pt x="6" y="74"/>
                </a:cubicBezTo>
                <a:cubicBezTo>
                  <a:pt x="5" y="76"/>
                  <a:pt x="6" y="82"/>
                  <a:pt x="5" y="80"/>
                </a:cubicBezTo>
                <a:cubicBezTo>
                  <a:pt x="4" y="81"/>
                  <a:pt x="5" y="82"/>
                  <a:pt x="4" y="83"/>
                </a:cubicBezTo>
                <a:cubicBezTo>
                  <a:pt x="5" y="83"/>
                  <a:pt x="5" y="81"/>
                  <a:pt x="6" y="82"/>
                </a:cubicBezTo>
                <a:cubicBezTo>
                  <a:pt x="6" y="83"/>
                  <a:pt x="5" y="82"/>
                  <a:pt x="5" y="83"/>
                </a:cubicBezTo>
                <a:cubicBezTo>
                  <a:pt x="6" y="84"/>
                  <a:pt x="5" y="85"/>
                  <a:pt x="5" y="86"/>
                </a:cubicBezTo>
                <a:cubicBezTo>
                  <a:pt x="5" y="86"/>
                  <a:pt x="5" y="87"/>
                  <a:pt x="4" y="87"/>
                </a:cubicBezTo>
                <a:cubicBezTo>
                  <a:pt x="5" y="90"/>
                  <a:pt x="3" y="93"/>
                  <a:pt x="4" y="96"/>
                </a:cubicBezTo>
                <a:cubicBezTo>
                  <a:pt x="5" y="96"/>
                  <a:pt x="5" y="95"/>
                  <a:pt x="5" y="96"/>
                </a:cubicBezTo>
                <a:cubicBezTo>
                  <a:pt x="5" y="97"/>
                  <a:pt x="4" y="97"/>
                  <a:pt x="5" y="99"/>
                </a:cubicBezTo>
                <a:cubicBezTo>
                  <a:pt x="4" y="98"/>
                  <a:pt x="4" y="98"/>
                  <a:pt x="4" y="98"/>
                </a:cubicBezTo>
                <a:cubicBezTo>
                  <a:pt x="4" y="101"/>
                  <a:pt x="5" y="107"/>
                  <a:pt x="4" y="109"/>
                </a:cubicBezTo>
                <a:cubicBezTo>
                  <a:pt x="5" y="110"/>
                  <a:pt x="4" y="112"/>
                  <a:pt x="4" y="114"/>
                </a:cubicBezTo>
                <a:cubicBezTo>
                  <a:pt x="5" y="115"/>
                  <a:pt x="4" y="118"/>
                  <a:pt x="4" y="120"/>
                </a:cubicBezTo>
                <a:cubicBezTo>
                  <a:pt x="4" y="119"/>
                  <a:pt x="4" y="119"/>
                  <a:pt x="5" y="118"/>
                </a:cubicBezTo>
                <a:cubicBezTo>
                  <a:pt x="5" y="119"/>
                  <a:pt x="5" y="119"/>
                  <a:pt x="5" y="119"/>
                </a:cubicBezTo>
                <a:cubicBezTo>
                  <a:pt x="4" y="120"/>
                  <a:pt x="5" y="120"/>
                  <a:pt x="5" y="121"/>
                </a:cubicBezTo>
                <a:cubicBezTo>
                  <a:pt x="5" y="124"/>
                  <a:pt x="4" y="130"/>
                  <a:pt x="5" y="132"/>
                </a:cubicBezTo>
                <a:cubicBezTo>
                  <a:pt x="5" y="132"/>
                  <a:pt x="5" y="132"/>
                  <a:pt x="5" y="132"/>
                </a:cubicBezTo>
                <a:cubicBezTo>
                  <a:pt x="5" y="134"/>
                  <a:pt x="5" y="136"/>
                  <a:pt x="4" y="139"/>
                </a:cubicBezTo>
                <a:cubicBezTo>
                  <a:pt x="5" y="139"/>
                  <a:pt x="5" y="141"/>
                  <a:pt x="5" y="141"/>
                </a:cubicBezTo>
                <a:cubicBezTo>
                  <a:pt x="5" y="142"/>
                  <a:pt x="5" y="142"/>
                  <a:pt x="4" y="143"/>
                </a:cubicBezTo>
                <a:cubicBezTo>
                  <a:pt x="5" y="144"/>
                  <a:pt x="5" y="142"/>
                  <a:pt x="5" y="143"/>
                </a:cubicBezTo>
                <a:cubicBezTo>
                  <a:pt x="4" y="144"/>
                  <a:pt x="6" y="146"/>
                  <a:pt x="5" y="148"/>
                </a:cubicBezTo>
                <a:cubicBezTo>
                  <a:pt x="4" y="147"/>
                  <a:pt x="5" y="146"/>
                  <a:pt x="5" y="146"/>
                </a:cubicBezTo>
                <a:cubicBezTo>
                  <a:pt x="4" y="146"/>
                  <a:pt x="4" y="150"/>
                  <a:pt x="5" y="149"/>
                </a:cubicBezTo>
                <a:cubicBezTo>
                  <a:pt x="5" y="149"/>
                  <a:pt x="6" y="149"/>
                  <a:pt x="6" y="148"/>
                </a:cubicBezTo>
                <a:cubicBezTo>
                  <a:pt x="6" y="149"/>
                  <a:pt x="5" y="149"/>
                  <a:pt x="5" y="151"/>
                </a:cubicBezTo>
                <a:cubicBezTo>
                  <a:pt x="5" y="152"/>
                  <a:pt x="6" y="152"/>
                  <a:pt x="6" y="153"/>
                </a:cubicBezTo>
                <a:cubicBezTo>
                  <a:pt x="5" y="152"/>
                  <a:pt x="5" y="155"/>
                  <a:pt x="6" y="155"/>
                </a:cubicBezTo>
                <a:cubicBezTo>
                  <a:pt x="6" y="155"/>
                  <a:pt x="5" y="153"/>
                  <a:pt x="6" y="153"/>
                </a:cubicBezTo>
                <a:cubicBezTo>
                  <a:pt x="7" y="153"/>
                  <a:pt x="7" y="153"/>
                  <a:pt x="7" y="155"/>
                </a:cubicBezTo>
                <a:cubicBezTo>
                  <a:pt x="7" y="155"/>
                  <a:pt x="7" y="154"/>
                  <a:pt x="6" y="154"/>
                </a:cubicBezTo>
                <a:cubicBezTo>
                  <a:pt x="6" y="155"/>
                  <a:pt x="6" y="155"/>
                  <a:pt x="6" y="156"/>
                </a:cubicBezTo>
                <a:cubicBezTo>
                  <a:pt x="6" y="155"/>
                  <a:pt x="5" y="157"/>
                  <a:pt x="5" y="158"/>
                </a:cubicBezTo>
                <a:cubicBezTo>
                  <a:pt x="6" y="158"/>
                  <a:pt x="6" y="157"/>
                  <a:pt x="6" y="158"/>
                </a:cubicBezTo>
                <a:cubicBezTo>
                  <a:pt x="5" y="158"/>
                  <a:pt x="6" y="162"/>
                  <a:pt x="6" y="164"/>
                </a:cubicBezTo>
                <a:cubicBezTo>
                  <a:pt x="7" y="165"/>
                  <a:pt x="6" y="165"/>
                  <a:pt x="8" y="167"/>
                </a:cubicBezTo>
                <a:cubicBezTo>
                  <a:pt x="7" y="168"/>
                  <a:pt x="7" y="165"/>
                  <a:pt x="6" y="167"/>
                </a:cubicBezTo>
                <a:cubicBezTo>
                  <a:pt x="6" y="167"/>
                  <a:pt x="7" y="168"/>
                  <a:pt x="6" y="168"/>
                </a:cubicBezTo>
                <a:cubicBezTo>
                  <a:pt x="6" y="169"/>
                  <a:pt x="6" y="167"/>
                  <a:pt x="6" y="167"/>
                </a:cubicBezTo>
                <a:cubicBezTo>
                  <a:pt x="6" y="168"/>
                  <a:pt x="5" y="167"/>
                  <a:pt x="5" y="167"/>
                </a:cubicBezTo>
                <a:cubicBezTo>
                  <a:pt x="5" y="170"/>
                  <a:pt x="5" y="171"/>
                  <a:pt x="6" y="173"/>
                </a:cubicBezTo>
                <a:cubicBezTo>
                  <a:pt x="6" y="172"/>
                  <a:pt x="6" y="171"/>
                  <a:pt x="6" y="170"/>
                </a:cubicBezTo>
                <a:cubicBezTo>
                  <a:pt x="6" y="172"/>
                  <a:pt x="7" y="175"/>
                  <a:pt x="6" y="175"/>
                </a:cubicBezTo>
                <a:cubicBezTo>
                  <a:pt x="6" y="174"/>
                  <a:pt x="6" y="173"/>
                  <a:pt x="6" y="173"/>
                </a:cubicBezTo>
                <a:cubicBezTo>
                  <a:pt x="6" y="174"/>
                  <a:pt x="5" y="173"/>
                  <a:pt x="5" y="174"/>
                </a:cubicBezTo>
                <a:cubicBezTo>
                  <a:pt x="6" y="174"/>
                  <a:pt x="6" y="179"/>
                  <a:pt x="6" y="177"/>
                </a:cubicBezTo>
                <a:cubicBezTo>
                  <a:pt x="6" y="179"/>
                  <a:pt x="6" y="183"/>
                  <a:pt x="6" y="184"/>
                </a:cubicBezTo>
                <a:cubicBezTo>
                  <a:pt x="7" y="184"/>
                  <a:pt x="6" y="183"/>
                  <a:pt x="7" y="183"/>
                </a:cubicBezTo>
                <a:cubicBezTo>
                  <a:pt x="7" y="183"/>
                  <a:pt x="7" y="184"/>
                  <a:pt x="7" y="186"/>
                </a:cubicBezTo>
                <a:cubicBezTo>
                  <a:pt x="6" y="185"/>
                  <a:pt x="6" y="187"/>
                  <a:pt x="6" y="188"/>
                </a:cubicBezTo>
                <a:cubicBezTo>
                  <a:pt x="6" y="187"/>
                  <a:pt x="7" y="186"/>
                  <a:pt x="8" y="186"/>
                </a:cubicBezTo>
                <a:cubicBezTo>
                  <a:pt x="7" y="188"/>
                  <a:pt x="7" y="190"/>
                  <a:pt x="7" y="192"/>
                </a:cubicBezTo>
                <a:cubicBezTo>
                  <a:pt x="7" y="192"/>
                  <a:pt x="6" y="192"/>
                  <a:pt x="6" y="193"/>
                </a:cubicBezTo>
                <a:cubicBezTo>
                  <a:pt x="7" y="193"/>
                  <a:pt x="6" y="194"/>
                  <a:pt x="7" y="195"/>
                </a:cubicBezTo>
                <a:cubicBezTo>
                  <a:pt x="6" y="195"/>
                  <a:pt x="6" y="195"/>
                  <a:pt x="6" y="194"/>
                </a:cubicBezTo>
                <a:cubicBezTo>
                  <a:pt x="6" y="196"/>
                  <a:pt x="6" y="197"/>
                  <a:pt x="6" y="198"/>
                </a:cubicBezTo>
                <a:cubicBezTo>
                  <a:pt x="6" y="199"/>
                  <a:pt x="6" y="198"/>
                  <a:pt x="6" y="198"/>
                </a:cubicBezTo>
                <a:cubicBezTo>
                  <a:pt x="7" y="199"/>
                  <a:pt x="7" y="199"/>
                  <a:pt x="7" y="201"/>
                </a:cubicBezTo>
                <a:cubicBezTo>
                  <a:pt x="7" y="201"/>
                  <a:pt x="6" y="200"/>
                  <a:pt x="6" y="201"/>
                </a:cubicBezTo>
                <a:cubicBezTo>
                  <a:pt x="7" y="201"/>
                  <a:pt x="7" y="203"/>
                  <a:pt x="8" y="203"/>
                </a:cubicBezTo>
                <a:cubicBezTo>
                  <a:pt x="8" y="201"/>
                  <a:pt x="8" y="202"/>
                  <a:pt x="8" y="201"/>
                </a:cubicBezTo>
                <a:cubicBezTo>
                  <a:pt x="8" y="201"/>
                  <a:pt x="7" y="201"/>
                  <a:pt x="7" y="200"/>
                </a:cubicBezTo>
                <a:cubicBezTo>
                  <a:pt x="8" y="200"/>
                  <a:pt x="7" y="197"/>
                  <a:pt x="8" y="197"/>
                </a:cubicBezTo>
                <a:cubicBezTo>
                  <a:pt x="8" y="199"/>
                  <a:pt x="9" y="198"/>
                  <a:pt x="10" y="198"/>
                </a:cubicBezTo>
                <a:cubicBezTo>
                  <a:pt x="9" y="199"/>
                  <a:pt x="10" y="199"/>
                  <a:pt x="10" y="200"/>
                </a:cubicBezTo>
                <a:cubicBezTo>
                  <a:pt x="9" y="199"/>
                  <a:pt x="9" y="200"/>
                  <a:pt x="9" y="201"/>
                </a:cubicBezTo>
                <a:cubicBezTo>
                  <a:pt x="9" y="200"/>
                  <a:pt x="10" y="200"/>
                  <a:pt x="10" y="200"/>
                </a:cubicBezTo>
                <a:cubicBezTo>
                  <a:pt x="10" y="201"/>
                  <a:pt x="10" y="202"/>
                  <a:pt x="11" y="203"/>
                </a:cubicBezTo>
                <a:cubicBezTo>
                  <a:pt x="10" y="203"/>
                  <a:pt x="10" y="203"/>
                  <a:pt x="10" y="204"/>
                </a:cubicBezTo>
                <a:cubicBezTo>
                  <a:pt x="10" y="204"/>
                  <a:pt x="10" y="205"/>
                  <a:pt x="11" y="205"/>
                </a:cubicBezTo>
                <a:cubicBezTo>
                  <a:pt x="10" y="205"/>
                  <a:pt x="10" y="206"/>
                  <a:pt x="10" y="206"/>
                </a:cubicBezTo>
                <a:cubicBezTo>
                  <a:pt x="10" y="205"/>
                  <a:pt x="10" y="203"/>
                  <a:pt x="9" y="203"/>
                </a:cubicBezTo>
                <a:cubicBezTo>
                  <a:pt x="8" y="205"/>
                  <a:pt x="9" y="206"/>
                  <a:pt x="10" y="207"/>
                </a:cubicBezTo>
                <a:cubicBezTo>
                  <a:pt x="10" y="208"/>
                  <a:pt x="10" y="208"/>
                  <a:pt x="10" y="209"/>
                </a:cubicBezTo>
                <a:cubicBezTo>
                  <a:pt x="10" y="209"/>
                  <a:pt x="10" y="210"/>
                  <a:pt x="10" y="210"/>
                </a:cubicBezTo>
                <a:cubicBezTo>
                  <a:pt x="9" y="208"/>
                  <a:pt x="10" y="208"/>
                  <a:pt x="10" y="208"/>
                </a:cubicBezTo>
                <a:cubicBezTo>
                  <a:pt x="9" y="207"/>
                  <a:pt x="9" y="209"/>
                  <a:pt x="9" y="209"/>
                </a:cubicBezTo>
                <a:cubicBezTo>
                  <a:pt x="9" y="208"/>
                  <a:pt x="8" y="208"/>
                  <a:pt x="8" y="209"/>
                </a:cubicBezTo>
                <a:cubicBezTo>
                  <a:pt x="9" y="209"/>
                  <a:pt x="9" y="211"/>
                  <a:pt x="9" y="212"/>
                </a:cubicBezTo>
                <a:cubicBezTo>
                  <a:pt x="10" y="212"/>
                  <a:pt x="10" y="211"/>
                  <a:pt x="10" y="211"/>
                </a:cubicBezTo>
                <a:cubicBezTo>
                  <a:pt x="10" y="212"/>
                  <a:pt x="9" y="213"/>
                  <a:pt x="10" y="214"/>
                </a:cubicBezTo>
                <a:cubicBezTo>
                  <a:pt x="10" y="212"/>
                  <a:pt x="10" y="214"/>
                  <a:pt x="10" y="215"/>
                </a:cubicBezTo>
                <a:cubicBezTo>
                  <a:pt x="10" y="213"/>
                  <a:pt x="12" y="214"/>
                  <a:pt x="12" y="214"/>
                </a:cubicBezTo>
                <a:cubicBezTo>
                  <a:pt x="12" y="215"/>
                  <a:pt x="12" y="217"/>
                  <a:pt x="12" y="217"/>
                </a:cubicBezTo>
                <a:cubicBezTo>
                  <a:pt x="11" y="217"/>
                  <a:pt x="11" y="217"/>
                  <a:pt x="11" y="217"/>
                </a:cubicBezTo>
                <a:cubicBezTo>
                  <a:pt x="11" y="216"/>
                  <a:pt x="12" y="215"/>
                  <a:pt x="11" y="214"/>
                </a:cubicBezTo>
                <a:cubicBezTo>
                  <a:pt x="11" y="215"/>
                  <a:pt x="11" y="215"/>
                  <a:pt x="11" y="215"/>
                </a:cubicBezTo>
                <a:cubicBezTo>
                  <a:pt x="11" y="215"/>
                  <a:pt x="11" y="214"/>
                  <a:pt x="11" y="214"/>
                </a:cubicBezTo>
                <a:cubicBezTo>
                  <a:pt x="10" y="218"/>
                  <a:pt x="11" y="220"/>
                  <a:pt x="10" y="222"/>
                </a:cubicBezTo>
                <a:cubicBezTo>
                  <a:pt x="11" y="222"/>
                  <a:pt x="10" y="224"/>
                  <a:pt x="11" y="225"/>
                </a:cubicBezTo>
                <a:cubicBezTo>
                  <a:pt x="11" y="225"/>
                  <a:pt x="11" y="224"/>
                  <a:pt x="11" y="224"/>
                </a:cubicBezTo>
                <a:cubicBezTo>
                  <a:pt x="12" y="224"/>
                  <a:pt x="11" y="226"/>
                  <a:pt x="11" y="226"/>
                </a:cubicBezTo>
                <a:cubicBezTo>
                  <a:pt x="11" y="226"/>
                  <a:pt x="10" y="227"/>
                  <a:pt x="10" y="226"/>
                </a:cubicBezTo>
                <a:cubicBezTo>
                  <a:pt x="10" y="227"/>
                  <a:pt x="10" y="227"/>
                  <a:pt x="10" y="228"/>
                </a:cubicBezTo>
                <a:cubicBezTo>
                  <a:pt x="11" y="227"/>
                  <a:pt x="12" y="227"/>
                  <a:pt x="12" y="226"/>
                </a:cubicBezTo>
                <a:cubicBezTo>
                  <a:pt x="13" y="227"/>
                  <a:pt x="12" y="227"/>
                  <a:pt x="12" y="228"/>
                </a:cubicBezTo>
                <a:cubicBezTo>
                  <a:pt x="11" y="227"/>
                  <a:pt x="12" y="231"/>
                  <a:pt x="11" y="229"/>
                </a:cubicBezTo>
                <a:cubicBezTo>
                  <a:pt x="11" y="230"/>
                  <a:pt x="10" y="231"/>
                  <a:pt x="10" y="232"/>
                </a:cubicBezTo>
                <a:cubicBezTo>
                  <a:pt x="10" y="231"/>
                  <a:pt x="11" y="231"/>
                  <a:pt x="11" y="232"/>
                </a:cubicBezTo>
                <a:cubicBezTo>
                  <a:pt x="11" y="232"/>
                  <a:pt x="11" y="233"/>
                  <a:pt x="10" y="232"/>
                </a:cubicBezTo>
                <a:cubicBezTo>
                  <a:pt x="10" y="232"/>
                  <a:pt x="10" y="232"/>
                  <a:pt x="10" y="232"/>
                </a:cubicBezTo>
                <a:cubicBezTo>
                  <a:pt x="10" y="232"/>
                  <a:pt x="10" y="230"/>
                  <a:pt x="10" y="230"/>
                </a:cubicBezTo>
                <a:cubicBezTo>
                  <a:pt x="10" y="232"/>
                  <a:pt x="9" y="232"/>
                  <a:pt x="9" y="231"/>
                </a:cubicBezTo>
                <a:cubicBezTo>
                  <a:pt x="9" y="233"/>
                  <a:pt x="10" y="232"/>
                  <a:pt x="10" y="234"/>
                </a:cubicBezTo>
                <a:cubicBezTo>
                  <a:pt x="10" y="234"/>
                  <a:pt x="10" y="235"/>
                  <a:pt x="9" y="234"/>
                </a:cubicBezTo>
                <a:cubicBezTo>
                  <a:pt x="9" y="236"/>
                  <a:pt x="10" y="236"/>
                  <a:pt x="10" y="238"/>
                </a:cubicBezTo>
                <a:cubicBezTo>
                  <a:pt x="10" y="238"/>
                  <a:pt x="9" y="240"/>
                  <a:pt x="10" y="240"/>
                </a:cubicBezTo>
                <a:cubicBezTo>
                  <a:pt x="11" y="240"/>
                  <a:pt x="10" y="236"/>
                  <a:pt x="11" y="235"/>
                </a:cubicBezTo>
                <a:cubicBezTo>
                  <a:pt x="11" y="237"/>
                  <a:pt x="12" y="234"/>
                  <a:pt x="13" y="236"/>
                </a:cubicBezTo>
                <a:cubicBezTo>
                  <a:pt x="13" y="239"/>
                  <a:pt x="11" y="237"/>
                  <a:pt x="12" y="239"/>
                </a:cubicBezTo>
                <a:cubicBezTo>
                  <a:pt x="12" y="238"/>
                  <a:pt x="13" y="239"/>
                  <a:pt x="12" y="239"/>
                </a:cubicBezTo>
                <a:cubicBezTo>
                  <a:pt x="13" y="239"/>
                  <a:pt x="15" y="236"/>
                  <a:pt x="15" y="239"/>
                </a:cubicBezTo>
                <a:cubicBezTo>
                  <a:pt x="15" y="239"/>
                  <a:pt x="13" y="239"/>
                  <a:pt x="14" y="241"/>
                </a:cubicBezTo>
                <a:cubicBezTo>
                  <a:pt x="14" y="240"/>
                  <a:pt x="14" y="241"/>
                  <a:pt x="14" y="242"/>
                </a:cubicBezTo>
                <a:cubicBezTo>
                  <a:pt x="14" y="242"/>
                  <a:pt x="15" y="242"/>
                  <a:pt x="15" y="242"/>
                </a:cubicBezTo>
                <a:cubicBezTo>
                  <a:pt x="15" y="243"/>
                  <a:pt x="14" y="244"/>
                  <a:pt x="14" y="244"/>
                </a:cubicBezTo>
                <a:cubicBezTo>
                  <a:pt x="15" y="245"/>
                  <a:pt x="13" y="246"/>
                  <a:pt x="13" y="246"/>
                </a:cubicBezTo>
                <a:cubicBezTo>
                  <a:pt x="14" y="245"/>
                  <a:pt x="14" y="246"/>
                  <a:pt x="15" y="244"/>
                </a:cubicBezTo>
                <a:cubicBezTo>
                  <a:pt x="15" y="245"/>
                  <a:pt x="15" y="244"/>
                  <a:pt x="15" y="244"/>
                </a:cubicBezTo>
                <a:cubicBezTo>
                  <a:pt x="15" y="246"/>
                  <a:pt x="15" y="247"/>
                  <a:pt x="15" y="249"/>
                </a:cubicBezTo>
                <a:cubicBezTo>
                  <a:pt x="17" y="249"/>
                  <a:pt x="14" y="253"/>
                  <a:pt x="15" y="254"/>
                </a:cubicBezTo>
                <a:cubicBezTo>
                  <a:pt x="15" y="253"/>
                  <a:pt x="15" y="253"/>
                  <a:pt x="15" y="253"/>
                </a:cubicBezTo>
                <a:cubicBezTo>
                  <a:pt x="15" y="254"/>
                  <a:pt x="16" y="252"/>
                  <a:pt x="16" y="254"/>
                </a:cubicBezTo>
                <a:cubicBezTo>
                  <a:pt x="16" y="254"/>
                  <a:pt x="16" y="255"/>
                  <a:pt x="15" y="255"/>
                </a:cubicBezTo>
                <a:cubicBezTo>
                  <a:pt x="15" y="255"/>
                  <a:pt x="14" y="256"/>
                  <a:pt x="14" y="256"/>
                </a:cubicBezTo>
                <a:cubicBezTo>
                  <a:pt x="14" y="256"/>
                  <a:pt x="14" y="257"/>
                  <a:pt x="14" y="257"/>
                </a:cubicBezTo>
                <a:cubicBezTo>
                  <a:pt x="15" y="258"/>
                  <a:pt x="15" y="255"/>
                  <a:pt x="15" y="257"/>
                </a:cubicBezTo>
                <a:cubicBezTo>
                  <a:pt x="15" y="258"/>
                  <a:pt x="14" y="258"/>
                  <a:pt x="15" y="259"/>
                </a:cubicBezTo>
                <a:cubicBezTo>
                  <a:pt x="15" y="257"/>
                  <a:pt x="14" y="261"/>
                  <a:pt x="15" y="260"/>
                </a:cubicBezTo>
                <a:cubicBezTo>
                  <a:pt x="15" y="259"/>
                  <a:pt x="15" y="259"/>
                  <a:pt x="15" y="258"/>
                </a:cubicBezTo>
                <a:cubicBezTo>
                  <a:pt x="15" y="259"/>
                  <a:pt x="16" y="258"/>
                  <a:pt x="16" y="259"/>
                </a:cubicBezTo>
                <a:cubicBezTo>
                  <a:pt x="15" y="260"/>
                  <a:pt x="16" y="260"/>
                  <a:pt x="16" y="262"/>
                </a:cubicBezTo>
                <a:cubicBezTo>
                  <a:pt x="15" y="264"/>
                  <a:pt x="13" y="264"/>
                  <a:pt x="14" y="266"/>
                </a:cubicBezTo>
                <a:cubicBezTo>
                  <a:pt x="14" y="265"/>
                  <a:pt x="14" y="265"/>
                  <a:pt x="15" y="265"/>
                </a:cubicBezTo>
                <a:cubicBezTo>
                  <a:pt x="15" y="267"/>
                  <a:pt x="15" y="267"/>
                  <a:pt x="15" y="267"/>
                </a:cubicBezTo>
                <a:cubicBezTo>
                  <a:pt x="16" y="268"/>
                  <a:pt x="15" y="266"/>
                  <a:pt x="16" y="266"/>
                </a:cubicBezTo>
                <a:cubicBezTo>
                  <a:pt x="16" y="267"/>
                  <a:pt x="16" y="266"/>
                  <a:pt x="16" y="267"/>
                </a:cubicBezTo>
                <a:cubicBezTo>
                  <a:pt x="16" y="267"/>
                  <a:pt x="15" y="267"/>
                  <a:pt x="15" y="268"/>
                </a:cubicBezTo>
                <a:cubicBezTo>
                  <a:pt x="16" y="270"/>
                  <a:pt x="16" y="267"/>
                  <a:pt x="17" y="268"/>
                </a:cubicBezTo>
                <a:cubicBezTo>
                  <a:pt x="16" y="268"/>
                  <a:pt x="17" y="270"/>
                  <a:pt x="16" y="270"/>
                </a:cubicBezTo>
                <a:cubicBezTo>
                  <a:pt x="16" y="270"/>
                  <a:pt x="16" y="270"/>
                  <a:pt x="16" y="270"/>
                </a:cubicBezTo>
                <a:cubicBezTo>
                  <a:pt x="16" y="269"/>
                  <a:pt x="16" y="270"/>
                  <a:pt x="16" y="269"/>
                </a:cubicBezTo>
                <a:cubicBezTo>
                  <a:pt x="15" y="269"/>
                  <a:pt x="15" y="270"/>
                  <a:pt x="15" y="271"/>
                </a:cubicBezTo>
                <a:cubicBezTo>
                  <a:pt x="15" y="272"/>
                  <a:pt x="16" y="272"/>
                  <a:pt x="16" y="273"/>
                </a:cubicBezTo>
                <a:cubicBezTo>
                  <a:pt x="16" y="273"/>
                  <a:pt x="15" y="273"/>
                  <a:pt x="15" y="275"/>
                </a:cubicBezTo>
                <a:cubicBezTo>
                  <a:pt x="16" y="275"/>
                  <a:pt x="16" y="276"/>
                  <a:pt x="17" y="277"/>
                </a:cubicBezTo>
                <a:cubicBezTo>
                  <a:pt x="17" y="280"/>
                  <a:pt x="17" y="280"/>
                  <a:pt x="17" y="283"/>
                </a:cubicBezTo>
                <a:cubicBezTo>
                  <a:pt x="16" y="283"/>
                  <a:pt x="17" y="284"/>
                  <a:pt x="17" y="285"/>
                </a:cubicBezTo>
                <a:cubicBezTo>
                  <a:pt x="16" y="284"/>
                  <a:pt x="16" y="285"/>
                  <a:pt x="16" y="285"/>
                </a:cubicBezTo>
                <a:cubicBezTo>
                  <a:pt x="16" y="287"/>
                  <a:pt x="16" y="288"/>
                  <a:pt x="16" y="289"/>
                </a:cubicBezTo>
                <a:cubicBezTo>
                  <a:pt x="17" y="289"/>
                  <a:pt x="16" y="287"/>
                  <a:pt x="17" y="287"/>
                </a:cubicBezTo>
                <a:cubicBezTo>
                  <a:pt x="17" y="289"/>
                  <a:pt x="17" y="289"/>
                  <a:pt x="17" y="289"/>
                </a:cubicBezTo>
                <a:cubicBezTo>
                  <a:pt x="17" y="289"/>
                  <a:pt x="17" y="289"/>
                  <a:pt x="18" y="290"/>
                </a:cubicBezTo>
                <a:cubicBezTo>
                  <a:pt x="18" y="289"/>
                  <a:pt x="17" y="288"/>
                  <a:pt x="18" y="288"/>
                </a:cubicBezTo>
                <a:cubicBezTo>
                  <a:pt x="18" y="288"/>
                  <a:pt x="18" y="288"/>
                  <a:pt x="18" y="288"/>
                </a:cubicBezTo>
                <a:cubicBezTo>
                  <a:pt x="18" y="291"/>
                  <a:pt x="19" y="294"/>
                  <a:pt x="18" y="295"/>
                </a:cubicBezTo>
                <a:cubicBezTo>
                  <a:pt x="18" y="296"/>
                  <a:pt x="18" y="297"/>
                  <a:pt x="18" y="298"/>
                </a:cubicBezTo>
                <a:cubicBezTo>
                  <a:pt x="18" y="298"/>
                  <a:pt x="18" y="298"/>
                  <a:pt x="18" y="298"/>
                </a:cubicBezTo>
                <a:cubicBezTo>
                  <a:pt x="18" y="301"/>
                  <a:pt x="17" y="301"/>
                  <a:pt x="17" y="304"/>
                </a:cubicBezTo>
                <a:cubicBezTo>
                  <a:pt x="18" y="305"/>
                  <a:pt x="18" y="306"/>
                  <a:pt x="18" y="309"/>
                </a:cubicBezTo>
                <a:cubicBezTo>
                  <a:pt x="17" y="309"/>
                  <a:pt x="17" y="309"/>
                  <a:pt x="17" y="309"/>
                </a:cubicBezTo>
                <a:cubicBezTo>
                  <a:pt x="17" y="310"/>
                  <a:pt x="18" y="310"/>
                  <a:pt x="18" y="310"/>
                </a:cubicBezTo>
                <a:cubicBezTo>
                  <a:pt x="17" y="311"/>
                  <a:pt x="17" y="312"/>
                  <a:pt x="17" y="313"/>
                </a:cubicBezTo>
                <a:cubicBezTo>
                  <a:pt x="17" y="313"/>
                  <a:pt x="17" y="312"/>
                  <a:pt x="18" y="312"/>
                </a:cubicBezTo>
                <a:cubicBezTo>
                  <a:pt x="18" y="314"/>
                  <a:pt x="18" y="312"/>
                  <a:pt x="18" y="311"/>
                </a:cubicBezTo>
                <a:cubicBezTo>
                  <a:pt x="19" y="314"/>
                  <a:pt x="18" y="315"/>
                  <a:pt x="19" y="316"/>
                </a:cubicBezTo>
                <a:cubicBezTo>
                  <a:pt x="18" y="316"/>
                  <a:pt x="18" y="317"/>
                  <a:pt x="18" y="318"/>
                </a:cubicBezTo>
                <a:cubicBezTo>
                  <a:pt x="17" y="317"/>
                  <a:pt x="18" y="315"/>
                  <a:pt x="17" y="316"/>
                </a:cubicBezTo>
                <a:cubicBezTo>
                  <a:pt x="17" y="319"/>
                  <a:pt x="17" y="325"/>
                  <a:pt x="18" y="329"/>
                </a:cubicBezTo>
                <a:cubicBezTo>
                  <a:pt x="18" y="329"/>
                  <a:pt x="17" y="329"/>
                  <a:pt x="17" y="329"/>
                </a:cubicBezTo>
                <a:cubicBezTo>
                  <a:pt x="17" y="331"/>
                  <a:pt x="17" y="334"/>
                  <a:pt x="18" y="334"/>
                </a:cubicBezTo>
                <a:cubicBezTo>
                  <a:pt x="18" y="331"/>
                  <a:pt x="18" y="333"/>
                  <a:pt x="18" y="332"/>
                </a:cubicBezTo>
                <a:cubicBezTo>
                  <a:pt x="18" y="332"/>
                  <a:pt x="18" y="331"/>
                  <a:pt x="18" y="331"/>
                </a:cubicBezTo>
                <a:cubicBezTo>
                  <a:pt x="19" y="331"/>
                  <a:pt x="19" y="330"/>
                  <a:pt x="20" y="331"/>
                </a:cubicBezTo>
                <a:cubicBezTo>
                  <a:pt x="20" y="330"/>
                  <a:pt x="20" y="328"/>
                  <a:pt x="20" y="329"/>
                </a:cubicBezTo>
                <a:cubicBezTo>
                  <a:pt x="21" y="333"/>
                  <a:pt x="18" y="332"/>
                  <a:pt x="19" y="335"/>
                </a:cubicBezTo>
                <a:cubicBezTo>
                  <a:pt x="20" y="334"/>
                  <a:pt x="19" y="333"/>
                  <a:pt x="20" y="332"/>
                </a:cubicBezTo>
                <a:cubicBezTo>
                  <a:pt x="20" y="338"/>
                  <a:pt x="20" y="338"/>
                  <a:pt x="20" y="338"/>
                </a:cubicBezTo>
                <a:cubicBezTo>
                  <a:pt x="20" y="338"/>
                  <a:pt x="19" y="339"/>
                  <a:pt x="19" y="339"/>
                </a:cubicBezTo>
                <a:cubicBezTo>
                  <a:pt x="20" y="339"/>
                  <a:pt x="20" y="339"/>
                  <a:pt x="20" y="340"/>
                </a:cubicBezTo>
                <a:cubicBezTo>
                  <a:pt x="20" y="341"/>
                  <a:pt x="20" y="341"/>
                  <a:pt x="19" y="341"/>
                </a:cubicBezTo>
                <a:cubicBezTo>
                  <a:pt x="19" y="342"/>
                  <a:pt x="19" y="342"/>
                  <a:pt x="20" y="343"/>
                </a:cubicBezTo>
                <a:cubicBezTo>
                  <a:pt x="20" y="342"/>
                  <a:pt x="20" y="342"/>
                  <a:pt x="20" y="342"/>
                </a:cubicBezTo>
                <a:cubicBezTo>
                  <a:pt x="20" y="349"/>
                  <a:pt x="21" y="354"/>
                  <a:pt x="21" y="362"/>
                </a:cubicBezTo>
                <a:cubicBezTo>
                  <a:pt x="21" y="362"/>
                  <a:pt x="22" y="360"/>
                  <a:pt x="22" y="361"/>
                </a:cubicBezTo>
                <a:cubicBezTo>
                  <a:pt x="22" y="362"/>
                  <a:pt x="21" y="362"/>
                  <a:pt x="21" y="362"/>
                </a:cubicBezTo>
                <a:cubicBezTo>
                  <a:pt x="21" y="371"/>
                  <a:pt x="22" y="375"/>
                  <a:pt x="22" y="384"/>
                </a:cubicBezTo>
                <a:cubicBezTo>
                  <a:pt x="22" y="384"/>
                  <a:pt x="22" y="384"/>
                  <a:pt x="21" y="385"/>
                </a:cubicBezTo>
                <a:cubicBezTo>
                  <a:pt x="23" y="386"/>
                  <a:pt x="22" y="387"/>
                  <a:pt x="22" y="389"/>
                </a:cubicBezTo>
                <a:cubicBezTo>
                  <a:pt x="23" y="390"/>
                  <a:pt x="23" y="389"/>
                  <a:pt x="24" y="388"/>
                </a:cubicBezTo>
                <a:cubicBezTo>
                  <a:pt x="24" y="389"/>
                  <a:pt x="24" y="389"/>
                  <a:pt x="24" y="390"/>
                </a:cubicBezTo>
                <a:cubicBezTo>
                  <a:pt x="23" y="390"/>
                  <a:pt x="22" y="390"/>
                  <a:pt x="22" y="391"/>
                </a:cubicBezTo>
                <a:cubicBezTo>
                  <a:pt x="23" y="392"/>
                  <a:pt x="22" y="394"/>
                  <a:pt x="23" y="395"/>
                </a:cubicBezTo>
                <a:cubicBezTo>
                  <a:pt x="23" y="396"/>
                  <a:pt x="24" y="395"/>
                  <a:pt x="23" y="396"/>
                </a:cubicBezTo>
                <a:cubicBezTo>
                  <a:pt x="24" y="397"/>
                  <a:pt x="25" y="396"/>
                  <a:pt x="25" y="397"/>
                </a:cubicBezTo>
                <a:cubicBezTo>
                  <a:pt x="25" y="395"/>
                  <a:pt x="26" y="396"/>
                  <a:pt x="26" y="395"/>
                </a:cubicBezTo>
                <a:cubicBezTo>
                  <a:pt x="26" y="395"/>
                  <a:pt x="25" y="394"/>
                  <a:pt x="25" y="394"/>
                </a:cubicBezTo>
                <a:cubicBezTo>
                  <a:pt x="26" y="394"/>
                  <a:pt x="26" y="393"/>
                  <a:pt x="26" y="393"/>
                </a:cubicBezTo>
                <a:cubicBezTo>
                  <a:pt x="27" y="394"/>
                  <a:pt x="27" y="394"/>
                  <a:pt x="28" y="393"/>
                </a:cubicBezTo>
                <a:cubicBezTo>
                  <a:pt x="27" y="394"/>
                  <a:pt x="28" y="394"/>
                  <a:pt x="28" y="394"/>
                </a:cubicBezTo>
                <a:cubicBezTo>
                  <a:pt x="28" y="394"/>
                  <a:pt x="28" y="393"/>
                  <a:pt x="28" y="393"/>
                </a:cubicBezTo>
                <a:cubicBezTo>
                  <a:pt x="29" y="393"/>
                  <a:pt x="29" y="395"/>
                  <a:pt x="29" y="395"/>
                </a:cubicBezTo>
                <a:cubicBezTo>
                  <a:pt x="29" y="395"/>
                  <a:pt x="29" y="395"/>
                  <a:pt x="29" y="396"/>
                </a:cubicBezTo>
                <a:cubicBezTo>
                  <a:pt x="29" y="396"/>
                  <a:pt x="30" y="396"/>
                  <a:pt x="29" y="398"/>
                </a:cubicBezTo>
                <a:cubicBezTo>
                  <a:pt x="29" y="398"/>
                  <a:pt x="29" y="397"/>
                  <a:pt x="29" y="397"/>
                </a:cubicBezTo>
                <a:cubicBezTo>
                  <a:pt x="29" y="399"/>
                  <a:pt x="30" y="399"/>
                  <a:pt x="30" y="400"/>
                </a:cubicBezTo>
                <a:cubicBezTo>
                  <a:pt x="31" y="401"/>
                  <a:pt x="30" y="400"/>
                  <a:pt x="30" y="401"/>
                </a:cubicBezTo>
                <a:cubicBezTo>
                  <a:pt x="30" y="402"/>
                  <a:pt x="30" y="402"/>
                  <a:pt x="31" y="403"/>
                </a:cubicBezTo>
                <a:cubicBezTo>
                  <a:pt x="30" y="404"/>
                  <a:pt x="30" y="404"/>
                  <a:pt x="30" y="405"/>
                </a:cubicBezTo>
                <a:cubicBezTo>
                  <a:pt x="30" y="404"/>
                  <a:pt x="31" y="403"/>
                  <a:pt x="32" y="405"/>
                </a:cubicBezTo>
                <a:cubicBezTo>
                  <a:pt x="31" y="402"/>
                  <a:pt x="30" y="400"/>
                  <a:pt x="32" y="401"/>
                </a:cubicBezTo>
                <a:cubicBezTo>
                  <a:pt x="33" y="401"/>
                  <a:pt x="32" y="400"/>
                  <a:pt x="33" y="399"/>
                </a:cubicBezTo>
                <a:cubicBezTo>
                  <a:pt x="33" y="401"/>
                  <a:pt x="33" y="402"/>
                  <a:pt x="33" y="404"/>
                </a:cubicBezTo>
                <a:cubicBezTo>
                  <a:pt x="34" y="405"/>
                  <a:pt x="33" y="407"/>
                  <a:pt x="34" y="407"/>
                </a:cubicBezTo>
                <a:cubicBezTo>
                  <a:pt x="34" y="406"/>
                  <a:pt x="33" y="403"/>
                  <a:pt x="34" y="404"/>
                </a:cubicBezTo>
                <a:cubicBezTo>
                  <a:pt x="34" y="403"/>
                  <a:pt x="34" y="402"/>
                  <a:pt x="34" y="400"/>
                </a:cubicBezTo>
                <a:cubicBezTo>
                  <a:pt x="34" y="400"/>
                  <a:pt x="35" y="399"/>
                  <a:pt x="35" y="399"/>
                </a:cubicBezTo>
                <a:cubicBezTo>
                  <a:pt x="34" y="399"/>
                  <a:pt x="34" y="400"/>
                  <a:pt x="34" y="400"/>
                </a:cubicBezTo>
                <a:cubicBezTo>
                  <a:pt x="34" y="399"/>
                  <a:pt x="34" y="399"/>
                  <a:pt x="34" y="399"/>
                </a:cubicBezTo>
                <a:cubicBezTo>
                  <a:pt x="34" y="399"/>
                  <a:pt x="34" y="399"/>
                  <a:pt x="35" y="399"/>
                </a:cubicBezTo>
                <a:cubicBezTo>
                  <a:pt x="35" y="396"/>
                  <a:pt x="35" y="392"/>
                  <a:pt x="35" y="390"/>
                </a:cubicBezTo>
                <a:cubicBezTo>
                  <a:pt x="35" y="391"/>
                  <a:pt x="35" y="391"/>
                  <a:pt x="35" y="391"/>
                </a:cubicBezTo>
                <a:cubicBezTo>
                  <a:pt x="34" y="390"/>
                  <a:pt x="34" y="391"/>
                  <a:pt x="33" y="390"/>
                </a:cubicBezTo>
                <a:cubicBezTo>
                  <a:pt x="33" y="389"/>
                  <a:pt x="33" y="389"/>
                  <a:pt x="33" y="389"/>
                </a:cubicBezTo>
                <a:cubicBezTo>
                  <a:pt x="35" y="390"/>
                  <a:pt x="35" y="387"/>
                  <a:pt x="36" y="390"/>
                </a:cubicBezTo>
                <a:cubicBezTo>
                  <a:pt x="36" y="388"/>
                  <a:pt x="36" y="389"/>
                  <a:pt x="36" y="388"/>
                </a:cubicBezTo>
                <a:cubicBezTo>
                  <a:pt x="36" y="388"/>
                  <a:pt x="37" y="388"/>
                  <a:pt x="37" y="388"/>
                </a:cubicBezTo>
                <a:cubicBezTo>
                  <a:pt x="36" y="390"/>
                  <a:pt x="36" y="394"/>
                  <a:pt x="37" y="397"/>
                </a:cubicBezTo>
                <a:cubicBezTo>
                  <a:pt x="37" y="395"/>
                  <a:pt x="37" y="395"/>
                  <a:pt x="37" y="394"/>
                </a:cubicBezTo>
                <a:cubicBezTo>
                  <a:pt x="37" y="395"/>
                  <a:pt x="38" y="394"/>
                  <a:pt x="38" y="394"/>
                </a:cubicBezTo>
                <a:cubicBezTo>
                  <a:pt x="38" y="390"/>
                  <a:pt x="37" y="389"/>
                  <a:pt x="38" y="386"/>
                </a:cubicBezTo>
                <a:cubicBezTo>
                  <a:pt x="38" y="386"/>
                  <a:pt x="38" y="386"/>
                  <a:pt x="38" y="385"/>
                </a:cubicBezTo>
                <a:cubicBezTo>
                  <a:pt x="38" y="385"/>
                  <a:pt x="38" y="383"/>
                  <a:pt x="38" y="383"/>
                </a:cubicBezTo>
                <a:cubicBezTo>
                  <a:pt x="38" y="385"/>
                  <a:pt x="40" y="382"/>
                  <a:pt x="40" y="385"/>
                </a:cubicBezTo>
                <a:cubicBezTo>
                  <a:pt x="39" y="386"/>
                  <a:pt x="39" y="386"/>
                  <a:pt x="39" y="385"/>
                </a:cubicBezTo>
                <a:cubicBezTo>
                  <a:pt x="39" y="387"/>
                  <a:pt x="39" y="388"/>
                  <a:pt x="39" y="388"/>
                </a:cubicBezTo>
                <a:cubicBezTo>
                  <a:pt x="39" y="388"/>
                  <a:pt x="39" y="388"/>
                  <a:pt x="39" y="389"/>
                </a:cubicBezTo>
                <a:cubicBezTo>
                  <a:pt x="39" y="389"/>
                  <a:pt x="38" y="390"/>
                  <a:pt x="39" y="391"/>
                </a:cubicBezTo>
                <a:cubicBezTo>
                  <a:pt x="39" y="390"/>
                  <a:pt x="38" y="393"/>
                  <a:pt x="40" y="392"/>
                </a:cubicBezTo>
                <a:cubicBezTo>
                  <a:pt x="40" y="394"/>
                  <a:pt x="39" y="394"/>
                  <a:pt x="40" y="394"/>
                </a:cubicBezTo>
                <a:cubicBezTo>
                  <a:pt x="39" y="394"/>
                  <a:pt x="39" y="394"/>
                  <a:pt x="39" y="394"/>
                </a:cubicBezTo>
                <a:cubicBezTo>
                  <a:pt x="39" y="395"/>
                  <a:pt x="40" y="400"/>
                  <a:pt x="39" y="397"/>
                </a:cubicBezTo>
                <a:cubicBezTo>
                  <a:pt x="39" y="401"/>
                  <a:pt x="38" y="405"/>
                  <a:pt x="40" y="407"/>
                </a:cubicBezTo>
                <a:cubicBezTo>
                  <a:pt x="40" y="409"/>
                  <a:pt x="40" y="407"/>
                  <a:pt x="39" y="409"/>
                </a:cubicBezTo>
                <a:cubicBezTo>
                  <a:pt x="40" y="409"/>
                  <a:pt x="39" y="413"/>
                  <a:pt x="40" y="413"/>
                </a:cubicBezTo>
                <a:cubicBezTo>
                  <a:pt x="40" y="414"/>
                  <a:pt x="40" y="415"/>
                  <a:pt x="39" y="416"/>
                </a:cubicBezTo>
                <a:cubicBezTo>
                  <a:pt x="39" y="415"/>
                  <a:pt x="39" y="414"/>
                  <a:pt x="39" y="413"/>
                </a:cubicBezTo>
                <a:cubicBezTo>
                  <a:pt x="38" y="414"/>
                  <a:pt x="39" y="415"/>
                  <a:pt x="38" y="415"/>
                </a:cubicBezTo>
                <a:cubicBezTo>
                  <a:pt x="38" y="415"/>
                  <a:pt x="38" y="414"/>
                  <a:pt x="38" y="414"/>
                </a:cubicBezTo>
                <a:cubicBezTo>
                  <a:pt x="37" y="414"/>
                  <a:pt x="38" y="419"/>
                  <a:pt x="39" y="418"/>
                </a:cubicBezTo>
                <a:cubicBezTo>
                  <a:pt x="39" y="417"/>
                  <a:pt x="39" y="416"/>
                  <a:pt x="39" y="416"/>
                </a:cubicBezTo>
                <a:cubicBezTo>
                  <a:pt x="39" y="417"/>
                  <a:pt x="39" y="417"/>
                  <a:pt x="40" y="418"/>
                </a:cubicBezTo>
                <a:cubicBezTo>
                  <a:pt x="40" y="417"/>
                  <a:pt x="39" y="416"/>
                  <a:pt x="40" y="416"/>
                </a:cubicBezTo>
                <a:cubicBezTo>
                  <a:pt x="40" y="416"/>
                  <a:pt x="40" y="418"/>
                  <a:pt x="41" y="419"/>
                </a:cubicBezTo>
                <a:cubicBezTo>
                  <a:pt x="40" y="419"/>
                  <a:pt x="40" y="419"/>
                  <a:pt x="40" y="419"/>
                </a:cubicBezTo>
                <a:cubicBezTo>
                  <a:pt x="40" y="428"/>
                  <a:pt x="41" y="438"/>
                  <a:pt x="41" y="445"/>
                </a:cubicBezTo>
                <a:cubicBezTo>
                  <a:pt x="41" y="445"/>
                  <a:pt x="42" y="444"/>
                  <a:pt x="42" y="446"/>
                </a:cubicBezTo>
                <a:cubicBezTo>
                  <a:pt x="41" y="446"/>
                  <a:pt x="41" y="445"/>
                  <a:pt x="41" y="445"/>
                </a:cubicBezTo>
                <a:cubicBezTo>
                  <a:pt x="41" y="447"/>
                  <a:pt x="42" y="447"/>
                  <a:pt x="41" y="448"/>
                </a:cubicBezTo>
                <a:cubicBezTo>
                  <a:pt x="42" y="448"/>
                  <a:pt x="42" y="448"/>
                  <a:pt x="42" y="449"/>
                </a:cubicBezTo>
                <a:cubicBezTo>
                  <a:pt x="41" y="449"/>
                  <a:pt x="42" y="449"/>
                  <a:pt x="41" y="449"/>
                </a:cubicBezTo>
                <a:cubicBezTo>
                  <a:pt x="41" y="451"/>
                  <a:pt x="41" y="457"/>
                  <a:pt x="42" y="460"/>
                </a:cubicBezTo>
                <a:cubicBezTo>
                  <a:pt x="42" y="460"/>
                  <a:pt x="43" y="460"/>
                  <a:pt x="43" y="461"/>
                </a:cubicBezTo>
                <a:cubicBezTo>
                  <a:pt x="42" y="461"/>
                  <a:pt x="43" y="462"/>
                  <a:pt x="42" y="463"/>
                </a:cubicBezTo>
                <a:cubicBezTo>
                  <a:pt x="42" y="462"/>
                  <a:pt x="42" y="461"/>
                  <a:pt x="42" y="461"/>
                </a:cubicBezTo>
                <a:cubicBezTo>
                  <a:pt x="42" y="462"/>
                  <a:pt x="41" y="467"/>
                  <a:pt x="42" y="466"/>
                </a:cubicBezTo>
                <a:cubicBezTo>
                  <a:pt x="42" y="466"/>
                  <a:pt x="42" y="465"/>
                  <a:pt x="42" y="464"/>
                </a:cubicBezTo>
                <a:cubicBezTo>
                  <a:pt x="42" y="464"/>
                  <a:pt x="43" y="463"/>
                  <a:pt x="43" y="464"/>
                </a:cubicBezTo>
                <a:cubicBezTo>
                  <a:pt x="43" y="465"/>
                  <a:pt x="42" y="465"/>
                  <a:pt x="42" y="466"/>
                </a:cubicBezTo>
                <a:cubicBezTo>
                  <a:pt x="43" y="466"/>
                  <a:pt x="43" y="466"/>
                  <a:pt x="43" y="465"/>
                </a:cubicBezTo>
                <a:cubicBezTo>
                  <a:pt x="43" y="467"/>
                  <a:pt x="43" y="468"/>
                  <a:pt x="43" y="469"/>
                </a:cubicBezTo>
                <a:cubicBezTo>
                  <a:pt x="42" y="469"/>
                  <a:pt x="43" y="467"/>
                  <a:pt x="42" y="467"/>
                </a:cubicBezTo>
                <a:cubicBezTo>
                  <a:pt x="42" y="468"/>
                  <a:pt x="42" y="470"/>
                  <a:pt x="42" y="471"/>
                </a:cubicBezTo>
                <a:cubicBezTo>
                  <a:pt x="42" y="470"/>
                  <a:pt x="43" y="470"/>
                  <a:pt x="43" y="470"/>
                </a:cubicBezTo>
                <a:cubicBezTo>
                  <a:pt x="44" y="471"/>
                  <a:pt x="43" y="473"/>
                  <a:pt x="43" y="473"/>
                </a:cubicBezTo>
                <a:cubicBezTo>
                  <a:pt x="44" y="473"/>
                  <a:pt x="43" y="472"/>
                  <a:pt x="43" y="471"/>
                </a:cubicBezTo>
                <a:cubicBezTo>
                  <a:pt x="44" y="471"/>
                  <a:pt x="44" y="472"/>
                  <a:pt x="44" y="471"/>
                </a:cubicBezTo>
                <a:cubicBezTo>
                  <a:pt x="44" y="469"/>
                  <a:pt x="44" y="471"/>
                  <a:pt x="43" y="470"/>
                </a:cubicBezTo>
                <a:cubicBezTo>
                  <a:pt x="44" y="470"/>
                  <a:pt x="43" y="469"/>
                  <a:pt x="43" y="468"/>
                </a:cubicBezTo>
                <a:cubicBezTo>
                  <a:pt x="44" y="463"/>
                  <a:pt x="43" y="458"/>
                  <a:pt x="43" y="454"/>
                </a:cubicBezTo>
                <a:cubicBezTo>
                  <a:pt x="43" y="454"/>
                  <a:pt x="43" y="454"/>
                  <a:pt x="43" y="454"/>
                </a:cubicBezTo>
                <a:cubicBezTo>
                  <a:pt x="43" y="454"/>
                  <a:pt x="43" y="453"/>
                  <a:pt x="43" y="453"/>
                </a:cubicBezTo>
                <a:cubicBezTo>
                  <a:pt x="43" y="453"/>
                  <a:pt x="43" y="454"/>
                  <a:pt x="44" y="453"/>
                </a:cubicBezTo>
                <a:cubicBezTo>
                  <a:pt x="44" y="451"/>
                  <a:pt x="43" y="448"/>
                  <a:pt x="43" y="447"/>
                </a:cubicBezTo>
                <a:cubicBezTo>
                  <a:pt x="43" y="447"/>
                  <a:pt x="43" y="447"/>
                  <a:pt x="43" y="447"/>
                </a:cubicBezTo>
                <a:cubicBezTo>
                  <a:pt x="43" y="444"/>
                  <a:pt x="43" y="444"/>
                  <a:pt x="44" y="443"/>
                </a:cubicBezTo>
                <a:cubicBezTo>
                  <a:pt x="44" y="441"/>
                  <a:pt x="44" y="444"/>
                  <a:pt x="43" y="443"/>
                </a:cubicBezTo>
                <a:cubicBezTo>
                  <a:pt x="44" y="442"/>
                  <a:pt x="44" y="440"/>
                  <a:pt x="44" y="440"/>
                </a:cubicBezTo>
                <a:cubicBezTo>
                  <a:pt x="43" y="439"/>
                  <a:pt x="44" y="438"/>
                  <a:pt x="45" y="437"/>
                </a:cubicBezTo>
                <a:cubicBezTo>
                  <a:pt x="44" y="437"/>
                  <a:pt x="44" y="438"/>
                  <a:pt x="44" y="437"/>
                </a:cubicBezTo>
                <a:cubicBezTo>
                  <a:pt x="44" y="436"/>
                  <a:pt x="44" y="436"/>
                  <a:pt x="45" y="436"/>
                </a:cubicBezTo>
                <a:cubicBezTo>
                  <a:pt x="45" y="435"/>
                  <a:pt x="44" y="434"/>
                  <a:pt x="44" y="433"/>
                </a:cubicBezTo>
                <a:cubicBezTo>
                  <a:pt x="44" y="434"/>
                  <a:pt x="44" y="435"/>
                  <a:pt x="43" y="436"/>
                </a:cubicBezTo>
                <a:cubicBezTo>
                  <a:pt x="43" y="433"/>
                  <a:pt x="44" y="431"/>
                  <a:pt x="45" y="430"/>
                </a:cubicBezTo>
                <a:cubicBezTo>
                  <a:pt x="45" y="429"/>
                  <a:pt x="45" y="429"/>
                  <a:pt x="44" y="429"/>
                </a:cubicBezTo>
                <a:cubicBezTo>
                  <a:pt x="45" y="427"/>
                  <a:pt x="45" y="428"/>
                  <a:pt x="45" y="426"/>
                </a:cubicBezTo>
                <a:cubicBezTo>
                  <a:pt x="44" y="426"/>
                  <a:pt x="44" y="428"/>
                  <a:pt x="43" y="428"/>
                </a:cubicBezTo>
                <a:cubicBezTo>
                  <a:pt x="44" y="425"/>
                  <a:pt x="43" y="425"/>
                  <a:pt x="43" y="425"/>
                </a:cubicBezTo>
                <a:cubicBezTo>
                  <a:pt x="43" y="422"/>
                  <a:pt x="43" y="418"/>
                  <a:pt x="44" y="416"/>
                </a:cubicBezTo>
                <a:cubicBezTo>
                  <a:pt x="44" y="418"/>
                  <a:pt x="44" y="418"/>
                  <a:pt x="44" y="419"/>
                </a:cubicBezTo>
                <a:cubicBezTo>
                  <a:pt x="43" y="420"/>
                  <a:pt x="44" y="421"/>
                  <a:pt x="44" y="423"/>
                </a:cubicBezTo>
                <a:cubicBezTo>
                  <a:pt x="44" y="423"/>
                  <a:pt x="44" y="421"/>
                  <a:pt x="45" y="421"/>
                </a:cubicBezTo>
                <a:cubicBezTo>
                  <a:pt x="44" y="421"/>
                  <a:pt x="44" y="421"/>
                  <a:pt x="44" y="420"/>
                </a:cubicBezTo>
                <a:cubicBezTo>
                  <a:pt x="44" y="418"/>
                  <a:pt x="46" y="418"/>
                  <a:pt x="47" y="419"/>
                </a:cubicBezTo>
                <a:cubicBezTo>
                  <a:pt x="46" y="417"/>
                  <a:pt x="47" y="417"/>
                  <a:pt x="46" y="416"/>
                </a:cubicBezTo>
                <a:cubicBezTo>
                  <a:pt x="46" y="417"/>
                  <a:pt x="46" y="418"/>
                  <a:pt x="46" y="418"/>
                </a:cubicBezTo>
                <a:cubicBezTo>
                  <a:pt x="46" y="415"/>
                  <a:pt x="45" y="413"/>
                  <a:pt x="46" y="410"/>
                </a:cubicBezTo>
                <a:cubicBezTo>
                  <a:pt x="45" y="405"/>
                  <a:pt x="47" y="400"/>
                  <a:pt x="45" y="396"/>
                </a:cubicBezTo>
                <a:cubicBezTo>
                  <a:pt x="45" y="392"/>
                  <a:pt x="47" y="391"/>
                  <a:pt x="49" y="393"/>
                </a:cubicBezTo>
                <a:cubicBezTo>
                  <a:pt x="48" y="395"/>
                  <a:pt x="49" y="395"/>
                  <a:pt x="49" y="397"/>
                </a:cubicBezTo>
                <a:cubicBezTo>
                  <a:pt x="48" y="396"/>
                  <a:pt x="48" y="398"/>
                  <a:pt x="48" y="398"/>
                </a:cubicBezTo>
                <a:cubicBezTo>
                  <a:pt x="48" y="397"/>
                  <a:pt x="47" y="396"/>
                  <a:pt x="47" y="397"/>
                </a:cubicBezTo>
                <a:cubicBezTo>
                  <a:pt x="47" y="398"/>
                  <a:pt x="47" y="399"/>
                  <a:pt x="47" y="399"/>
                </a:cubicBezTo>
                <a:cubicBezTo>
                  <a:pt x="48" y="398"/>
                  <a:pt x="48" y="400"/>
                  <a:pt x="49" y="398"/>
                </a:cubicBezTo>
                <a:cubicBezTo>
                  <a:pt x="49" y="399"/>
                  <a:pt x="49" y="402"/>
                  <a:pt x="50" y="402"/>
                </a:cubicBezTo>
                <a:cubicBezTo>
                  <a:pt x="50" y="398"/>
                  <a:pt x="49" y="396"/>
                  <a:pt x="50" y="391"/>
                </a:cubicBezTo>
                <a:cubicBezTo>
                  <a:pt x="50" y="392"/>
                  <a:pt x="50" y="393"/>
                  <a:pt x="50" y="394"/>
                </a:cubicBezTo>
                <a:cubicBezTo>
                  <a:pt x="50" y="394"/>
                  <a:pt x="50" y="394"/>
                  <a:pt x="50" y="394"/>
                </a:cubicBezTo>
                <a:cubicBezTo>
                  <a:pt x="51" y="395"/>
                  <a:pt x="50" y="392"/>
                  <a:pt x="51" y="392"/>
                </a:cubicBezTo>
                <a:cubicBezTo>
                  <a:pt x="51" y="392"/>
                  <a:pt x="51" y="392"/>
                  <a:pt x="51" y="393"/>
                </a:cubicBezTo>
                <a:cubicBezTo>
                  <a:pt x="51" y="395"/>
                  <a:pt x="51" y="398"/>
                  <a:pt x="52" y="401"/>
                </a:cubicBezTo>
                <a:cubicBezTo>
                  <a:pt x="50" y="403"/>
                  <a:pt x="53" y="407"/>
                  <a:pt x="52" y="409"/>
                </a:cubicBezTo>
                <a:cubicBezTo>
                  <a:pt x="52" y="410"/>
                  <a:pt x="52" y="410"/>
                  <a:pt x="53" y="410"/>
                </a:cubicBezTo>
                <a:cubicBezTo>
                  <a:pt x="53" y="409"/>
                  <a:pt x="53" y="408"/>
                  <a:pt x="54" y="407"/>
                </a:cubicBezTo>
                <a:cubicBezTo>
                  <a:pt x="54" y="406"/>
                  <a:pt x="53" y="406"/>
                  <a:pt x="54" y="405"/>
                </a:cubicBezTo>
                <a:cubicBezTo>
                  <a:pt x="54" y="405"/>
                  <a:pt x="54" y="405"/>
                  <a:pt x="54" y="404"/>
                </a:cubicBezTo>
                <a:cubicBezTo>
                  <a:pt x="54" y="402"/>
                  <a:pt x="54" y="399"/>
                  <a:pt x="54" y="397"/>
                </a:cubicBezTo>
                <a:cubicBezTo>
                  <a:pt x="54" y="397"/>
                  <a:pt x="54" y="396"/>
                  <a:pt x="53" y="396"/>
                </a:cubicBezTo>
                <a:cubicBezTo>
                  <a:pt x="54" y="396"/>
                  <a:pt x="54" y="395"/>
                  <a:pt x="54" y="396"/>
                </a:cubicBezTo>
                <a:cubicBezTo>
                  <a:pt x="54" y="393"/>
                  <a:pt x="53" y="394"/>
                  <a:pt x="53" y="394"/>
                </a:cubicBezTo>
                <a:cubicBezTo>
                  <a:pt x="53" y="393"/>
                  <a:pt x="54" y="393"/>
                  <a:pt x="54" y="392"/>
                </a:cubicBezTo>
                <a:cubicBezTo>
                  <a:pt x="53" y="392"/>
                  <a:pt x="52" y="391"/>
                  <a:pt x="52" y="389"/>
                </a:cubicBezTo>
                <a:cubicBezTo>
                  <a:pt x="52" y="389"/>
                  <a:pt x="52" y="388"/>
                  <a:pt x="53" y="388"/>
                </a:cubicBezTo>
                <a:cubicBezTo>
                  <a:pt x="52" y="390"/>
                  <a:pt x="53" y="390"/>
                  <a:pt x="54" y="390"/>
                </a:cubicBezTo>
                <a:cubicBezTo>
                  <a:pt x="54" y="389"/>
                  <a:pt x="54" y="389"/>
                  <a:pt x="54" y="388"/>
                </a:cubicBezTo>
                <a:cubicBezTo>
                  <a:pt x="54" y="388"/>
                  <a:pt x="53" y="389"/>
                  <a:pt x="53" y="388"/>
                </a:cubicBezTo>
                <a:cubicBezTo>
                  <a:pt x="53" y="387"/>
                  <a:pt x="55" y="387"/>
                  <a:pt x="54" y="385"/>
                </a:cubicBezTo>
                <a:cubicBezTo>
                  <a:pt x="54" y="386"/>
                  <a:pt x="53" y="386"/>
                  <a:pt x="53" y="386"/>
                </a:cubicBezTo>
                <a:cubicBezTo>
                  <a:pt x="54" y="385"/>
                  <a:pt x="54" y="384"/>
                  <a:pt x="54" y="382"/>
                </a:cubicBezTo>
                <a:cubicBezTo>
                  <a:pt x="53" y="382"/>
                  <a:pt x="53" y="379"/>
                  <a:pt x="54" y="378"/>
                </a:cubicBezTo>
                <a:cubicBezTo>
                  <a:pt x="53" y="378"/>
                  <a:pt x="52" y="376"/>
                  <a:pt x="52" y="377"/>
                </a:cubicBezTo>
                <a:cubicBezTo>
                  <a:pt x="52" y="375"/>
                  <a:pt x="52" y="373"/>
                  <a:pt x="51" y="374"/>
                </a:cubicBezTo>
                <a:cubicBezTo>
                  <a:pt x="51" y="375"/>
                  <a:pt x="51" y="379"/>
                  <a:pt x="52" y="378"/>
                </a:cubicBezTo>
                <a:cubicBezTo>
                  <a:pt x="52" y="379"/>
                  <a:pt x="52" y="380"/>
                  <a:pt x="52" y="381"/>
                </a:cubicBezTo>
                <a:cubicBezTo>
                  <a:pt x="52" y="380"/>
                  <a:pt x="51" y="379"/>
                  <a:pt x="51" y="380"/>
                </a:cubicBezTo>
                <a:cubicBezTo>
                  <a:pt x="51" y="381"/>
                  <a:pt x="52" y="381"/>
                  <a:pt x="52" y="382"/>
                </a:cubicBezTo>
                <a:cubicBezTo>
                  <a:pt x="52" y="383"/>
                  <a:pt x="51" y="382"/>
                  <a:pt x="51" y="383"/>
                </a:cubicBezTo>
                <a:cubicBezTo>
                  <a:pt x="52" y="386"/>
                  <a:pt x="51" y="389"/>
                  <a:pt x="51" y="391"/>
                </a:cubicBezTo>
                <a:cubicBezTo>
                  <a:pt x="51" y="390"/>
                  <a:pt x="50" y="389"/>
                  <a:pt x="49" y="388"/>
                </a:cubicBezTo>
                <a:cubicBezTo>
                  <a:pt x="50" y="388"/>
                  <a:pt x="50" y="387"/>
                  <a:pt x="50" y="387"/>
                </a:cubicBezTo>
                <a:cubicBezTo>
                  <a:pt x="49" y="388"/>
                  <a:pt x="50" y="386"/>
                  <a:pt x="50" y="385"/>
                </a:cubicBezTo>
                <a:cubicBezTo>
                  <a:pt x="49" y="385"/>
                  <a:pt x="49" y="387"/>
                  <a:pt x="49" y="386"/>
                </a:cubicBezTo>
                <a:cubicBezTo>
                  <a:pt x="49" y="384"/>
                  <a:pt x="50" y="384"/>
                  <a:pt x="50" y="384"/>
                </a:cubicBezTo>
                <a:cubicBezTo>
                  <a:pt x="50" y="384"/>
                  <a:pt x="49" y="383"/>
                  <a:pt x="50" y="382"/>
                </a:cubicBezTo>
                <a:cubicBezTo>
                  <a:pt x="50" y="381"/>
                  <a:pt x="49" y="381"/>
                  <a:pt x="49" y="379"/>
                </a:cubicBezTo>
                <a:cubicBezTo>
                  <a:pt x="49" y="379"/>
                  <a:pt x="49" y="379"/>
                  <a:pt x="48" y="379"/>
                </a:cubicBezTo>
                <a:cubicBezTo>
                  <a:pt x="48" y="377"/>
                  <a:pt x="47" y="379"/>
                  <a:pt x="47" y="377"/>
                </a:cubicBezTo>
                <a:cubicBezTo>
                  <a:pt x="48" y="377"/>
                  <a:pt x="49" y="379"/>
                  <a:pt x="50" y="378"/>
                </a:cubicBezTo>
                <a:cubicBezTo>
                  <a:pt x="50" y="377"/>
                  <a:pt x="49" y="377"/>
                  <a:pt x="49" y="376"/>
                </a:cubicBezTo>
                <a:cubicBezTo>
                  <a:pt x="50" y="376"/>
                  <a:pt x="49" y="373"/>
                  <a:pt x="49" y="372"/>
                </a:cubicBezTo>
                <a:cubicBezTo>
                  <a:pt x="49" y="373"/>
                  <a:pt x="49" y="372"/>
                  <a:pt x="48" y="373"/>
                </a:cubicBezTo>
                <a:cubicBezTo>
                  <a:pt x="48" y="369"/>
                  <a:pt x="47" y="370"/>
                  <a:pt x="47" y="367"/>
                </a:cubicBezTo>
                <a:cubicBezTo>
                  <a:pt x="48" y="367"/>
                  <a:pt x="48" y="367"/>
                  <a:pt x="48" y="367"/>
                </a:cubicBezTo>
                <a:cubicBezTo>
                  <a:pt x="47" y="364"/>
                  <a:pt x="47" y="359"/>
                  <a:pt x="46" y="359"/>
                </a:cubicBezTo>
                <a:cubicBezTo>
                  <a:pt x="47" y="359"/>
                  <a:pt x="47" y="358"/>
                  <a:pt x="47" y="358"/>
                </a:cubicBezTo>
                <a:cubicBezTo>
                  <a:pt x="47" y="358"/>
                  <a:pt x="47" y="358"/>
                  <a:pt x="47" y="358"/>
                </a:cubicBezTo>
                <a:cubicBezTo>
                  <a:pt x="47" y="355"/>
                  <a:pt x="46" y="354"/>
                  <a:pt x="47" y="352"/>
                </a:cubicBezTo>
                <a:cubicBezTo>
                  <a:pt x="47" y="352"/>
                  <a:pt x="47" y="352"/>
                  <a:pt x="47" y="352"/>
                </a:cubicBezTo>
                <a:cubicBezTo>
                  <a:pt x="47" y="351"/>
                  <a:pt x="47" y="349"/>
                  <a:pt x="47" y="348"/>
                </a:cubicBezTo>
                <a:cubicBezTo>
                  <a:pt x="46" y="347"/>
                  <a:pt x="47" y="345"/>
                  <a:pt x="47" y="343"/>
                </a:cubicBezTo>
                <a:cubicBezTo>
                  <a:pt x="46" y="342"/>
                  <a:pt x="46" y="344"/>
                  <a:pt x="46" y="343"/>
                </a:cubicBezTo>
                <a:cubicBezTo>
                  <a:pt x="46" y="341"/>
                  <a:pt x="46" y="340"/>
                  <a:pt x="46" y="339"/>
                </a:cubicBezTo>
                <a:cubicBezTo>
                  <a:pt x="46" y="339"/>
                  <a:pt x="46" y="337"/>
                  <a:pt x="45" y="338"/>
                </a:cubicBezTo>
                <a:cubicBezTo>
                  <a:pt x="46" y="339"/>
                  <a:pt x="45" y="339"/>
                  <a:pt x="45" y="338"/>
                </a:cubicBezTo>
                <a:cubicBezTo>
                  <a:pt x="46" y="343"/>
                  <a:pt x="45" y="345"/>
                  <a:pt x="46" y="349"/>
                </a:cubicBezTo>
                <a:cubicBezTo>
                  <a:pt x="46" y="349"/>
                  <a:pt x="45" y="348"/>
                  <a:pt x="45" y="348"/>
                </a:cubicBezTo>
                <a:cubicBezTo>
                  <a:pt x="45" y="350"/>
                  <a:pt x="46" y="353"/>
                  <a:pt x="45" y="354"/>
                </a:cubicBezTo>
                <a:cubicBezTo>
                  <a:pt x="45" y="354"/>
                  <a:pt x="45" y="357"/>
                  <a:pt x="46" y="358"/>
                </a:cubicBezTo>
                <a:cubicBezTo>
                  <a:pt x="44" y="359"/>
                  <a:pt x="46" y="362"/>
                  <a:pt x="46" y="363"/>
                </a:cubicBezTo>
                <a:cubicBezTo>
                  <a:pt x="46" y="363"/>
                  <a:pt x="45" y="363"/>
                  <a:pt x="45" y="363"/>
                </a:cubicBezTo>
                <a:cubicBezTo>
                  <a:pt x="45" y="365"/>
                  <a:pt x="44" y="366"/>
                  <a:pt x="45" y="367"/>
                </a:cubicBezTo>
                <a:cubicBezTo>
                  <a:pt x="45" y="367"/>
                  <a:pt x="45" y="369"/>
                  <a:pt x="44" y="368"/>
                </a:cubicBezTo>
                <a:cubicBezTo>
                  <a:pt x="44" y="368"/>
                  <a:pt x="44" y="368"/>
                  <a:pt x="44" y="368"/>
                </a:cubicBezTo>
                <a:cubicBezTo>
                  <a:pt x="44" y="369"/>
                  <a:pt x="45" y="372"/>
                  <a:pt x="44" y="372"/>
                </a:cubicBezTo>
                <a:cubicBezTo>
                  <a:pt x="44" y="370"/>
                  <a:pt x="44" y="368"/>
                  <a:pt x="43" y="366"/>
                </a:cubicBezTo>
                <a:cubicBezTo>
                  <a:pt x="45" y="366"/>
                  <a:pt x="45" y="366"/>
                  <a:pt x="45" y="366"/>
                </a:cubicBezTo>
                <a:cubicBezTo>
                  <a:pt x="44" y="364"/>
                  <a:pt x="44" y="364"/>
                  <a:pt x="45" y="362"/>
                </a:cubicBezTo>
                <a:cubicBezTo>
                  <a:pt x="44" y="362"/>
                  <a:pt x="44" y="362"/>
                  <a:pt x="43" y="361"/>
                </a:cubicBezTo>
                <a:cubicBezTo>
                  <a:pt x="43" y="363"/>
                  <a:pt x="43" y="365"/>
                  <a:pt x="43" y="366"/>
                </a:cubicBezTo>
                <a:cubicBezTo>
                  <a:pt x="43" y="366"/>
                  <a:pt x="42" y="366"/>
                  <a:pt x="42" y="366"/>
                </a:cubicBezTo>
                <a:cubicBezTo>
                  <a:pt x="43" y="364"/>
                  <a:pt x="42" y="363"/>
                  <a:pt x="43" y="360"/>
                </a:cubicBezTo>
                <a:cubicBezTo>
                  <a:pt x="42" y="361"/>
                  <a:pt x="43" y="357"/>
                  <a:pt x="42" y="357"/>
                </a:cubicBezTo>
                <a:cubicBezTo>
                  <a:pt x="42" y="359"/>
                  <a:pt x="41" y="356"/>
                  <a:pt x="41" y="357"/>
                </a:cubicBezTo>
                <a:cubicBezTo>
                  <a:pt x="39" y="359"/>
                  <a:pt x="42" y="367"/>
                  <a:pt x="40" y="368"/>
                </a:cubicBezTo>
                <a:cubicBezTo>
                  <a:pt x="40" y="364"/>
                  <a:pt x="41" y="362"/>
                  <a:pt x="39" y="359"/>
                </a:cubicBezTo>
                <a:cubicBezTo>
                  <a:pt x="39" y="360"/>
                  <a:pt x="39" y="360"/>
                  <a:pt x="38" y="361"/>
                </a:cubicBezTo>
                <a:cubicBezTo>
                  <a:pt x="39" y="362"/>
                  <a:pt x="39" y="360"/>
                  <a:pt x="39" y="362"/>
                </a:cubicBezTo>
                <a:cubicBezTo>
                  <a:pt x="39" y="365"/>
                  <a:pt x="38" y="366"/>
                  <a:pt x="39" y="369"/>
                </a:cubicBezTo>
                <a:cubicBezTo>
                  <a:pt x="38" y="369"/>
                  <a:pt x="40" y="371"/>
                  <a:pt x="38" y="374"/>
                </a:cubicBezTo>
                <a:cubicBezTo>
                  <a:pt x="40" y="376"/>
                  <a:pt x="38" y="378"/>
                  <a:pt x="39" y="379"/>
                </a:cubicBezTo>
                <a:cubicBezTo>
                  <a:pt x="39" y="380"/>
                  <a:pt x="39" y="380"/>
                  <a:pt x="39" y="381"/>
                </a:cubicBezTo>
                <a:cubicBezTo>
                  <a:pt x="39" y="382"/>
                  <a:pt x="39" y="381"/>
                  <a:pt x="39" y="382"/>
                </a:cubicBezTo>
                <a:cubicBezTo>
                  <a:pt x="39" y="382"/>
                  <a:pt x="39" y="383"/>
                  <a:pt x="39" y="383"/>
                </a:cubicBezTo>
                <a:cubicBezTo>
                  <a:pt x="38" y="383"/>
                  <a:pt x="38" y="383"/>
                  <a:pt x="37" y="383"/>
                </a:cubicBezTo>
                <a:cubicBezTo>
                  <a:pt x="37" y="384"/>
                  <a:pt x="38" y="385"/>
                  <a:pt x="37" y="386"/>
                </a:cubicBezTo>
                <a:cubicBezTo>
                  <a:pt x="37" y="385"/>
                  <a:pt x="36" y="385"/>
                  <a:pt x="36" y="383"/>
                </a:cubicBezTo>
                <a:cubicBezTo>
                  <a:pt x="38" y="383"/>
                  <a:pt x="36" y="380"/>
                  <a:pt x="37" y="380"/>
                </a:cubicBezTo>
                <a:cubicBezTo>
                  <a:pt x="37" y="380"/>
                  <a:pt x="36" y="379"/>
                  <a:pt x="36" y="380"/>
                </a:cubicBezTo>
                <a:cubicBezTo>
                  <a:pt x="36" y="380"/>
                  <a:pt x="36" y="380"/>
                  <a:pt x="36" y="380"/>
                </a:cubicBezTo>
                <a:cubicBezTo>
                  <a:pt x="36" y="382"/>
                  <a:pt x="36" y="383"/>
                  <a:pt x="36" y="384"/>
                </a:cubicBezTo>
                <a:cubicBezTo>
                  <a:pt x="35" y="384"/>
                  <a:pt x="35" y="382"/>
                  <a:pt x="34" y="382"/>
                </a:cubicBezTo>
                <a:cubicBezTo>
                  <a:pt x="36" y="381"/>
                  <a:pt x="34" y="378"/>
                  <a:pt x="35" y="377"/>
                </a:cubicBezTo>
                <a:cubicBezTo>
                  <a:pt x="36" y="377"/>
                  <a:pt x="37" y="378"/>
                  <a:pt x="37" y="376"/>
                </a:cubicBezTo>
                <a:cubicBezTo>
                  <a:pt x="37" y="376"/>
                  <a:pt x="37" y="376"/>
                  <a:pt x="37" y="375"/>
                </a:cubicBezTo>
                <a:cubicBezTo>
                  <a:pt x="36" y="378"/>
                  <a:pt x="35" y="376"/>
                  <a:pt x="34" y="375"/>
                </a:cubicBezTo>
                <a:cubicBezTo>
                  <a:pt x="34" y="372"/>
                  <a:pt x="35" y="375"/>
                  <a:pt x="35" y="374"/>
                </a:cubicBezTo>
                <a:cubicBezTo>
                  <a:pt x="35" y="374"/>
                  <a:pt x="35" y="374"/>
                  <a:pt x="35" y="373"/>
                </a:cubicBezTo>
                <a:cubicBezTo>
                  <a:pt x="35" y="373"/>
                  <a:pt x="35" y="373"/>
                  <a:pt x="35" y="373"/>
                </a:cubicBezTo>
                <a:cubicBezTo>
                  <a:pt x="35" y="373"/>
                  <a:pt x="34" y="374"/>
                  <a:pt x="34" y="372"/>
                </a:cubicBezTo>
                <a:cubicBezTo>
                  <a:pt x="33" y="372"/>
                  <a:pt x="34" y="374"/>
                  <a:pt x="33" y="375"/>
                </a:cubicBezTo>
                <a:cubicBezTo>
                  <a:pt x="33" y="374"/>
                  <a:pt x="33" y="373"/>
                  <a:pt x="33" y="372"/>
                </a:cubicBezTo>
                <a:cubicBezTo>
                  <a:pt x="33" y="371"/>
                  <a:pt x="34" y="372"/>
                  <a:pt x="34" y="370"/>
                </a:cubicBezTo>
                <a:cubicBezTo>
                  <a:pt x="33" y="370"/>
                  <a:pt x="33" y="371"/>
                  <a:pt x="32" y="371"/>
                </a:cubicBezTo>
                <a:cubicBezTo>
                  <a:pt x="32" y="372"/>
                  <a:pt x="32" y="373"/>
                  <a:pt x="32" y="373"/>
                </a:cubicBezTo>
                <a:cubicBezTo>
                  <a:pt x="32" y="372"/>
                  <a:pt x="32" y="373"/>
                  <a:pt x="31" y="373"/>
                </a:cubicBezTo>
                <a:cubicBezTo>
                  <a:pt x="31" y="373"/>
                  <a:pt x="30" y="373"/>
                  <a:pt x="30" y="372"/>
                </a:cubicBezTo>
                <a:cubicBezTo>
                  <a:pt x="30" y="372"/>
                  <a:pt x="31" y="372"/>
                  <a:pt x="31" y="372"/>
                </a:cubicBezTo>
                <a:cubicBezTo>
                  <a:pt x="31" y="372"/>
                  <a:pt x="31" y="372"/>
                  <a:pt x="31" y="372"/>
                </a:cubicBezTo>
                <a:cubicBezTo>
                  <a:pt x="31" y="372"/>
                  <a:pt x="32" y="372"/>
                  <a:pt x="32" y="371"/>
                </a:cubicBezTo>
                <a:cubicBezTo>
                  <a:pt x="31" y="371"/>
                  <a:pt x="31" y="369"/>
                  <a:pt x="31" y="371"/>
                </a:cubicBezTo>
                <a:cubicBezTo>
                  <a:pt x="30" y="370"/>
                  <a:pt x="31" y="369"/>
                  <a:pt x="31" y="369"/>
                </a:cubicBezTo>
                <a:cubicBezTo>
                  <a:pt x="31" y="367"/>
                  <a:pt x="30" y="369"/>
                  <a:pt x="30" y="368"/>
                </a:cubicBezTo>
                <a:cubicBezTo>
                  <a:pt x="32" y="366"/>
                  <a:pt x="32" y="366"/>
                  <a:pt x="30" y="366"/>
                </a:cubicBezTo>
                <a:cubicBezTo>
                  <a:pt x="30" y="366"/>
                  <a:pt x="31" y="365"/>
                  <a:pt x="31" y="365"/>
                </a:cubicBezTo>
                <a:cubicBezTo>
                  <a:pt x="31" y="365"/>
                  <a:pt x="31" y="366"/>
                  <a:pt x="31" y="366"/>
                </a:cubicBezTo>
                <a:cubicBezTo>
                  <a:pt x="31" y="366"/>
                  <a:pt x="31" y="365"/>
                  <a:pt x="32" y="366"/>
                </a:cubicBezTo>
                <a:cubicBezTo>
                  <a:pt x="31" y="364"/>
                  <a:pt x="31" y="362"/>
                  <a:pt x="32" y="362"/>
                </a:cubicBezTo>
                <a:cubicBezTo>
                  <a:pt x="32" y="363"/>
                  <a:pt x="33" y="362"/>
                  <a:pt x="33" y="364"/>
                </a:cubicBezTo>
                <a:cubicBezTo>
                  <a:pt x="34" y="364"/>
                  <a:pt x="35" y="361"/>
                  <a:pt x="34" y="360"/>
                </a:cubicBezTo>
                <a:cubicBezTo>
                  <a:pt x="34" y="363"/>
                  <a:pt x="34" y="360"/>
                  <a:pt x="33" y="360"/>
                </a:cubicBezTo>
                <a:cubicBezTo>
                  <a:pt x="33" y="360"/>
                  <a:pt x="33" y="361"/>
                  <a:pt x="33" y="361"/>
                </a:cubicBezTo>
                <a:cubicBezTo>
                  <a:pt x="33" y="360"/>
                  <a:pt x="31" y="362"/>
                  <a:pt x="32" y="360"/>
                </a:cubicBezTo>
                <a:cubicBezTo>
                  <a:pt x="32" y="359"/>
                  <a:pt x="32" y="360"/>
                  <a:pt x="33" y="360"/>
                </a:cubicBezTo>
                <a:cubicBezTo>
                  <a:pt x="33" y="359"/>
                  <a:pt x="33" y="358"/>
                  <a:pt x="33" y="357"/>
                </a:cubicBezTo>
                <a:cubicBezTo>
                  <a:pt x="34" y="357"/>
                  <a:pt x="33" y="356"/>
                  <a:pt x="33" y="355"/>
                </a:cubicBezTo>
                <a:cubicBezTo>
                  <a:pt x="33" y="354"/>
                  <a:pt x="32" y="354"/>
                  <a:pt x="31" y="354"/>
                </a:cubicBezTo>
                <a:cubicBezTo>
                  <a:pt x="31" y="355"/>
                  <a:pt x="32" y="354"/>
                  <a:pt x="32" y="355"/>
                </a:cubicBezTo>
                <a:cubicBezTo>
                  <a:pt x="31" y="355"/>
                  <a:pt x="31" y="355"/>
                  <a:pt x="31" y="356"/>
                </a:cubicBezTo>
                <a:cubicBezTo>
                  <a:pt x="31" y="353"/>
                  <a:pt x="30" y="350"/>
                  <a:pt x="31" y="348"/>
                </a:cubicBezTo>
                <a:cubicBezTo>
                  <a:pt x="30" y="348"/>
                  <a:pt x="30" y="348"/>
                  <a:pt x="30" y="347"/>
                </a:cubicBezTo>
                <a:cubicBezTo>
                  <a:pt x="30" y="346"/>
                  <a:pt x="30" y="347"/>
                  <a:pt x="30" y="345"/>
                </a:cubicBezTo>
                <a:cubicBezTo>
                  <a:pt x="31" y="345"/>
                  <a:pt x="32" y="345"/>
                  <a:pt x="32" y="347"/>
                </a:cubicBezTo>
                <a:cubicBezTo>
                  <a:pt x="33" y="346"/>
                  <a:pt x="32" y="342"/>
                  <a:pt x="32" y="342"/>
                </a:cubicBezTo>
                <a:cubicBezTo>
                  <a:pt x="32" y="343"/>
                  <a:pt x="32" y="344"/>
                  <a:pt x="32" y="344"/>
                </a:cubicBezTo>
                <a:cubicBezTo>
                  <a:pt x="32" y="342"/>
                  <a:pt x="31" y="344"/>
                  <a:pt x="31" y="344"/>
                </a:cubicBezTo>
                <a:cubicBezTo>
                  <a:pt x="30" y="343"/>
                  <a:pt x="30" y="343"/>
                  <a:pt x="30" y="341"/>
                </a:cubicBezTo>
                <a:cubicBezTo>
                  <a:pt x="30" y="340"/>
                  <a:pt x="30" y="341"/>
                  <a:pt x="31" y="341"/>
                </a:cubicBezTo>
                <a:cubicBezTo>
                  <a:pt x="31" y="339"/>
                  <a:pt x="30" y="340"/>
                  <a:pt x="30" y="340"/>
                </a:cubicBezTo>
                <a:cubicBezTo>
                  <a:pt x="30" y="339"/>
                  <a:pt x="29" y="338"/>
                  <a:pt x="30" y="338"/>
                </a:cubicBezTo>
                <a:cubicBezTo>
                  <a:pt x="31" y="338"/>
                  <a:pt x="31" y="338"/>
                  <a:pt x="31" y="338"/>
                </a:cubicBezTo>
                <a:cubicBezTo>
                  <a:pt x="30" y="335"/>
                  <a:pt x="30" y="336"/>
                  <a:pt x="29" y="333"/>
                </a:cubicBezTo>
                <a:cubicBezTo>
                  <a:pt x="30" y="333"/>
                  <a:pt x="30" y="333"/>
                  <a:pt x="30" y="334"/>
                </a:cubicBezTo>
                <a:cubicBezTo>
                  <a:pt x="30" y="331"/>
                  <a:pt x="29" y="334"/>
                  <a:pt x="29" y="331"/>
                </a:cubicBezTo>
                <a:cubicBezTo>
                  <a:pt x="30" y="331"/>
                  <a:pt x="30" y="332"/>
                  <a:pt x="30" y="332"/>
                </a:cubicBezTo>
                <a:cubicBezTo>
                  <a:pt x="30" y="331"/>
                  <a:pt x="30" y="331"/>
                  <a:pt x="30" y="330"/>
                </a:cubicBezTo>
                <a:cubicBezTo>
                  <a:pt x="31" y="329"/>
                  <a:pt x="32" y="327"/>
                  <a:pt x="33" y="329"/>
                </a:cubicBezTo>
                <a:cubicBezTo>
                  <a:pt x="33" y="329"/>
                  <a:pt x="34" y="328"/>
                  <a:pt x="34" y="328"/>
                </a:cubicBezTo>
                <a:cubicBezTo>
                  <a:pt x="33" y="328"/>
                  <a:pt x="33" y="323"/>
                  <a:pt x="32" y="322"/>
                </a:cubicBezTo>
                <a:cubicBezTo>
                  <a:pt x="32" y="323"/>
                  <a:pt x="32" y="323"/>
                  <a:pt x="32" y="324"/>
                </a:cubicBezTo>
                <a:cubicBezTo>
                  <a:pt x="32" y="324"/>
                  <a:pt x="32" y="324"/>
                  <a:pt x="32" y="325"/>
                </a:cubicBezTo>
                <a:cubicBezTo>
                  <a:pt x="32" y="324"/>
                  <a:pt x="32" y="325"/>
                  <a:pt x="31" y="324"/>
                </a:cubicBezTo>
                <a:cubicBezTo>
                  <a:pt x="32" y="323"/>
                  <a:pt x="31" y="322"/>
                  <a:pt x="32" y="322"/>
                </a:cubicBezTo>
                <a:cubicBezTo>
                  <a:pt x="32" y="321"/>
                  <a:pt x="32" y="322"/>
                  <a:pt x="33" y="322"/>
                </a:cubicBezTo>
                <a:cubicBezTo>
                  <a:pt x="33" y="321"/>
                  <a:pt x="33" y="321"/>
                  <a:pt x="33" y="320"/>
                </a:cubicBezTo>
                <a:cubicBezTo>
                  <a:pt x="33" y="320"/>
                  <a:pt x="32" y="321"/>
                  <a:pt x="31" y="320"/>
                </a:cubicBezTo>
                <a:cubicBezTo>
                  <a:pt x="32" y="320"/>
                  <a:pt x="33" y="319"/>
                  <a:pt x="33" y="318"/>
                </a:cubicBezTo>
                <a:cubicBezTo>
                  <a:pt x="33" y="314"/>
                  <a:pt x="33" y="310"/>
                  <a:pt x="34" y="307"/>
                </a:cubicBezTo>
                <a:cubicBezTo>
                  <a:pt x="33" y="309"/>
                  <a:pt x="35" y="310"/>
                  <a:pt x="34" y="313"/>
                </a:cubicBezTo>
                <a:cubicBezTo>
                  <a:pt x="34" y="312"/>
                  <a:pt x="34" y="311"/>
                  <a:pt x="34" y="312"/>
                </a:cubicBezTo>
                <a:cubicBezTo>
                  <a:pt x="34" y="312"/>
                  <a:pt x="34" y="313"/>
                  <a:pt x="34" y="314"/>
                </a:cubicBezTo>
                <a:cubicBezTo>
                  <a:pt x="34" y="315"/>
                  <a:pt x="35" y="315"/>
                  <a:pt x="35" y="315"/>
                </a:cubicBezTo>
                <a:cubicBezTo>
                  <a:pt x="35" y="313"/>
                  <a:pt x="36" y="309"/>
                  <a:pt x="35" y="308"/>
                </a:cubicBezTo>
                <a:cubicBezTo>
                  <a:pt x="35" y="309"/>
                  <a:pt x="35" y="309"/>
                  <a:pt x="35" y="310"/>
                </a:cubicBezTo>
                <a:cubicBezTo>
                  <a:pt x="34" y="309"/>
                  <a:pt x="35" y="308"/>
                  <a:pt x="34" y="307"/>
                </a:cubicBezTo>
                <a:cubicBezTo>
                  <a:pt x="35" y="307"/>
                  <a:pt x="36" y="305"/>
                  <a:pt x="36" y="307"/>
                </a:cubicBezTo>
                <a:cubicBezTo>
                  <a:pt x="35" y="309"/>
                  <a:pt x="36" y="313"/>
                  <a:pt x="37" y="313"/>
                </a:cubicBezTo>
                <a:cubicBezTo>
                  <a:pt x="37" y="314"/>
                  <a:pt x="36" y="314"/>
                  <a:pt x="36" y="315"/>
                </a:cubicBezTo>
                <a:cubicBezTo>
                  <a:pt x="36" y="315"/>
                  <a:pt x="36" y="318"/>
                  <a:pt x="36" y="319"/>
                </a:cubicBezTo>
                <a:cubicBezTo>
                  <a:pt x="37" y="319"/>
                  <a:pt x="37" y="317"/>
                  <a:pt x="37" y="318"/>
                </a:cubicBezTo>
                <a:cubicBezTo>
                  <a:pt x="37" y="318"/>
                  <a:pt x="37" y="318"/>
                  <a:pt x="37" y="319"/>
                </a:cubicBezTo>
                <a:cubicBezTo>
                  <a:pt x="37" y="320"/>
                  <a:pt x="37" y="319"/>
                  <a:pt x="37" y="320"/>
                </a:cubicBezTo>
                <a:cubicBezTo>
                  <a:pt x="37" y="320"/>
                  <a:pt x="37" y="320"/>
                  <a:pt x="37" y="320"/>
                </a:cubicBezTo>
                <a:cubicBezTo>
                  <a:pt x="37" y="319"/>
                  <a:pt x="36" y="320"/>
                  <a:pt x="36" y="320"/>
                </a:cubicBezTo>
                <a:cubicBezTo>
                  <a:pt x="35" y="319"/>
                  <a:pt x="36" y="318"/>
                  <a:pt x="35" y="317"/>
                </a:cubicBezTo>
                <a:cubicBezTo>
                  <a:pt x="35" y="317"/>
                  <a:pt x="34" y="317"/>
                  <a:pt x="34" y="318"/>
                </a:cubicBezTo>
                <a:cubicBezTo>
                  <a:pt x="34" y="319"/>
                  <a:pt x="35" y="318"/>
                  <a:pt x="35" y="319"/>
                </a:cubicBezTo>
                <a:cubicBezTo>
                  <a:pt x="35" y="320"/>
                  <a:pt x="35" y="322"/>
                  <a:pt x="34" y="321"/>
                </a:cubicBezTo>
                <a:cubicBezTo>
                  <a:pt x="34" y="323"/>
                  <a:pt x="35" y="322"/>
                  <a:pt x="35" y="324"/>
                </a:cubicBezTo>
                <a:cubicBezTo>
                  <a:pt x="34" y="324"/>
                  <a:pt x="34" y="325"/>
                  <a:pt x="34" y="325"/>
                </a:cubicBezTo>
                <a:cubicBezTo>
                  <a:pt x="34" y="324"/>
                  <a:pt x="33" y="324"/>
                  <a:pt x="33" y="325"/>
                </a:cubicBezTo>
                <a:cubicBezTo>
                  <a:pt x="34" y="326"/>
                  <a:pt x="34" y="326"/>
                  <a:pt x="35" y="327"/>
                </a:cubicBezTo>
                <a:cubicBezTo>
                  <a:pt x="36" y="325"/>
                  <a:pt x="34" y="327"/>
                  <a:pt x="35" y="325"/>
                </a:cubicBezTo>
                <a:cubicBezTo>
                  <a:pt x="35" y="326"/>
                  <a:pt x="35" y="325"/>
                  <a:pt x="36" y="325"/>
                </a:cubicBezTo>
                <a:cubicBezTo>
                  <a:pt x="37" y="327"/>
                  <a:pt x="34" y="330"/>
                  <a:pt x="35" y="333"/>
                </a:cubicBezTo>
                <a:cubicBezTo>
                  <a:pt x="36" y="332"/>
                  <a:pt x="35" y="331"/>
                  <a:pt x="35" y="331"/>
                </a:cubicBezTo>
                <a:cubicBezTo>
                  <a:pt x="35" y="331"/>
                  <a:pt x="36" y="331"/>
                  <a:pt x="36" y="331"/>
                </a:cubicBezTo>
                <a:cubicBezTo>
                  <a:pt x="35" y="333"/>
                  <a:pt x="37" y="331"/>
                  <a:pt x="37" y="333"/>
                </a:cubicBezTo>
                <a:cubicBezTo>
                  <a:pt x="37" y="333"/>
                  <a:pt x="38" y="332"/>
                  <a:pt x="38" y="333"/>
                </a:cubicBezTo>
                <a:cubicBezTo>
                  <a:pt x="37" y="332"/>
                  <a:pt x="38" y="334"/>
                  <a:pt x="37" y="334"/>
                </a:cubicBezTo>
                <a:cubicBezTo>
                  <a:pt x="37" y="333"/>
                  <a:pt x="37" y="335"/>
                  <a:pt x="36" y="334"/>
                </a:cubicBezTo>
                <a:cubicBezTo>
                  <a:pt x="37" y="333"/>
                  <a:pt x="37" y="332"/>
                  <a:pt x="36" y="332"/>
                </a:cubicBezTo>
                <a:cubicBezTo>
                  <a:pt x="36" y="334"/>
                  <a:pt x="35" y="334"/>
                  <a:pt x="35" y="337"/>
                </a:cubicBezTo>
                <a:cubicBezTo>
                  <a:pt x="37" y="337"/>
                  <a:pt x="37" y="337"/>
                  <a:pt x="37" y="337"/>
                </a:cubicBezTo>
                <a:cubicBezTo>
                  <a:pt x="37" y="336"/>
                  <a:pt x="37" y="336"/>
                  <a:pt x="37" y="335"/>
                </a:cubicBezTo>
                <a:cubicBezTo>
                  <a:pt x="38" y="335"/>
                  <a:pt x="39" y="335"/>
                  <a:pt x="40" y="336"/>
                </a:cubicBezTo>
                <a:cubicBezTo>
                  <a:pt x="39" y="337"/>
                  <a:pt x="40" y="337"/>
                  <a:pt x="40" y="338"/>
                </a:cubicBezTo>
                <a:cubicBezTo>
                  <a:pt x="40" y="340"/>
                  <a:pt x="39" y="339"/>
                  <a:pt x="38" y="340"/>
                </a:cubicBezTo>
                <a:cubicBezTo>
                  <a:pt x="39" y="340"/>
                  <a:pt x="38" y="340"/>
                  <a:pt x="38" y="341"/>
                </a:cubicBezTo>
                <a:cubicBezTo>
                  <a:pt x="38" y="342"/>
                  <a:pt x="39" y="341"/>
                  <a:pt x="39" y="342"/>
                </a:cubicBezTo>
                <a:cubicBezTo>
                  <a:pt x="39" y="342"/>
                  <a:pt x="39" y="342"/>
                  <a:pt x="38" y="342"/>
                </a:cubicBezTo>
                <a:cubicBezTo>
                  <a:pt x="38" y="344"/>
                  <a:pt x="38" y="344"/>
                  <a:pt x="38" y="344"/>
                </a:cubicBezTo>
                <a:cubicBezTo>
                  <a:pt x="39" y="344"/>
                  <a:pt x="39" y="343"/>
                  <a:pt x="40" y="342"/>
                </a:cubicBezTo>
                <a:cubicBezTo>
                  <a:pt x="39" y="343"/>
                  <a:pt x="39" y="340"/>
                  <a:pt x="40" y="341"/>
                </a:cubicBezTo>
                <a:cubicBezTo>
                  <a:pt x="40" y="341"/>
                  <a:pt x="40" y="341"/>
                  <a:pt x="40" y="341"/>
                </a:cubicBezTo>
                <a:cubicBezTo>
                  <a:pt x="40" y="342"/>
                  <a:pt x="40" y="343"/>
                  <a:pt x="40" y="344"/>
                </a:cubicBezTo>
                <a:cubicBezTo>
                  <a:pt x="39" y="343"/>
                  <a:pt x="38" y="346"/>
                  <a:pt x="38" y="345"/>
                </a:cubicBezTo>
                <a:cubicBezTo>
                  <a:pt x="38" y="347"/>
                  <a:pt x="38" y="346"/>
                  <a:pt x="39" y="347"/>
                </a:cubicBezTo>
                <a:cubicBezTo>
                  <a:pt x="38" y="349"/>
                  <a:pt x="38" y="349"/>
                  <a:pt x="39" y="350"/>
                </a:cubicBezTo>
                <a:cubicBezTo>
                  <a:pt x="40" y="352"/>
                  <a:pt x="39" y="353"/>
                  <a:pt x="38" y="351"/>
                </a:cubicBezTo>
                <a:cubicBezTo>
                  <a:pt x="38" y="354"/>
                  <a:pt x="39" y="355"/>
                  <a:pt x="38" y="357"/>
                </a:cubicBezTo>
                <a:cubicBezTo>
                  <a:pt x="39" y="358"/>
                  <a:pt x="39" y="355"/>
                  <a:pt x="40" y="357"/>
                </a:cubicBezTo>
                <a:cubicBezTo>
                  <a:pt x="39" y="358"/>
                  <a:pt x="39" y="358"/>
                  <a:pt x="40" y="359"/>
                </a:cubicBezTo>
                <a:cubicBezTo>
                  <a:pt x="40" y="358"/>
                  <a:pt x="40" y="357"/>
                  <a:pt x="40" y="355"/>
                </a:cubicBezTo>
                <a:cubicBezTo>
                  <a:pt x="41" y="355"/>
                  <a:pt x="40" y="353"/>
                  <a:pt x="41" y="354"/>
                </a:cubicBezTo>
                <a:cubicBezTo>
                  <a:pt x="41" y="352"/>
                  <a:pt x="40" y="354"/>
                  <a:pt x="41" y="352"/>
                </a:cubicBezTo>
                <a:cubicBezTo>
                  <a:pt x="41" y="352"/>
                  <a:pt x="42" y="352"/>
                  <a:pt x="42" y="351"/>
                </a:cubicBezTo>
                <a:cubicBezTo>
                  <a:pt x="42" y="350"/>
                  <a:pt x="42" y="349"/>
                  <a:pt x="42" y="348"/>
                </a:cubicBezTo>
                <a:cubicBezTo>
                  <a:pt x="42" y="349"/>
                  <a:pt x="43" y="350"/>
                  <a:pt x="43" y="350"/>
                </a:cubicBezTo>
                <a:cubicBezTo>
                  <a:pt x="43" y="348"/>
                  <a:pt x="44" y="348"/>
                  <a:pt x="44" y="348"/>
                </a:cubicBezTo>
                <a:cubicBezTo>
                  <a:pt x="43" y="348"/>
                  <a:pt x="44" y="345"/>
                  <a:pt x="43" y="344"/>
                </a:cubicBezTo>
                <a:cubicBezTo>
                  <a:pt x="43" y="345"/>
                  <a:pt x="43" y="346"/>
                  <a:pt x="43" y="346"/>
                </a:cubicBezTo>
                <a:cubicBezTo>
                  <a:pt x="43" y="344"/>
                  <a:pt x="43" y="346"/>
                  <a:pt x="42" y="346"/>
                </a:cubicBezTo>
                <a:cubicBezTo>
                  <a:pt x="42" y="345"/>
                  <a:pt x="42" y="344"/>
                  <a:pt x="42" y="344"/>
                </a:cubicBezTo>
                <a:cubicBezTo>
                  <a:pt x="41" y="345"/>
                  <a:pt x="42" y="346"/>
                  <a:pt x="42" y="347"/>
                </a:cubicBezTo>
                <a:cubicBezTo>
                  <a:pt x="42" y="347"/>
                  <a:pt x="41" y="347"/>
                  <a:pt x="41" y="347"/>
                </a:cubicBezTo>
                <a:cubicBezTo>
                  <a:pt x="42" y="346"/>
                  <a:pt x="41" y="345"/>
                  <a:pt x="41" y="344"/>
                </a:cubicBezTo>
                <a:cubicBezTo>
                  <a:pt x="41" y="343"/>
                  <a:pt x="42" y="345"/>
                  <a:pt x="42" y="343"/>
                </a:cubicBezTo>
                <a:cubicBezTo>
                  <a:pt x="41" y="343"/>
                  <a:pt x="41" y="342"/>
                  <a:pt x="41" y="344"/>
                </a:cubicBezTo>
                <a:cubicBezTo>
                  <a:pt x="40" y="340"/>
                  <a:pt x="41" y="343"/>
                  <a:pt x="41" y="341"/>
                </a:cubicBezTo>
                <a:cubicBezTo>
                  <a:pt x="40" y="340"/>
                  <a:pt x="40" y="336"/>
                  <a:pt x="40" y="335"/>
                </a:cubicBezTo>
                <a:cubicBezTo>
                  <a:pt x="41" y="337"/>
                  <a:pt x="41" y="334"/>
                  <a:pt x="43" y="334"/>
                </a:cubicBezTo>
                <a:cubicBezTo>
                  <a:pt x="42" y="337"/>
                  <a:pt x="44" y="334"/>
                  <a:pt x="43" y="336"/>
                </a:cubicBezTo>
                <a:cubicBezTo>
                  <a:pt x="45" y="335"/>
                  <a:pt x="44" y="331"/>
                  <a:pt x="44" y="329"/>
                </a:cubicBezTo>
                <a:cubicBezTo>
                  <a:pt x="43" y="328"/>
                  <a:pt x="43" y="329"/>
                  <a:pt x="43" y="329"/>
                </a:cubicBezTo>
                <a:cubicBezTo>
                  <a:pt x="43" y="328"/>
                  <a:pt x="42" y="330"/>
                  <a:pt x="42" y="329"/>
                </a:cubicBezTo>
                <a:cubicBezTo>
                  <a:pt x="43" y="329"/>
                  <a:pt x="43" y="328"/>
                  <a:pt x="43" y="328"/>
                </a:cubicBezTo>
                <a:cubicBezTo>
                  <a:pt x="46" y="326"/>
                  <a:pt x="44" y="331"/>
                  <a:pt x="45" y="333"/>
                </a:cubicBezTo>
                <a:cubicBezTo>
                  <a:pt x="45" y="331"/>
                  <a:pt x="46" y="331"/>
                  <a:pt x="46" y="329"/>
                </a:cubicBezTo>
                <a:cubicBezTo>
                  <a:pt x="46" y="330"/>
                  <a:pt x="46" y="332"/>
                  <a:pt x="47" y="332"/>
                </a:cubicBezTo>
                <a:cubicBezTo>
                  <a:pt x="46" y="330"/>
                  <a:pt x="47" y="331"/>
                  <a:pt x="48" y="330"/>
                </a:cubicBezTo>
                <a:cubicBezTo>
                  <a:pt x="48" y="328"/>
                  <a:pt x="47" y="329"/>
                  <a:pt x="47" y="328"/>
                </a:cubicBezTo>
                <a:cubicBezTo>
                  <a:pt x="48" y="328"/>
                  <a:pt x="48" y="328"/>
                  <a:pt x="49" y="329"/>
                </a:cubicBezTo>
                <a:cubicBezTo>
                  <a:pt x="49" y="329"/>
                  <a:pt x="48" y="328"/>
                  <a:pt x="49" y="327"/>
                </a:cubicBezTo>
                <a:cubicBezTo>
                  <a:pt x="48" y="327"/>
                  <a:pt x="48" y="327"/>
                  <a:pt x="48" y="327"/>
                </a:cubicBezTo>
                <a:cubicBezTo>
                  <a:pt x="49" y="324"/>
                  <a:pt x="48" y="321"/>
                  <a:pt x="49" y="317"/>
                </a:cubicBezTo>
                <a:cubicBezTo>
                  <a:pt x="49" y="319"/>
                  <a:pt x="50" y="318"/>
                  <a:pt x="50" y="319"/>
                </a:cubicBezTo>
                <a:cubicBezTo>
                  <a:pt x="50" y="319"/>
                  <a:pt x="48" y="323"/>
                  <a:pt x="50" y="324"/>
                </a:cubicBezTo>
                <a:cubicBezTo>
                  <a:pt x="49" y="323"/>
                  <a:pt x="49" y="322"/>
                  <a:pt x="50" y="322"/>
                </a:cubicBezTo>
                <a:cubicBezTo>
                  <a:pt x="49" y="323"/>
                  <a:pt x="51" y="322"/>
                  <a:pt x="51" y="323"/>
                </a:cubicBezTo>
                <a:cubicBezTo>
                  <a:pt x="51" y="323"/>
                  <a:pt x="50" y="323"/>
                  <a:pt x="50" y="324"/>
                </a:cubicBezTo>
                <a:cubicBezTo>
                  <a:pt x="51" y="324"/>
                  <a:pt x="52" y="324"/>
                  <a:pt x="52" y="324"/>
                </a:cubicBezTo>
                <a:cubicBezTo>
                  <a:pt x="51" y="323"/>
                  <a:pt x="54" y="324"/>
                  <a:pt x="54" y="323"/>
                </a:cubicBezTo>
                <a:cubicBezTo>
                  <a:pt x="53" y="324"/>
                  <a:pt x="54" y="326"/>
                  <a:pt x="54" y="327"/>
                </a:cubicBezTo>
                <a:cubicBezTo>
                  <a:pt x="55" y="323"/>
                  <a:pt x="54" y="322"/>
                  <a:pt x="54" y="319"/>
                </a:cubicBezTo>
                <a:cubicBezTo>
                  <a:pt x="54" y="319"/>
                  <a:pt x="54" y="319"/>
                  <a:pt x="54" y="319"/>
                </a:cubicBezTo>
                <a:cubicBezTo>
                  <a:pt x="54" y="318"/>
                  <a:pt x="54" y="317"/>
                  <a:pt x="54" y="316"/>
                </a:cubicBezTo>
                <a:cubicBezTo>
                  <a:pt x="54" y="315"/>
                  <a:pt x="54" y="315"/>
                  <a:pt x="54" y="315"/>
                </a:cubicBezTo>
                <a:cubicBezTo>
                  <a:pt x="55" y="313"/>
                  <a:pt x="53" y="306"/>
                  <a:pt x="55" y="307"/>
                </a:cubicBezTo>
                <a:cubicBezTo>
                  <a:pt x="55" y="306"/>
                  <a:pt x="55" y="306"/>
                  <a:pt x="55" y="306"/>
                </a:cubicBezTo>
                <a:cubicBezTo>
                  <a:pt x="54" y="305"/>
                  <a:pt x="54" y="307"/>
                  <a:pt x="54" y="306"/>
                </a:cubicBezTo>
                <a:cubicBezTo>
                  <a:pt x="54" y="304"/>
                  <a:pt x="55" y="304"/>
                  <a:pt x="54" y="302"/>
                </a:cubicBezTo>
                <a:cubicBezTo>
                  <a:pt x="53" y="302"/>
                  <a:pt x="54" y="299"/>
                  <a:pt x="54" y="299"/>
                </a:cubicBezTo>
                <a:cubicBezTo>
                  <a:pt x="54" y="298"/>
                  <a:pt x="54" y="298"/>
                  <a:pt x="53" y="297"/>
                </a:cubicBezTo>
                <a:cubicBezTo>
                  <a:pt x="54" y="296"/>
                  <a:pt x="54" y="295"/>
                  <a:pt x="54" y="292"/>
                </a:cubicBezTo>
                <a:cubicBezTo>
                  <a:pt x="53" y="292"/>
                  <a:pt x="54" y="294"/>
                  <a:pt x="53" y="294"/>
                </a:cubicBezTo>
                <a:cubicBezTo>
                  <a:pt x="53" y="293"/>
                  <a:pt x="53" y="291"/>
                  <a:pt x="53" y="291"/>
                </a:cubicBezTo>
                <a:cubicBezTo>
                  <a:pt x="54" y="291"/>
                  <a:pt x="53" y="292"/>
                  <a:pt x="54" y="292"/>
                </a:cubicBezTo>
                <a:cubicBezTo>
                  <a:pt x="54" y="291"/>
                  <a:pt x="54" y="293"/>
                  <a:pt x="54" y="291"/>
                </a:cubicBezTo>
                <a:cubicBezTo>
                  <a:pt x="54" y="292"/>
                  <a:pt x="53" y="290"/>
                  <a:pt x="54" y="289"/>
                </a:cubicBezTo>
                <a:cubicBezTo>
                  <a:pt x="54" y="289"/>
                  <a:pt x="54" y="290"/>
                  <a:pt x="54" y="290"/>
                </a:cubicBezTo>
                <a:cubicBezTo>
                  <a:pt x="54" y="288"/>
                  <a:pt x="53" y="288"/>
                  <a:pt x="54" y="286"/>
                </a:cubicBezTo>
                <a:cubicBezTo>
                  <a:pt x="54" y="285"/>
                  <a:pt x="53" y="287"/>
                  <a:pt x="53" y="285"/>
                </a:cubicBezTo>
                <a:cubicBezTo>
                  <a:pt x="53" y="285"/>
                  <a:pt x="53" y="282"/>
                  <a:pt x="53" y="282"/>
                </a:cubicBezTo>
                <a:cubicBezTo>
                  <a:pt x="53" y="283"/>
                  <a:pt x="53" y="283"/>
                  <a:pt x="53" y="285"/>
                </a:cubicBezTo>
                <a:cubicBezTo>
                  <a:pt x="54" y="285"/>
                  <a:pt x="54" y="285"/>
                  <a:pt x="54" y="286"/>
                </a:cubicBezTo>
                <a:cubicBezTo>
                  <a:pt x="54" y="285"/>
                  <a:pt x="55" y="285"/>
                  <a:pt x="55" y="284"/>
                </a:cubicBezTo>
                <a:cubicBezTo>
                  <a:pt x="53" y="284"/>
                  <a:pt x="54" y="281"/>
                  <a:pt x="54" y="280"/>
                </a:cubicBezTo>
                <a:cubicBezTo>
                  <a:pt x="54" y="281"/>
                  <a:pt x="54" y="281"/>
                  <a:pt x="54" y="281"/>
                </a:cubicBezTo>
                <a:cubicBezTo>
                  <a:pt x="53" y="281"/>
                  <a:pt x="53" y="279"/>
                  <a:pt x="53" y="279"/>
                </a:cubicBezTo>
                <a:cubicBezTo>
                  <a:pt x="54" y="279"/>
                  <a:pt x="54" y="280"/>
                  <a:pt x="54" y="279"/>
                </a:cubicBezTo>
                <a:cubicBezTo>
                  <a:pt x="53" y="278"/>
                  <a:pt x="54" y="276"/>
                  <a:pt x="54" y="276"/>
                </a:cubicBezTo>
                <a:cubicBezTo>
                  <a:pt x="54" y="276"/>
                  <a:pt x="54" y="276"/>
                  <a:pt x="54" y="274"/>
                </a:cubicBezTo>
                <a:cubicBezTo>
                  <a:pt x="55" y="274"/>
                  <a:pt x="54" y="273"/>
                  <a:pt x="54" y="273"/>
                </a:cubicBezTo>
                <a:cubicBezTo>
                  <a:pt x="55" y="273"/>
                  <a:pt x="55" y="273"/>
                  <a:pt x="55" y="274"/>
                </a:cubicBezTo>
                <a:cubicBezTo>
                  <a:pt x="54" y="274"/>
                  <a:pt x="54" y="274"/>
                  <a:pt x="54" y="275"/>
                </a:cubicBezTo>
                <a:cubicBezTo>
                  <a:pt x="55" y="274"/>
                  <a:pt x="56" y="273"/>
                  <a:pt x="55" y="270"/>
                </a:cubicBezTo>
                <a:cubicBezTo>
                  <a:pt x="55" y="269"/>
                  <a:pt x="55" y="271"/>
                  <a:pt x="55" y="270"/>
                </a:cubicBezTo>
                <a:cubicBezTo>
                  <a:pt x="55" y="269"/>
                  <a:pt x="55" y="266"/>
                  <a:pt x="55" y="267"/>
                </a:cubicBezTo>
                <a:cubicBezTo>
                  <a:pt x="55" y="265"/>
                  <a:pt x="55" y="266"/>
                  <a:pt x="55" y="264"/>
                </a:cubicBezTo>
                <a:cubicBezTo>
                  <a:pt x="55" y="264"/>
                  <a:pt x="55" y="265"/>
                  <a:pt x="54" y="265"/>
                </a:cubicBezTo>
                <a:cubicBezTo>
                  <a:pt x="55" y="263"/>
                  <a:pt x="55" y="261"/>
                  <a:pt x="54" y="261"/>
                </a:cubicBezTo>
                <a:cubicBezTo>
                  <a:pt x="54" y="260"/>
                  <a:pt x="54" y="259"/>
                  <a:pt x="55" y="259"/>
                </a:cubicBezTo>
                <a:cubicBezTo>
                  <a:pt x="55" y="259"/>
                  <a:pt x="54" y="260"/>
                  <a:pt x="55" y="260"/>
                </a:cubicBezTo>
                <a:cubicBezTo>
                  <a:pt x="55" y="259"/>
                  <a:pt x="55" y="258"/>
                  <a:pt x="55" y="256"/>
                </a:cubicBezTo>
                <a:cubicBezTo>
                  <a:pt x="55" y="257"/>
                  <a:pt x="55" y="255"/>
                  <a:pt x="55" y="254"/>
                </a:cubicBezTo>
                <a:cubicBezTo>
                  <a:pt x="56" y="255"/>
                  <a:pt x="56" y="254"/>
                  <a:pt x="57" y="254"/>
                </a:cubicBezTo>
                <a:cubicBezTo>
                  <a:pt x="57" y="254"/>
                  <a:pt x="56" y="253"/>
                  <a:pt x="56" y="253"/>
                </a:cubicBezTo>
                <a:cubicBezTo>
                  <a:pt x="56" y="255"/>
                  <a:pt x="55" y="253"/>
                  <a:pt x="55" y="252"/>
                </a:cubicBezTo>
                <a:cubicBezTo>
                  <a:pt x="56" y="251"/>
                  <a:pt x="55" y="252"/>
                  <a:pt x="56" y="251"/>
                </a:cubicBezTo>
                <a:cubicBezTo>
                  <a:pt x="56" y="250"/>
                  <a:pt x="56" y="251"/>
                  <a:pt x="55" y="250"/>
                </a:cubicBezTo>
                <a:cubicBezTo>
                  <a:pt x="56" y="250"/>
                  <a:pt x="56" y="248"/>
                  <a:pt x="55" y="248"/>
                </a:cubicBezTo>
                <a:cubicBezTo>
                  <a:pt x="56" y="248"/>
                  <a:pt x="56" y="249"/>
                  <a:pt x="56" y="249"/>
                </a:cubicBezTo>
                <a:cubicBezTo>
                  <a:pt x="56" y="247"/>
                  <a:pt x="56" y="247"/>
                  <a:pt x="56" y="246"/>
                </a:cubicBezTo>
                <a:cubicBezTo>
                  <a:pt x="56" y="246"/>
                  <a:pt x="56" y="246"/>
                  <a:pt x="56" y="246"/>
                </a:cubicBezTo>
                <a:cubicBezTo>
                  <a:pt x="56" y="245"/>
                  <a:pt x="56" y="244"/>
                  <a:pt x="56" y="243"/>
                </a:cubicBezTo>
                <a:cubicBezTo>
                  <a:pt x="56" y="242"/>
                  <a:pt x="55" y="245"/>
                  <a:pt x="54" y="244"/>
                </a:cubicBezTo>
                <a:cubicBezTo>
                  <a:pt x="54" y="243"/>
                  <a:pt x="56" y="242"/>
                  <a:pt x="55" y="241"/>
                </a:cubicBezTo>
                <a:cubicBezTo>
                  <a:pt x="56" y="241"/>
                  <a:pt x="56" y="241"/>
                  <a:pt x="56" y="241"/>
                </a:cubicBezTo>
                <a:cubicBezTo>
                  <a:pt x="56" y="239"/>
                  <a:pt x="56" y="237"/>
                  <a:pt x="57" y="238"/>
                </a:cubicBezTo>
                <a:cubicBezTo>
                  <a:pt x="56" y="234"/>
                  <a:pt x="56" y="231"/>
                  <a:pt x="57" y="227"/>
                </a:cubicBezTo>
                <a:cubicBezTo>
                  <a:pt x="56" y="227"/>
                  <a:pt x="56" y="227"/>
                  <a:pt x="56" y="227"/>
                </a:cubicBezTo>
                <a:cubicBezTo>
                  <a:pt x="56" y="226"/>
                  <a:pt x="56" y="226"/>
                  <a:pt x="56" y="226"/>
                </a:cubicBezTo>
                <a:cubicBezTo>
                  <a:pt x="56" y="227"/>
                  <a:pt x="57" y="227"/>
                  <a:pt x="57" y="225"/>
                </a:cubicBezTo>
                <a:cubicBezTo>
                  <a:pt x="57" y="224"/>
                  <a:pt x="57" y="226"/>
                  <a:pt x="56" y="224"/>
                </a:cubicBezTo>
                <a:cubicBezTo>
                  <a:pt x="57" y="221"/>
                  <a:pt x="56" y="217"/>
                  <a:pt x="57" y="213"/>
                </a:cubicBezTo>
                <a:cubicBezTo>
                  <a:pt x="57" y="212"/>
                  <a:pt x="56" y="214"/>
                  <a:pt x="56" y="213"/>
                </a:cubicBezTo>
                <a:cubicBezTo>
                  <a:pt x="56" y="212"/>
                  <a:pt x="57" y="211"/>
                  <a:pt x="57" y="209"/>
                </a:cubicBezTo>
                <a:cubicBezTo>
                  <a:pt x="56" y="209"/>
                  <a:pt x="56" y="209"/>
                  <a:pt x="56" y="208"/>
                </a:cubicBezTo>
                <a:cubicBezTo>
                  <a:pt x="56" y="207"/>
                  <a:pt x="56" y="207"/>
                  <a:pt x="57" y="207"/>
                </a:cubicBezTo>
                <a:cubicBezTo>
                  <a:pt x="57" y="208"/>
                  <a:pt x="57" y="208"/>
                  <a:pt x="57" y="208"/>
                </a:cubicBezTo>
                <a:cubicBezTo>
                  <a:pt x="57" y="208"/>
                  <a:pt x="57" y="208"/>
                  <a:pt x="57" y="208"/>
                </a:cubicBezTo>
                <a:cubicBezTo>
                  <a:pt x="57" y="207"/>
                  <a:pt x="57" y="205"/>
                  <a:pt x="58" y="205"/>
                </a:cubicBezTo>
                <a:cubicBezTo>
                  <a:pt x="58" y="203"/>
                  <a:pt x="58" y="204"/>
                  <a:pt x="57" y="203"/>
                </a:cubicBezTo>
                <a:cubicBezTo>
                  <a:pt x="58" y="202"/>
                  <a:pt x="58" y="200"/>
                  <a:pt x="58" y="197"/>
                </a:cubicBezTo>
                <a:cubicBezTo>
                  <a:pt x="57" y="197"/>
                  <a:pt x="57" y="197"/>
                  <a:pt x="57" y="197"/>
                </a:cubicBezTo>
                <a:cubicBezTo>
                  <a:pt x="57" y="196"/>
                  <a:pt x="56" y="196"/>
                  <a:pt x="57" y="195"/>
                </a:cubicBezTo>
                <a:cubicBezTo>
                  <a:pt x="58" y="194"/>
                  <a:pt x="58" y="195"/>
                  <a:pt x="57" y="197"/>
                </a:cubicBezTo>
                <a:cubicBezTo>
                  <a:pt x="58" y="196"/>
                  <a:pt x="58" y="194"/>
                  <a:pt x="57" y="192"/>
                </a:cubicBezTo>
                <a:cubicBezTo>
                  <a:pt x="57" y="190"/>
                  <a:pt x="59" y="187"/>
                  <a:pt x="58" y="184"/>
                </a:cubicBezTo>
                <a:cubicBezTo>
                  <a:pt x="58" y="185"/>
                  <a:pt x="57" y="186"/>
                  <a:pt x="57" y="185"/>
                </a:cubicBezTo>
                <a:cubicBezTo>
                  <a:pt x="58" y="183"/>
                  <a:pt x="58" y="180"/>
                  <a:pt x="58" y="178"/>
                </a:cubicBezTo>
                <a:cubicBezTo>
                  <a:pt x="58" y="176"/>
                  <a:pt x="58" y="174"/>
                  <a:pt x="58" y="171"/>
                </a:cubicBezTo>
                <a:cubicBezTo>
                  <a:pt x="58" y="171"/>
                  <a:pt x="58" y="171"/>
                  <a:pt x="58" y="171"/>
                </a:cubicBezTo>
                <a:cubicBezTo>
                  <a:pt x="58" y="170"/>
                  <a:pt x="58" y="169"/>
                  <a:pt x="58" y="167"/>
                </a:cubicBezTo>
                <a:cubicBezTo>
                  <a:pt x="58" y="166"/>
                  <a:pt x="58" y="165"/>
                  <a:pt x="58" y="163"/>
                </a:cubicBezTo>
                <a:cubicBezTo>
                  <a:pt x="59" y="163"/>
                  <a:pt x="59" y="163"/>
                  <a:pt x="59" y="163"/>
                </a:cubicBezTo>
                <a:cubicBezTo>
                  <a:pt x="59" y="159"/>
                  <a:pt x="58" y="155"/>
                  <a:pt x="58" y="151"/>
                </a:cubicBezTo>
                <a:cubicBezTo>
                  <a:pt x="58" y="148"/>
                  <a:pt x="59" y="147"/>
                  <a:pt x="59" y="145"/>
                </a:cubicBezTo>
                <a:cubicBezTo>
                  <a:pt x="59" y="145"/>
                  <a:pt x="58" y="143"/>
                  <a:pt x="59" y="142"/>
                </a:cubicBezTo>
                <a:cubicBezTo>
                  <a:pt x="59" y="142"/>
                  <a:pt x="59" y="144"/>
                  <a:pt x="58" y="142"/>
                </a:cubicBezTo>
                <a:cubicBezTo>
                  <a:pt x="59" y="138"/>
                  <a:pt x="59" y="136"/>
                  <a:pt x="59" y="131"/>
                </a:cubicBezTo>
                <a:cubicBezTo>
                  <a:pt x="59" y="131"/>
                  <a:pt x="58" y="131"/>
                  <a:pt x="58" y="131"/>
                </a:cubicBezTo>
                <a:cubicBezTo>
                  <a:pt x="59" y="131"/>
                  <a:pt x="59" y="130"/>
                  <a:pt x="59" y="130"/>
                </a:cubicBezTo>
                <a:cubicBezTo>
                  <a:pt x="59" y="126"/>
                  <a:pt x="58" y="124"/>
                  <a:pt x="59" y="121"/>
                </a:cubicBezTo>
                <a:cubicBezTo>
                  <a:pt x="59" y="120"/>
                  <a:pt x="58" y="122"/>
                  <a:pt x="58" y="121"/>
                </a:cubicBezTo>
                <a:cubicBezTo>
                  <a:pt x="58" y="120"/>
                  <a:pt x="59" y="121"/>
                  <a:pt x="59" y="121"/>
                </a:cubicBezTo>
                <a:cubicBezTo>
                  <a:pt x="60" y="119"/>
                  <a:pt x="59" y="120"/>
                  <a:pt x="58" y="119"/>
                </a:cubicBezTo>
                <a:cubicBezTo>
                  <a:pt x="58" y="118"/>
                  <a:pt x="58" y="118"/>
                  <a:pt x="58" y="118"/>
                </a:cubicBezTo>
                <a:cubicBezTo>
                  <a:pt x="60" y="118"/>
                  <a:pt x="59" y="113"/>
                  <a:pt x="59" y="115"/>
                </a:cubicBezTo>
                <a:cubicBezTo>
                  <a:pt x="59" y="115"/>
                  <a:pt x="59" y="117"/>
                  <a:pt x="58" y="117"/>
                </a:cubicBezTo>
                <a:cubicBezTo>
                  <a:pt x="58" y="116"/>
                  <a:pt x="58" y="112"/>
                  <a:pt x="59" y="114"/>
                </a:cubicBezTo>
                <a:cubicBezTo>
                  <a:pt x="58" y="112"/>
                  <a:pt x="58" y="111"/>
                  <a:pt x="59" y="109"/>
                </a:cubicBezTo>
                <a:cubicBezTo>
                  <a:pt x="59" y="108"/>
                  <a:pt x="58" y="110"/>
                  <a:pt x="58" y="108"/>
                </a:cubicBezTo>
                <a:cubicBezTo>
                  <a:pt x="59" y="108"/>
                  <a:pt x="59" y="107"/>
                  <a:pt x="59" y="107"/>
                </a:cubicBezTo>
                <a:cubicBezTo>
                  <a:pt x="59" y="105"/>
                  <a:pt x="59" y="105"/>
                  <a:pt x="59" y="102"/>
                </a:cubicBezTo>
                <a:cubicBezTo>
                  <a:pt x="59" y="102"/>
                  <a:pt x="59" y="101"/>
                  <a:pt x="58" y="102"/>
                </a:cubicBezTo>
                <a:cubicBezTo>
                  <a:pt x="58" y="100"/>
                  <a:pt x="58" y="100"/>
                  <a:pt x="58" y="100"/>
                </a:cubicBezTo>
                <a:cubicBezTo>
                  <a:pt x="59" y="100"/>
                  <a:pt x="59" y="97"/>
                  <a:pt x="59" y="94"/>
                </a:cubicBezTo>
                <a:cubicBezTo>
                  <a:pt x="59" y="94"/>
                  <a:pt x="59" y="94"/>
                  <a:pt x="58" y="93"/>
                </a:cubicBezTo>
                <a:cubicBezTo>
                  <a:pt x="58" y="93"/>
                  <a:pt x="60" y="89"/>
                  <a:pt x="59" y="91"/>
                </a:cubicBezTo>
                <a:cubicBezTo>
                  <a:pt x="60" y="88"/>
                  <a:pt x="59" y="82"/>
                  <a:pt x="59" y="81"/>
                </a:cubicBezTo>
                <a:cubicBezTo>
                  <a:pt x="60" y="81"/>
                  <a:pt x="59" y="78"/>
                  <a:pt x="59" y="76"/>
                </a:cubicBezTo>
                <a:cubicBezTo>
                  <a:pt x="59" y="76"/>
                  <a:pt x="59" y="75"/>
                  <a:pt x="59" y="75"/>
                </a:cubicBezTo>
                <a:cubicBezTo>
                  <a:pt x="59" y="75"/>
                  <a:pt x="59" y="75"/>
                  <a:pt x="59" y="74"/>
                </a:cubicBezTo>
                <a:cubicBezTo>
                  <a:pt x="58" y="74"/>
                  <a:pt x="59" y="73"/>
                  <a:pt x="59" y="72"/>
                </a:cubicBezTo>
                <a:cubicBezTo>
                  <a:pt x="59" y="71"/>
                  <a:pt x="58" y="72"/>
                  <a:pt x="58" y="71"/>
                </a:cubicBezTo>
                <a:cubicBezTo>
                  <a:pt x="58" y="70"/>
                  <a:pt x="59" y="71"/>
                  <a:pt x="59" y="69"/>
                </a:cubicBezTo>
                <a:cubicBezTo>
                  <a:pt x="59" y="69"/>
                  <a:pt x="58" y="71"/>
                  <a:pt x="58" y="69"/>
                </a:cubicBezTo>
                <a:cubicBezTo>
                  <a:pt x="58" y="68"/>
                  <a:pt x="58" y="68"/>
                  <a:pt x="58" y="68"/>
                </a:cubicBezTo>
                <a:cubicBezTo>
                  <a:pt x="59" y="68"/>
                  <a:pt x="59" y="68"/>
                  <a:pt x="59" y="69"/>
                </a:cubicBezTo>
                <a:cubicBezTo>
                  <a:pt x="59" y="65"/>
                  <a:pt x="59" y="63"/>
                  <a:pt x="59" y="61"/>
                </a:cubicBezTo>
                <a:cubicBezTo>
                  <a:pt x="58" y="60"/>
                  <a:pt x="59" y="62"/>
                  <a:pt x="58" y="62"/>
                </a:cubicBezTo>
                <a:cubicBezTo>
                  <a:pt x="59" y="55"/>
                  <a:pt x="58" y="49"/>
                  <a:pt x="57" y="45"/>
                </a:cubicBezTo>
                <a:cubicBezTo>
                  <a:pt x="58" y="40"/>
                  <a:pt x="58" y="40"/>
                  <a:pt x="58" y="40"/>
                </a:cubicBezTo>
                <a:cubicBezTo>
                  <a:pt x="56" y="39"/>
                  <a:pt x="57" y="32"/>
                  <a:pt x="56" y="30"/>
                </a:cubicBezTo>
                <a:cubicBezTo>
                  <a:pt x="56" y="32"/>
                  <a:pt x="56" y="33"/>
                  <a:pt x="56" y="35"/>
                </a:cubicBezTo>
                <a:cubicBezTo>
                  <a:pt x="55" y="33"/>
                  <a:pt x="55" y="33"/>
                  <a:pt x="54" y="33"/>
                </a:cubicBezTo>
                <a:cubicBezTo>
                  <a:pt x="55" y="32"/>
                  <a:pt x="53" y="32"/>
                  <a:pt x="54" y="29"/>
                </a:cubicBezTo>
                <a:cubicBezTo>
                  <a:pt x="54" y="29"/>
                  <a:pt x="53" y="30"/>
                  <a:pt x="53" y="29"/>
                </a:cubicBezTo>
                <a:cubicBezTo>
                  <a:pt x="53" y="28"/>
                  <a:pt x="53" y="27"/>
                  <a:pt x="54" y="27"/>
                </a:cubicBezTo>
                <a:cubicBezTo>
                  <a:pt x="54" y="29"/>
                  <a:pt x="54" y="27"/>
                  <a:pt x="54" y="27"/>
                </a:cubicBezTo>
                <a:cubicBezTo>
                  <a:pt x="55" y="28"/>
                  <a:pt x="55" y="28"/>
                  <a:pt x="55" y="29"/>
                </a:cubicBezTo>
                <a:cubicBezTo>
                  <a:pt x="55" y="30"/>
                  <a:pt x="56" y="30"/>
                  <a:pt x="56" y="29"/>
                </a:cubicBezTo>
                <a:cubicBezTo>
                  <a:pt x="56" y="27"/>
                  <a:pt x="56" y="25"/>
                  <a:pt x="55" y="24"/>
                </a:cubicBezTo>
                <a:cubicBezTo>
                  <a:pt x="54" y="24"/>
                  <a:pt x="54" y="24"/>
                  <a:pt x="54" y="24"/>
                </a:cubicBezTo>
                <a:cubicBezTo>
                  <a:pt x="54" y="21"/>
                  <a:pt x="53" y="22"/>
                  <a:pt x="53" y="19"/>
                </a:cubicBezTo>
                <a:cubicBezTo>
                  <a:pt x="52" y="20"/>
                  <a:pt x="52" y="19"/>
                  <a:pt x="51" y="17"/>
                </a:cubicBezTo>
                <a:cubicBezTo>
                  <a:pt x="50" y="16"/>
                  <a:pt x="50" y="18"/>
                  <a:pt x="49" y="16"/>
                </a:cubicBezTo>
                <a:cubicBezTo>
                  <a:pt x="49" y="17"/>
                  <a:pt x="48" y="16"/>
                  <a:pt x="48" y="17"/>
                </a:cubicBezTo>
                <a:cubicBezTo>
                  <a:pt x="49" y="17"/>
                  <a:pt x="48" y="19"/>
                  <a:pt x="49" y="19"/>
                </a:cubicBezTo>
                <a:cubicBezTo>
                  <a:pt x="49" y="18"/>
                  <a:pt x="49" y="17"/>
                  <a:pt x="49" y="18"/>
                </a:cubicBezTo>
                <a:cubicBezTo>
                  <a:pt x="49" y="19"/>
                  <a:pt x="49" y="21"/>
                  <a:pt x="49" y="21"/>
                </a:cubicBezTo>
                <a:cubicBezTo>
                  <a:pt x="48" y="17"/>
                  <a:pt x="46" y="19"/>
                  <a:pt x="45" y="15"/>
                </a:cubicBezTo>
                <a:cubicBezTo>
                  <a:pt x="45" y="14"/>
                  <a:pt x="45" y="13"/>
                  <a:pt x="45" y="13"/>
                </a:cubicBezTo>
                <a:cubicBezTo>
                  <a:pt x="46" y="12"/>
                  <a:pt x="47" y="13"/>
                  <a:pt x="47" y="12"/>
                </a:cubicBezTo>
                <a:cubicBezTo>
                  <a:pt x="46" y="11"/>
                  <a:pt x="46" y="11"/>
                  <a:pt x="46" y="11"/>
                </a:cubicBezTo>
                <a:cubicBezTo>
                  <a:pt x="46" y="10"/>
                  <a:pt x="45" y="8"/>
                  <a:pt x="46" y="8"/>
                </a:cubicBezTo>
                <a:cubicBezTo>
                  <a:pt x="45" y="8"/>
                  <a:pt x="45" y="6"/>
                  <a:pt x="44" y="5"/>
                </a:cubicBezTo>
                <a:cubicBezTo>
                  <a:pt x="44" y="7"/>
                  <a:pt x="43" y="3"/>
                  <a:pt x="42" y="3"/>
                </a:cubicBezTo>
                <a:cubicBezTo>
                  <a:pt x="43" y="5"/>
                  <a:pt x="43" y="6"/>
                  <a:pt x="42" y="7"/>
                </a:cubicBezTo>
                <a:cubicBezTo>
                  <a:pt x="43" y="7"/>
                  <a:pt x="44" y="8"/>
                  <a:pt x="44" y="9"/>
                </a:cubicBezTo>
                <a:cubicBezTo>
                  <a:pt x="45" y="10"/>
                  <a:pt x="44" y="10"/>
                  <a:pt x="44" y="10"/>
                </a:cubicBezTo>
                <a:cubicBezTo>
                  <a:pt x="45" y="11"/>
                  <a:pt x="45" y="10"/>
                  <a:pt x="45" y="10"/>
                </a:cubicBezTo>
                <a:cubicBezTo>
                  <a:pt x="44" y="11"/>
                  <a:pt x="45" y="12"/>
                  <a:pt x="45" y="11"/>
                </a:cubicBezTo>
                <a:cubicBezTo>
                  <a:pt x="45" y="15"/>
                  <a:pt x="44" y="14"/>
                  <a:pt x="43" y="16"/>
                </a:cubicBezTo>
                <a:cubicBezTo>
                  <a:pt x="43" y="14"/>
                  <a:pt x="43" y="11"/>
                  <a:pt x="42" y="12"/>
                </a:cubicBezTo>
                <a:cubicBezTo>
                  <a:pt x="42" y="11"/>
                  <a:pt x="41" y="8"/>
                  <a:pt x="41" y="7"/>
                </a:cubicBezTo>
                <a:cubicBezTo>
                  <a:pt x="41" y="6"/>
                  <a:pt x="41" y="6"/>
                  <a:pt x="41" y="5"/>
                </a:cubicBezTo>
                <a:cubicBezTo>
                  <a:pt x="40" y="2"/>
                  <a:pt x="39" y="1"/>
                  <a:pt x="38" y="0"/>
                </a:cubicBezTo>
                <a:cubicBezTo>
                  <a:pt x="37" y="0"/>
                  <a:pt x="37" y="0"/>
                  <a:pt x="36" y="0"/>
                </a:cubicBezTo>
                <a:cubicBezTo>
                  <a:pt x="37" y="2"/>
                  <a:pt x="36" y="2"/>
                  <a:pt x="36" y="4"/>
                </a:cubicBezTo>
                <a:cubicBezTo>
                  <a:pt x="36" y="4"/>
                  <a:pt x="37" y="7"/>
                  <a:pt x="37" y="8"/>
                </a:cubicBezTo>
                <a:cubicBezTo>
                  <a:pt x="35" y="7"/>
                  <a:pt x="33" y="4"/>
                  <a:pt x="31" y="4"/>
                </a:cubicBezTo>
                <a:cubicBezTo>
                  <a:pt x="31" y="6"/>
                  <a:pt x="31" y="6"/>
                  <a:pt x="32" y="8"/>
                </a:cubicBezTo>
                <a:cubicBezTo>
                  <a:pt x="31" y="9"/>
                  <a:pt x="30" y="9"/>
                  <a:pt x="29" y="8"/>
                </a:cubicBezTo>
                <a:cubicBezTo>
                  <a:pt x="29" y="8"/>
                  <a:pt x="29" y="7"/>
                  <a:pt x="29" y="6"/>
                </a:cubicBezTo>
                <a:close/>
                <a:moveTo>
                  <a:pt x="55" y="273"/>
                </a:moveTo>
                <a:cubicBezTo>
                  <a:pt x="55" y="273"/>
                  <a:pt x="55" y="272"/>
                  <a:pt x="55" y="271"/>
                </a:cubicBezTo>
                <a:cubicBezTo>
                  <a:pt x="55" y="271"/>
                  <a:pt x="55" y="272"/>
                  <a:pt x="55" y="273"/>
                </a:cubicBezTo>
                <a:close/>
                <a:moveTo>
                  <a:pt x="47" y="329"/>
                </a:moveTo>
                <a:cubicBezTo>
                  <a:pt x="47" y="330"/>
                  <a:pt x="47" y="327"/>
                  <a:pt x="46" y="329"/>
                </a:cubicBezTo>
                <a:cubicBezTo>
                  <a:pt x="46" y="328"/>
                  <a:pt x="46" y="328"/>
                  <a:pt x="46" y="327"/>
                </a:cubicBezTo>
                <a:cubicBezTo>
                  <a:pt x="46" y="327"/>
                  <a:pt x="46" y="327"/>
                  <a:pt x="46" y="327"/>
                </a:cubicBezTo>
                <a:cubicBezTo>
                  <a:pt x="47" y="327"/>
                  <a:pt x="47" y="328"/>
                  <a:pt x="47" y="329"/>
                </a:cubicBezTo>
                <a:close/>
                <a:moveTo>
                  <a:pt x="44" y="326"/>
                </a:moveTo>
                <a:cubicBezTo>
                  <a:pt x="45" y="326"/>
                  <a:pt x="46" y="328"/>
                  <a:pt x="46" y="328"/>
                </a:cubicBezTo>
                <a:cubicBezTo>
                  <a:pt x="46" y="328"/>
                  <a:pt x="45" y="329"/>
                  <a:pt x="45" y="329"/>
                </a:cubicBezTo>
                <a:cubicBezTo>
                  <a:pt x="45" y="328"/>
                  <a:pt x="44" y="328"/>
                  <a:pt x="44" y="326"/>
                </a:cubicBezTo>
                <a:close/>
                <a:moveTo>
                  <a:pt x="42" y="370"/>
                </a:moveTo>
                <a:cubicBezTo>
                  <a:pt x="42" y="371"/>
                  <a:pt x="42" y="366"/>
                  <a:pt x="42" y="369"/>
                </a:cubicBezTo>
                <a:cubicBezTo>
                  <a:pt x="41" y="369"/>
                  <a:pt x="41" y="368"/>
                  <a:pt x="41" y="368"/>
                </a:cubicBezTo>
                <a:cubicBezTo>
                  <a:pt x="42" y="368"/>
                  <a:pt x="43" y="367"/>
                  <a:pt x="43" y="369"/>
                </a:cubicBezTo>
                <a:cubicBezTo>
                  <a:pt x="43" y="369"/>
                  <a:pt x="43" y="368"/>
                  <a:pt x="43" y="367"/>
                </a:cubicBezTo>
                <a:cubicBezTo>
                  <a:pt x="44" y="368"/>
                  <a:pt x="43" y="370"/>
                  <a:pt x="44" y="369"/>
                </a:cubicBezTo>
                <a:cubicBezTo>
                  <a:pt x="44" y="370"/>
                  <a:pt x="44" y="370"/>
                  <a:pt x="44" y="370"/>
                </a:cubicBezTo>
                <a:cubicBezTo>
                  <a:pt x="43" y="371"/>
                  <a:pt x="42" y="367"/>
                  <a:pt x="42" y="370"/>
                </a:cubicBezTo>
                <a:close/>
                <a:moveTo>
                  <a:pt x="22" y="380"/>
                </a:moveTo>
                <a:cubicBezTo>
                  <a:pt x="23" y="380"/>
                  <a:pt x="23" y="380"/>
                  <a:pt x="23" y="381"/>
                </a:cubicBezTo>
                <a:cubicBezTo>
                  <a:pt x="22" y="381"/>
                  <a:pt x="22" y="381"/>
                  <a:pt x="22" y="380"/>
                </a:cubicBezTo>
                <a:close/>
                <a:moveTo>
                  <a:pt x="22" y="5"/>
                </a:moveTo>
                <a:cubicBezTo>
                  <a:pt x="22" y="6"/>
                  <a:pt x="23" y="8"/>
                  <a:pt x="23" y="9"/>
                </a:cubicBezTo>
                <a:cubicBezTo>
                  <a:pt x="22" y="8"/>
                  <a:pt x="22" y="7"/>
                  <a:pt x="22" y="5"/>
                </a:cubicBezTo>
                <a:close/>
                <a:moveTo>
                  <a:pt x="13" y="12"/>
                </a:moveTo>
                <a:cubicBezTo>
                  <a:pt x="13" y="12"/>
                  <a:pt x="14" y="15"/>
                  <a:pt x="14" y="16"/>
                </a:cubicBezTo>
                <a:cubicBezTo>
                  <a:pt x="14" y="14"/>
                  <a:pt x="12" y="10"/>
                  <a:pt x="14" y="10"/>
                </a:cubicBezTo>
                <a:cubicBezTo>
                  <a:pt x="14" y="11"/>
                  <a:pt x="14" y="12"/>
                  <a:pt x="14" y="13"/>
                </a:cubicBezTo>
                <a:cubicBezTo>
                  <a:pt x="14" y="13"/>
                  <a:pt x="14" y="12"/>
                  <a:pt x="13" y="12"/>
                </a:cubicBezTo>
                <a:close/>
                <a:moveTo>
                  <a:pt x="20" y="9"/>
                </a:moveTo>
                <a:cubicBezTo>
                  <a:pt x="21" y="9"/>
                  <a:pt x="20" y="11"/>
                  <a:pt x="21" y="12"/>
                </a:cubicBezTo>
                <a:cubicBezTo>
                  <a:pt x="20" y="12"/>
                  <a:pt x="20" y="13"/>
                  <a:pt x="20" y="13"/>
                </a:cubicBezTo>
                <a:cubicBezTo>
                  <a:pt x="20" y="12"/>
                  <a:pt x="20" y="10"/>
                  <a:pt x="20" y="9"/>
                </a:cubicBezTo>
                <a:close/>
                <a:moveTo>
                  <a:pt x="33" y="7"/>
                </a:moveTo>
                <a:cubicBezTo>
                  <a:pt x="33" y="7"/>
                  <a:pt x="32" y="7"/>
                  <a:pt x="32" y="7"/>
                </a:cubicBezTo>
                <a:cubicBezTo>
                  <a:pt x="32" y="9"/>
                  <a:pt x="33" y="9"/>
                  <a:pt x="33" y="9"/>
                </a:cubicBezTo>
                <a:cubicBezTo>
                  <a:pt x="33" y="11"/>
                  <a:pt x="32" y="8"/>
                  <a:pt x="32" y="8"/>
                </a:cubicBezTo>
                <a:cubicBezTo>
                  <a:pt x="32" y="7"/>
                  <a:pt x="32" y="7"/>
                  <a:pt x="33" y="7"/>
                </a:cubicBezTo>
                <a:close/>
                <a:moveTo>
                  <a:pt x="22" y="11"/>
                </a:moveTo>
                <a:cubicBezTo>
                  <a:pt x="22" y="11"/>
                  <a:pt x="22" y="12"/>
                  <a:pt x="23" y="12"/>
                </a:cubicBezTo>
                <a:cubicBezTo>
                  <a:pt x="23" y="13"/>
                  <a:pt x="22" y="12"/>
                  <a:pt x="22" y="14"/>
                </a:cubicBezTo>
                <a:cubicBezTo>
                  <a:pt x="22" y="15"/>
                  <a:pt x="22" y="11"/>
                  <a:pt x="21" y="13"/>
                </a:cubicBezTo>
                <a:cubicBezTo>
                  <a:pt x="21" y="13"/>
                  <a:pt x="22" y="12"/>
                  <a:pt x="22" y="11"/>
                </a:cubicBezTo>
                <a:close/>
                <a:moveTo>
                  <a:pt x="11" y="16"/>
                </a:moveTo>
                <a:cubicBezTo>
                  <a:pt x="12" y="17"/>
                  <a:pt x="12" y="18"/>
                  <a:pt x="12" y="19"/>
                </a:cubicBezTo>
                <a:cubicBezTo>
                  <a:pt x="13" y="19"/>
                  <a:pt x="13" y="18"/>
                  <a:pt x="13" y="18"/>
                </a:cubicBezTo>
                <a:cubicBezTo>
                  <a:pt x="13" y="16"/>
                  <a:pt x="13" y="18"/>
                  <a:pt x="12" y="18"/>
                </a:cubicBezTo>
                <a:cubicBezTo>
                  <a:pt x="12" y="17"/>
                  <a:pt x="12" y="17"/>
                  <a:pt x="12" y="17"/>
                </a:cubicBezTo>
                <a:cubicBezTo>
                  <a:pt x="12" y="15"/>
                  <a:pt x="13" y="17"/>
                  <a:pt x="13" y="16"/>
                </a:cubicBezTo>
                <a:cubicBezTo>
                  <a:pt x="13" y="17"/>
                  <a:pt x="13" y="18"/>
                  <a:pt x="13" y="18"/>
                </a:cubicBezTo>
                <a:cubicBezTo>
                  <a:pt x="13" y="20"/>
                  <a:pt x="13" y="19"/>
                  <a:pt x="13" y="21"/>
                </a:cubicBezTo>
                <a:cubicBezTo>
                  <a:pt x="12" y="20"/>
                  <a:pt x="12" y="20"/>
                  <a:pt x="11" y="21"/>
                </a:cubicBezTo>
                <a:cubicBezTo>
                  <a:pt x="11" y="21"/>
                  <a:pt x="11" y="20"/>
                  <a:pt x="11" y="19"/>
                </a:cubicBezTo>
                <a:cubicBezTo>
                  <a:pt x="10" y="19"/>
                  <a:pt x="10" y="19"/>
                  <a:pt x="10" y="20"/>
                </a:cubicBezTo>
                <a:cubicBezTo>
                  <a:pt x="10" y="20"/>
                  <a:pt x="10" y="21"/>
                  <a:pt x="10" y="21"/>
                </a:cubicBezTo>
                <a:cubicBezTo>
                  <a:pt x="10" y="21"/>
                  <a:pt x="10" y="22"/>
                  <a:pt x="9" y="22"/>
                </a:cubicBezTo>
                <a:cubicBezTo>
                  <a:pt x="9" y="21"/>
                  <a:pt x="10" y="21"/>
                  <a:pt x="9" y="19"/>
                </a:cubicBezTo>
                <a:cubicBezTo>
                  <a:pt x="10" y="19"/>
                  <a:pt x="11" y="19"/>
                  <a:pt x="10" y="17"/>
                </a:cubicBezTo>
                <a:cubicBezTo>
                  <a:pt x="11" y="18"/>
                  <a:pt x="11" y="18"/>
                  <a:pt x="11" y="18"/>
                </a:cubicBezTo>
                <a:cubicBezTo>
                  <a:pt x="12" y="18"/>
                  <a:pt x="12" y="17"/>
                  <a:pt x="11" y="16"/>
                </a:cubicBezTo>
                <a:close/>
                <a:moveTo>
                  <a:pt x="14" y="20"/>
                </a:moveTo>
                <a:cubicBezTo>
                  <a:pt x="13" y="19"/>
                  <a:pt x="14" y="17"/>
                  <a:pt x="14" y="17"/>
                </a:cubicBezTo>
                <a:cubicBezTo>
                  <a:pt x="15" y="18"/>
                  <a:pt x="14" y="18"/>
                  <a:pt x="14" y="20"/>
                </a:cubicBezTo>
                <a:close/>
                <a:moveTo>
                  <a:pt x="42" y="18"/>
                </a:moveTo>
                <a:cubicBezTo>
                  <a:pt x="42" y="16"/>
                  <a:pt x="43" y="18"/>
                  <a:pt x="44" y="18"/>
                </a:cubicBezTo>
                <a:cubicBezTo>
                  <a:pt x="44" y="18"/>
                  <a:pt x="43" y="19"/>
                  <a:pt x="44" y="20"/>
                </a:cubicBezTo>
                <a:cubicBezTo>
                  <a:pt x="44" y="21"/>
                  <a:pt x="44" y="23"/>
                  <a:pt x="43" y="22"/>
                </a:cubicBezTo>
                <a:cubicBezTo>
                  <a:pt x="43" y="19"/>
                  <a:pt x="43" y="19"/>
                  <a:pt x="42" y="18"/>
                </a:cubicBezTo>
                <a:close/>
                <a:moveTo>
                  <a:pt x="14" y="20"/>
                </a:moveTo>
                <a:cubicBezTo>
                  <a:pt x="14" y="20"/>
                  <a:pt x="15" y="21"/>
                  <a:pt x="15" y="22"/>
                </a:cubicBezTo>
                <a:cubicBezTo>
                  <a:pt x="15" y="23"/>
                  <a:pt x="14" y="23"/>
                  <a:pt x="14" y="24"/>
                </a:cubicBezTo>
                <a:cubicBezTo>
                  <a:pt x="13" y="23"/>
                  <a:pt x="14" y="21"/>
                  <a:pt x="14" y="20"/>
                </a:cubicBezTo>
                <a:close/>
                <a:moveTo>
                  <a:pt x="8" y="21"/>
                </a:moveTo>
                <a:cubicBezTo>
                  <a:pt x="9" y="21"/>
                  <a:pt x="8" y="22"/>
                  <a:pt x="9" y="22"/>
                </a:cubicBezTo>
                <a:cubicBezTo>
                  <a:pt x="9" y="23"/>
                  <a:pt x="8" y="23"/>
                  <a:pt x="8" y="23"/>
                </a:cubicBezTo>
                <a:cubicBezTo>
                  <a:pt x="8" y="23"/>
                  <a:pt x="8" y="22"/>
                  <a:pt x="8" y="21"/>
                </a:cubicBezTo>
                <a:close/>
                <a:moveTo>
                  <a:pt x="17" y="22"/>
                </a:moveTo>
                <a:cubicBezTo>
                  <a:pt x="17" y="22"/>
                  <a:pt x="17" y="22"/>
                  <a:pt x="17" y="23"/>
                </a:cubicBezTo>
                <a:cubicBezTo>
                  <a:pt x="16" y="23"/>
                  <a:pt x="17" y="21"/>
                  <a:pt x="16" y="22"/>
                </a:cubicBezTo>
                <a:cubicBezTo>
                  <a:pt x="16" y="20"/>
                  <a:pt x="17" y="21"/>
                  <a:pt x="17" y="22"/>
                </a:cubicBezTo>
                <a:close/>
                <a:moveTo>
                  <a:pt x="38" y="21"/>
                </a:moveTo>
                <a:cubicBezTo>
                  <a:pt x="39" y="22"/>
                  <a:pt x="41" y="23"/>
                  <a:pt x="42" y="24"/>
                </a:cubicBezTo>
                <a:cubicBezTo>
                  <a:pt x="40" y="25"/>
                  <a:pt x="39" y="21"/>
                  <a:pt x="38" y="23"/>
                </a:cubicBezTo>
                <a:cubicBezTo>
                  <a:pt x="38" y="23"/>
                  <a:pt x="39" y="22"/>
                  <a:pt x="38" y="21"/>
                </a:cubicBezTo>
                <a:close/>
                <a:moveTo>
                  <a:pt x="42" y="22"/>
                </a:moveTo>
                <a:cubicBezTo>
                  <a:pt x="43" y="23"/>
                  <a:pt x="42" y="25"/>
                  <a:pt x="43" y="25"/>
                </a:cubicBezTo>
                <a:cubicBezTo>
                  <a:pt x="42" y="27"/>
                  <a:pt x="42" y="23"/>
                  <a:pt x="42" y="22"/>
                </a:cubicBezTo>
                <a:close/>
                <a:moveTo>
                  <a:pt x="51" y="23"/>
                </a:moveTo>
                <a:cubicBezTo>
                  <a:pt x="51" y="22"/>
                  <a:pt x="51" y="23"/>
                  <a:pt x="52" y="23"/>
                </a:cubicBezTo>
                <a:cubicBezTo>
                  <a:pt x="52" y="24"/>
                  <a:pt x="52" y="25"/>
                  <a:pt x="51" y="25"/>
                </a:cubicBezTo>
                <a:cubicBezTo>
                  <a:pt x="51" y="24"/>
                  <a:pt x="52" y="23"/>
                  <a:pt x="51" y="23"/>
                </a:cubicBezTo>
                <a:close/>
                <a:moveTo>
                  <a:pt x="6" y="48"/>
                </a:moveTo>
                <a:cubicBezTo>
                  <a:pt x="6" y="48"/>
                  <a:pt x="7" y="49"/>
                  <a:pt x="7" y="49"/>
                </a:cubicBezTo>
                <a:cubicBezTo>
                  <a:pt x="7" y="50"/>
                  <a:pt x="7" y="50"/>
                  <a:pt x="6" y="50"/>
                </a:cubicBezTo>
                <a:cubicBezTo>
                  <a:pt x="6" y="49"/>
                  <a:pt x="6" y="49"/>
                  <a:pt x="6" y="48"/>
                </a:cubicBezTo>
                <a:close/>
                <a:moveTo>
                  <a:pt x="7" y="52"/>
                </a:moveTo>
                <a:cubicBezTo>
                  <a:pt x="8" y="52"/>
                  <a:pt x="7" y="54"/>
                  <a:pt x="8" y="54"/>
                </a:cubicBezTo>
                <a:cubicBezTo>
                  <a:pt x="7" y="54"/>
                  <a:pt x="6" y="55"/>
                  <a:pt x="6" y="54"/>
                </a:cubicBezTo>
                <a:cubicBezTo>
                  <a:pt x="6" y="53"/>
                  <a:pt x="7" y="54"/>
                  <a:pt x="7" y="52"/>
                </a:cubicBezTo>
                <a:close/>
                <a:moveTo>
                  <a:pt x="17" y="61"/>
                </a:moveTo>
                <a:cubicBezTo>
                  <a:pt x="17" y="62"/>
                  <a:pt x="17" y="63"/>
                  <a:pt x="16" y="63"/>
                </a:cubicBezTo>
                <a:cubicBezTo>
                  <a:pt x="17" y="62"/>
                  <a:pt x="17" y="61"/>
                  <a:pt x="17" y="61"/>
                </a:cubicBezTo>
                <a:close/>
                <a:moveTo>
                  <a:pt x="17" y="65"/>
                </a:moveTo>
                <a:cubicBezTo>
                  <a:pt x="17" y="64"/>
                  <a:pt x="16" y="66"/>
                  <a:pt x="17" y="66"/>
                </a:cubicBezTo>
                <a:cubicBezTo>
                  <a:pt x="17" y="67"/>
                  <a:pt x="17" y="67"/>
                  <a:pt x="16" y="67"/>
                </a:cubicBezTo>
                <a:cubicBezTo>
                  <a:pt x="17" y="67"/>
                  <a:pt x="17" y="66"/>
                  <a:pt x="16" y="66"/>
                </a:cubicBezTo>
                <a:cubicBezTo>
                  <a:pt x="16" y="65"/>
                  <a:pt x="17" y="66"/>
                  <a:pt x="17" y="65"/>
                </a:cubicBezTo>
                <a:close/>
                <a:moveTo>
                  <a:pt x="11" y="65"/>
                </a:moveTo>
                <a:cubicBezTo>
                  <a:pt x="11" y="66"/>
                  <a:pt x="10" y="66"/>
                  <a:pt x="10" y="67"/>
                </a:cubicBezTo>
                <a:cubicBezTo>
                  <a:pt x="9" y="66"/>
                  <a:pt x="10" y="64"/>
                  <a:pt x="11" y="65"/>
                </a:cubicBezTo>
                <a:close/>
                <a:moveTo>
                  <a:pt x="23" y="66"/>
                </a:moveTo>
                <a:cubicBezTo>
                  <a:pt x="23" y="67"/>
                  <a:pt x="23" y="68"/>
                  <a:pt x="23" y="69"/>
                </a:cubicBezTo>
                <a:cubicBezTo>
                  <a:pt x="22" y="68"/>
                  <a:pt x="23" y="66"/>
                  <a:pt x="22" y="67"/>
                </a:cubicBezTo>
                <a:cubicBezTo>
                  <a:pt x="22" y="66"/>
                  <a:pt x="22" y="66"/>
                  <a:pt x="23" y="66"/>
                </a:cubicBezTo>
                <a:close/>
                <a:moveTo>
                  <a:pt x="6" y="67"/>
                </a:moveTo>
                <a:cubicBezTo>
                  <a:pt x="6" y="68"/>
                  <a:pt x="6" y="69"/>
                  <a:pt x="6" y="70"/>
                </a:cubicBezTo>
                <a:cubicBezTo>
                  <a:pt x="5" y="69"/>
                  <a:pt x="5" y="68"/>
                  <a:pt x="6" y="67"/>
                </a:cubicBezTo>
                <a:close/>
                <a:moveTo>
                  <a:pt x="6" y="69"/>
                </a:moveTo>
                <a:cubicBezTo>
                  <a:pt x="7" y="69"/>
                  <a:pt x="7" y="70"/>
                  <a:pt x="7" y="71"/>
                </a:cubicBezTo>
                <a:cubicBezTo>
                  <a:pt x="8" y="71"/>
                  <a:pt x="7" y="70"/>
                  <a:pt x="8" y="69"/>
                </a:cubicBezTo>
                <a:cubicBezTo>
                  <a:pt x="9" y="70"/>
                  <a:pt x="8" y="71"/>
                  <a:pt x="8" y="72"/>
                </a:cubicBezTo>
                <a:cubicBezTo>
                  <a:pt x="7" y="72"/>
                  <a:pt x="7" y="72"/>
                  <a:pt x="6" y="71"/>
                </a:cubicBezTo>
                <a:cubicBezTo>
                  <a:pt x="6" y="71"/>
                  <a:pt x="6" y="70"/>
                  <a:pt x="7" y="70"/>
                </a:cubicBezTo>
                <a:cubicBezTo>
                  <a:pt x="7" y="70"/>
                  <a:pt x="6" y="70"/>
                  <a:pt x="6" y="69"/>
                </a:cubicBezTo>
                <a:close/>
                <a:moveTo>
                  <a:pt x="10" y="70"/>
                </a:moveTo>
                <a:cubicBezTo>
                  <a:pt x="9" y="71"/>
                  <a:pt x="10" y="72"/>
                  <a:pt x="9" y="72"/>
                </a:cubicBezTo>
                <a:cubicBezTo>
                  <a:pt x="9" y="70"/>
                  <a:pt x="9" y="70"/>
                  <a:pt x="9" y="70"/>
                </a:cubicBezTo>
                <a:cubicBezTo>
                  <a:pt x="9" y="70"/>
                  <a:pt x="9" y="70"/>
                  <a:pt x="10" y="70"/>
                </a:cubicBezTo>
                <a:close/>
                <a:moveTo>
                  <a:pt x="6" y="73"/>
                </a:moveTo>
                <a:cubicBezTo>
                  <a:pt x="6" y="73"/>
                  <a:pt x="5" y="73"/>
                  <a:pt x="5" y="72"/>
                </a:cubicBezTo>
                <a:cubicBezTo>
                  <a:pt x="5" y="70"/>
                  <a:pt x="6" y="70"/>
                  <a:pt x="6" y="73"/>
                </a:cubicBezTo>
                <a:close/>
                <a:moveTo>
                  <a:pt x="9" y="75"/>
                </a:moveTo>
                <a:cubicBezTo>
                  <a:pt x="9" y="74"/>
                  <a:pt x="10" y="74"/>
                  <a:pt x="10" y="74"/>
                </a:cubicBezTo>
                <a:cubicBezTo>
                  <a:pt x="10" y="75"/>
                  <a:pt x="10" y="75"/>
                  <a:pt x="9" y="75"/>
                </a:cubicBezTo>
                <a:close/>
                <a:moveTo>
                  <a:pt x="6" y="85"/>
                </a:moveTo>
                <a:cubicBezTo>
                  <a:pt x="7" y="86"/>
                  <a:pt x="6" y="88"/>
                  <a:pt x="5" y="90"/>
                </a:cubicBezTo>
                <a:cubicBezTo>
                  <a:pt x="5" y="89"/>
                  <a:pt x="6" y="87"/>
                  <a:pt x="5" y="87"/>
                </a:cubicBezTo>
                <a:cubicBezTo>
                  <a:pt x="5" y="87"/>
                  <a:pt x="5" y="87"/>
                  <a:pt x="5" y="87"/>
                </a:cubicBezTo>
                <a:cubicBezTo>
                  <a:pt x="6" y="87"/>
                  <a:pt x="6" y="86"/>
                  <a:pt x="6" y="85"/>
                </a:cubicBezTo>
                <a:close/>
                <a:moveTo>
                  <a:pt x="58" y="85"/>
                </a:moveTo>
                <a:cubicBezTo>
                  <a:pt x="59" y="85"/>
                  <a:pt x="59" y="87"/>
                  <a:pt x="59" y="88"/>
                </a:cubicBezTo>
                <a:cubicBezTo>
                  <a:pt x="58" y="88"/>
                  <a:pt x="59" y="86"/>
                  <a:pt x="58" y="85"/>
                </a:cubicBezTo>
                <a:close/>
                <a:moveTo>
                  <a:pt x="5" y="92"/>
                </a:moveTo>
                <a:cubicBezTo>
                  <a:pt x="5" y="92"/>
                  <a:pt x="5" y="93"/>
                  <a:pt x="5" y="93"/>
                </a:cubicBezTo>
                <a:cubicBezTo>
                  <a:pt x="5" y="94"/>
                  <a:pt x="5" y="94"/>
                  <a:pt x="5" y="95"/>
                </a:cubicBezTo>
                <a:cubicBezTo>
                  <a:pt x="4" y="94"/>
                  <a:pt x="5" y="93"/>
                  <a:pt x="5" y="92"/>
                </a:cubicBezTo>
                <a:close/>
                <a:moveTo>
                  <a:pt x="5" y="141"/>
                </a:moveTo>
                <a:cubicBezTo>
                  <a:pt x="6" y="141"/>
                  <a:pt x="7" y="142"/>
                  <a:pt x="6" y="142"/>
                </a:cubicBezTo>
                <a:cubicBezTo>
                  <a:pt x="6" y="141"/>
                  <a:pt x="5" y="142"/>
                  <a:pt x="5" y="141"/>
                </a:cubicBezTo>
                <a:close/>
                <a:moveTo>
                  <a:pt x="8" y="152"/>
                </a:moveTo>
                <a:cubicBezTo>
                  <a:pt x="9" y="150"/>
                  <a:pt x="9" y="152"/>
                  <a:pt x="9" y="152"/>
                </a:cubicBezTo>
                <a:cubicBezTo>
                  <a:pt x="9" y="154"/>
                  <a:pt x="9" y="152"/>
                  <a:pt x="8" y="152"/>
                </a:cubicBezTo>
                <a:close/>
                <a:moveTo>
                  <a:pt x="8" y="159"/>
                </a:moveTo>
                <a:cubicBezTo>
                  <a:pt x="7" y="159"/>
                  <a:pt x="7" y="156"/>
                  <a:pt x="8" y="157"/>
                </a:cubicBezTo>
                <a:cubicBezTo>
                  <a:pt x="8" y="157"/>
                  <a:pt x="8" y="158"/>
                  <a:pt x="8" y="158"/>
                </a:cubicBezTo>
                <a:cubicBezTo>
                  <a:pt x="8" y="160"/>
                  <a:pt x="8" y="157"/>
                  <a:pt x="8" y="159"/>
                </a:cubicBezTo>
                <a:close/>
                <a:moveTo>
                  <a:pt x="7" y="159"/>
                </a:moveTo>
                <a:cubicBezTo>
                  <a:pt x="6" y="160"/>
                  <a:pt x="6" y="160"/>
                  <a:pt x="6" y="160"/>
                </a:cubicBezTo>
                <a:cubicBezTo>
                  <a:pt x="6" y="161"/>
                  <a:pt x="7" y="161"/>
                  <a:pt x="7" y="161"/>
                </a:cubicBezTo>
                <a:cubicBezTo>
                  <a:pt x="6" y="164"/>
                  <a:pt x="6" y="158"/>
                  <a:pt x="7" y="159"/>
                </a:cubicBezTo>
                <a:close/>
                <a:moveTo>
                  <a:pt x="8" y="175"/>
                </a:moveTo>
                <a:cubicBezTo>
                  <a:pt x="7" y="176"/>
                  <a:pt x="7" y="178"/>
                  <a:pt x="7" y="179"/>
                </a:cubicBezTo>
                <a:cubicBezTo>
                  <a:pt x="7" y="180"/>
                  <a:pt x="8" y="181"/>
                  <a:pt x="9" y="180"/>
                </a:cubicBezTo>
                <a:cubicBezTo>
                  <a:pt x="9" y="182"/>
                  <a:pt x="8" y="181"/>
                  <a:pt x="8" y="183"/>
                </a:cubicBezTo>
                <a:cubicBezTo>
                  <a:pt x="8" y="183"/>
                  <a:pt x="8" y="180"/>
                  <a:pt x="7" y="181"/>
                </a:cubicBezTo>
                <a:cubicBezTo>
                  <a:pt x="6" y="179"/>
                  <a:pt x="7" y="177"/>
                  <a:pt x="6" y="176"/>
                </a:cubicBezTo>
                <a:cubicBezTo>
                  <a:pt x="6" y="175"/>
                  <a:pt x="7" y="176"/>
                  <a:pt x="8" y="175"/>
                </a:cubicBezTo>
                <a:close/>
                <a:moveTo>
                  <a:pt x="12" y="182"/>
                </a:moveTo>
                <a:cubicBezTo>
                  <a:pt x="12" y="182"/>
                  <a:pt x="12" y="184"/>
                  <a:pt x="12" y="186"/>
                </a:cubicBezTo>
                <a:cubicBezTo>
                  <a:pt x="11" y="185"/>
                  <a:pt x="12" y="184"/>
                  <a:pt x="12" y="182"/>
                </a:cubicBezTo>
                <a:close/>
                <a:moveTo>
                  <a:pt x="8" y="191"/>
                </a:moveTo>
                <a:cubicBezTo>
                  <a:pt x="8" y="190"/>
                  <a:pt x="8" y="192"/>
                  <a:pt x="9" y="191"/>
                </a:cubicBezTo>
                <a:cubicBezTo>
                  <a:pt x="9" y="193"/>
                  <a:pt x="8" y="191"/>
                  <a:pt x="8" y="193"/>
                </a:cubicBezTo>
                <a:cubicBezTo>
                  <a:pt x="7" y="193"/>
                  <a:pt x="8" y="191"/>
                  <a:pt x="8" y="191"/>
                </a:cubicBezTo>
                <a:close/>
                <a:moveTo>
                  <a:pt x="10" y="192"/>
                </a:moveTo>
                <a:cubicBezTo>
                  <a:pt x="10" y="192"/>
                  <a:pt x="10" y="193"/>
                  <a:pt x="10" y="193"/>
                </a:cubicBezTo>
                <a:cubicBezTo>
                  <a:pt x="10" y="193"/>
                  <a:pt x="9" y="191"/>
                  <a:pt x="9" y="194"/>
                </a:cubicBezTo>
                <a:cubicBezTo>
                  <a:pt x="8" y="193"/>
                  <a:pt x="9" y="192"/>
                  <a:pt x="10" y="192"/>
                </a:cubicBezTo>
                <a:close/>
                <a:moveTo>
                  <a:pt x="9" y="194"/>
                </a:moveTo>
                <a:cubicBezTo>
                  <a:pt x="10" y="194"/>
                  <a:pt x="10" y="195"/>
                  <a:pt x="11" y="195"/>
                </a:cubicBezTo>
                <a:cubicBezTo>
                  <a:pt x="10" y="195"/>
                  <a:pt x="9" y="196"/>
                  <a:pt x="9" y="194"/>
                </a:cubicBezTo>
                <a:close/>
                <a:moveTo>
                  <a:pt x="12" y="219"/>
                </a:moveTo>
                <a:cubicBezTo>
                  <a:pt x="12" y="218"/>
                  <a:pt x="12" y="219"/>
                  <a:pt x="12" y="218"/>
                </a:cubicBezTo>
                <a:cubicBezTo>
                  <a:pt x="12" y="219"/>
                  <a:pt x="12" y="220"/>
                  <a:pt x="13" y="220"/>
                </a:cubicBezTo>
                <a:cubicBezTo>
                  <a:pt x="12" y="221"/>
                  <a:pt x="12" y="219"/>
                  <a:pt x="12" y="219"/>
                </a:cubicBezTo>
                <a:close/>
                <a:moveTo>
                  <a:pt x="13" y="222"/>
                </a:moveTo>
                <a:cubicBezTo>
                  <a:pt x="14" y="223"/>
                  <a:pt x="13" y="223"/>
                  <a:pt x="13" y="224"/>
                </a:cubicBezTo>
                <a:cubicBezTo>
                  <a:pt x="13" y="224"/>
                  <a:pt x="12" y="225"/>
                  <a:pt x="12" y="225"/>
                </a:cubicBezTo>
                <a:cubicBezTo>
                  <a:pt x="11" y="224"/>
                  <a:pt x="12" y="224"/>
                  <a:pt x="12" y="223"/>
                </a:cubicBezTo>
                <a:cubicBezTo>
                  <a:pt x="13" y="224"/>
                  <a:pt x="13" y="224"/>
                  <a:pt x="13" y="222"/>
                </a:cubicBezTo>
                <a:close/>
                <a:moveTo>
                  <a:pt x="14" y="229"/>
                </a:moveTo>
                <a:cubicBezTo>
                  <a:pt x="13" y="227"/>
                  <a:pt x="15" y="230"/>
                  <a:pt x="15" y="228"/>
                </a:cubicBezTo>
                <a:cubicBezTo>
                  <a:pt x="16" y="230"/>
                  <a:pt x="14" y="229"/>
                  <a:pt x="14" y="229"/>
                </a:cubicBezTo>
                <a:close/>
                <a:moveTo>
                  <a:pt x="12" y="230"/>
                </a:moveTo>
                <a:cubicBezTo>
                  <a:pt x="12" y="232"/>
                  <a:pt x="12" y="232"/>
                  <a:pt x="12" y="233"/>
                </a:cubicBezTo>
                <a:cubicBezTo>
                  <a:pt x="11" y="233"/>
                  <a:pt x="11" y="233"/>
                  <a:pt x="11" y="232"/>
                </a:cubicBezTo>
                <a:cubicBezTo>
                  <a:pt x="11" y="232"/>
                  <a:pt x="11" y="230"/>
                  <a:pt x="12" y="230"/>
                </a:cubicBezTo>
                <a:close/>
                <a:moveTo>
                  <a:pt x="14" y="230"/>
                </a:moveTo>
                <a:cubicBezTo>
                  <a:pt x="13" y="231"/>
                  <a:pt x="14" y="233"/>
                  <a:pt x="14" y="231"/>
                </a:cubicBezTo>
                <a:cubicBezTo>
                  <a:pt x="14" y="231"/>
                  <a:pt x="14" y="232"/>
                  <a:pt x="14" y="232"/>
                </a:cubicBezTo>
                <a:cubicBezTo>
                  <a:pt x="14" y="232"/>
                  <a:pt x="14" y="234"/>
                  <a:pt x="13" y="234"/>
                </a:cubicBezTo>
                <a:cubicBezTo>
                  <a:pt x="13" y="233"/>
                  <a:pt x="13" y="232"/>
                  <a:pt x="13" y="232"/>
                </a:cubicBezTo>
                <a:cubicBezTo>
                  <a:pt x="13" y="231"/>
                  <a:pt x="13" y="230"/>
                  <a:pt x="14" y="230"/>
                </a:cubicBezTo>
                <a:close/>
                <a:moveTo>
                  <a:pt x="12" y="233"/>
                </a:moveTo>
                <a:cubicBezTo>
                  <a:pt x="13" y="233"/>
                  <a:pt x="12" y="235"/>
                  <a:pt x="13" y="235"/>
                </a:cubicBezTo>
                <a:cubicBezTo>
                  <a:pt x="12" y="235"/>
                  <a:pt x="11" y="235"/>
                  <a:pt x="11" y="234"/>
                </a:cubicBezTo>
                <a:cubicBezTo>
                  <a:pt x="12" y="234"/>
                  <a:pt x="12" y="235"/>
                  <a:pt x="12" y="233"/>
                </a:cubicBezTo>
                <a:close/>
                <a:moveTo>
                  <a:pt x="16" y="234"/>
                </a:moveTo>
                <a:cubicBezTo>
                  <a:pt x="15" y="235"/>
                  <a:pt x="15" y="235"/>
                  <a:pt x="15" y="236"/>
                </a:cubicBezTo>
                <a:cubicBezTo>
                  <a:pt x="14" y="236"/>
                  <a:pt x="14" y="238"/>
                  <a:pt x="13" y="237"/>
                </a:cubicBezTo>
                <a:cubicBezTo>
                  <a:pt x="13" y="236"/>
                  <a:pt x="13" y="236"/>
                  <a:pt x="13" y="236"/>
                </a:cubicBezTo>
                <a:cubicBezTo>
                  <a:pt x="14" y="238"/>
                  <a:pt x="15" y="234"/>
                  <a:pt x="16" y="234"/>
                </a:cubicBezTo>
                <a:close/>
                <a:moveTo>
                  <a:pt x="15" y="241"/>
                </a:moveTo>
                <a:cubicBezTo>
                  <a:pt x="16" y="241"/>
                  <a:pt x="16" y="241"/>
                  <a:pt x="16" y="241"/>
                </a:cubicBezTo>
                <a:cubicBezTo>
                  <a:pt x="15" y="242"/>
                  <a:pt x="15" y="243"/>
                  <a:pt x="15" y="244"/>
                </a:cubicBezTo>
                <a:cubicBezTo>
                  <a:pt x="15" y="243"/>
                  <a:pt x="15" y="242"/>
                  <a:pt x="15" y="241"/>
                </a:cubicBezTo>
                <a:close/>
                <a:moveTo>
                  <a:pt x="55" y="250"/>
                </a:moveTo>
                <a:cubicBezTo>
                  <a:pt x="56" y="251"/>
                  <a:pt x="55" y="252"/>
                  <a:pt x="54" y="252"/>
                </a:cubicBezTo>
                <a:cubicBezTo>
                  <a:pt x="54" y="251"/>
                  <a:pt x="55" y="251"/>
                  <a:pt x="55" y="250"/>
                </a:cubicBezTo>
                <a:close/>
                <a:moveTo>
                  <a:pt x="53" y="261"/>
                </a:moveTo>
                <a:cubicBezTo>
                  <a:pt x="54" y="261"/>
                  <a:pt x="54" y="264"/>
                  <a:pt x="53" y="263"/>
                </a:cubicBezTo>
                <a:cubicBezTo>
                  <a:pt x="53" y="262"/>
                  <a:pt x="53" y="262"/>
                  <a:pt x="53" y="261"/>
                </a:cubicBezTo>
                <a:close/>
                <a:moveTo>
                  <a:pt x="18" y="276"/>
                </a:moveTo>
                <a:cubicBezTo>
                  <a:pt x="18" y="277"/>
                  <a:pt x="17" y="277"/>
                  <a:pt x="17" y="276"/>
                </a:cubicBezTo>
                <a:cubicBezTo>
                  <a:pt x="17" y="275"/>
                  <a:pt x="18" y="275"/>
                  <a:pt x="18" y="276"/>
                </a:cubicBezTo>
                <a:close/>
                <a:moveTo>
                  <a:pt x="49" y="276"/>
                </a:moveTo>
                <a:cubicBezTo>
                  <a:pt x="49" y="277"/>
                  <a:pt x="49" y="279"/>
                  <a:pt x="49" y="279"/>
                </a:cubicBezTo>
                <a:cubicBezTo>
                  <a:pt x="49" y="278"/>
                  <a:pt x="49" y="277"/>
                  <a:pt x="49" y="276"/>
                </a:cubicBezTo>
                <a:close/>
                <a:moveTo>
                  <a:pt x="51" y="277"/>
                </a:moveTo>
                <a:cubicBezTo>
                  <a:pt x="52" y="277"/>
                  <a:pt x="52" y="277"/>
                  <a:pt x="52" y="278"/>
                </a:cubicBezTo>
                <a:cubicBezTo>
                  <a:pt x="52" y="279"/>
                  <a:pt x="52" y="280"/>
                  <a:pt x="52" y="281"/>
                </a:cubicBezTo>
                <a:cubicBezTo>
                  <a:pt x="52" y="280"/>
                  <a:pt x="51" y="279"/>
                  <a:pt x="51" y="281"/>
                </a:cubicBezTo>
                <a:cubicBezTo>
                  <a:pt x="50" y="281"/>
                  <a:pt x="52" y="279"/>
                  <a:pt x="51" y="277"/>
                </a:cubicBezTo>
                <a:close/>
                <a:moveTo>
                  <a:pt x="18" y="279"/>
                </a:moveTo>
                <a:cubicBezTo>
                  <a:pt x="18" y="279"/>
                  <a:pt x="17" y="279"/>
                  <a:pt x="17" y="278"/>
                </a:cubicBezTo>
                <a:cubicBezTo>
                  <a:pt x="18" y="278"/>
                  <a:pt x="18" y="278"/>
                  <a:pt x="18" y="278"/>
                </a:cubicBezTo>
                <a:cubicBezTo>
                  <a:pt x="19" y="280"/>
                  <a:pt x="18" y="279"/>
                  <a:pt x="18" y="280"/>
                </a:cubicBezTo>
                <a:cubicBezTo>
                  <a:pt x="18" y="280"/>
                  <a:pt x="18" y="279"/>
                  <a:pt x="18" y="279"/>
                </a:cubicBezTo>
                <a:close/>
                <a:moveTo>
                  <a:pt x="33" y="282"/>
                </a:moveTo>
                <a:cubicBezTo>
                  <a:pt x="34" y="282"/>
                  <a:pt x="33" y="284"/>
                  <a:pt x="34" y="284"/>
                </a:cubicBezTo>
                <a:cubicBezTo>
                  <a:pt x="33" y="286"/>
                  <a:pt x="33" y="283"/>
                  <a:pt x="33" y="282"/>
                </a:cubicBezTo>
                <a:close/>
                <a:moveTo>
                  <a:pt x="49" y="282"/>
                </a:moveTo>
                <a:cubicBezTo>
                  <a:pt x="50" y="282"/>
                  <a:pt x="50" y="285"/>
                  <a:pt x="49" y="284"/>
                </a:cubicBezTo>
                <a:lnTo>
                  <a:pt x="49" y="282"/>
                </a:lnTo>
                <a:close/>
                <a:moveTo>
                  <a:pt x="45" y="283"/>
                </a:moveTo>
                <a:cubicBezTo>
                  <a:pt x="45" y="283"/>
                  <a:pt x="45" y="283"/>
                  <a:pt x="46" y="283"/>
                </a:cubicBezTo>
                <a:cubicBezTo>
                  <a:pt x="45" y="284"/>
                  <a:pt x="46" y="287"/>
                  <a:pt x="45" y="287"/>
                </a:cubicBezTo>
                <a:cubicBezTo>
                  <a:pt x="45" y="286"/>
                  <a:pt x="45" y="285"/>
                  <a:pt x="45" y="283"/>
                </a:cubicBezTo>
                <a:close/>
                <a:moveTo>
                  <a:pt x="17" y="284"/>
                </a:moveTo>
                <a:cubicBezTo>
                  <a:pt x="17" y="284"/>
                  <a:pt x="17" y="285"/>
                  <a:pt x="17" y="285"/>
                </a:cubicBezTo>
                <a:cubicBezTo>
                  <a:pt x="18" y="286"/>
                  <a:pt x="18" y="285"/>
                  <a:pt x="18" y="287"/>
                </a:cubicBezTo>
                <a:cubicBezTo>
                  <a:pt x="18" y="287"/>
                  <a:pt x="17" y="286"/>
                  <a:pt x="17" y="284"/>
                </a:cubicBezTo>
                <a:close/>
                <a:moveTo>
                  <a:pt x="52" y="284"/>
                </a:moveTo>
                <a:cubicBezTo>
                  <a:pt x="52" y="285"/>
                  <a:pt x="52" y="285"/>
                  <a:pt x="52" y="286"/>
                </a:cubicBezTo>
                <a:cubicBezTo>
                  <a:pt x="51" y="286"/>
                  <a:pt x="51" y="285"/>
                  <a:pt x="51" y="285"/>
                </a:cubicBezTo>
                <a:cubicBezTo>
                  <a:pt x="51" y="284"/>
                  <a:pt x="52" y="284"/>
                  <a:pt x="52" y="284"/>
                </a:cubicBezTo>
                <a:close/>
                <a:moveTo>
                  <a:pt x="40" y="286"/>
                </a:moveTo>
                <a:cubicBezTo>
                  <a:pt x="40" y="285"/>
                  <a:pt x="40" y="286"/>
                  <a:pt x="41" y="285"/>
                </a:cubicBezTo>
                <a:cubicBezTo>
                  <a:pt x="41" y="286"/>
                  <a:pt x="41" y="288"/>
                  <a:pt x="41" y="288"/>
                </a:cubicBezTo>
                <a:cubicBezTo>
                  <a:pt x="40" y="288"/>
                  <a:pt x="41" y="287"/>
                  <a:pt x="40" y="286"/>
                </a:cubicBezTo>
                <a:close/>
                <a:moveTo>
                  <a:pt x="46" y="286"/>
                </a:moveTo>
                <a:cubicBezTo>
                  <a:pt x="47" y="286"/>
                  <a:pt x="47" y="286"/>
                  <a:pt x="47" y="286"/>
                </a:cubicBezTo>
                <a:cubicBezTo>
                  <a:pt x="47" y="286"/>
                  <a:pt x="47" y="286"/>
                  <a:pt x="47" y="286"/>
                </a:cubicBezTo>
                <a:cubicBezTo>
                  <a:pt x="47" y="287"/>
                  <a:pt x="47" y="287"/>
                  <a:pt x="47" y="288"/>
                </a:cubicBezTo>
                <a:cubicBezTo>
                  <a:pt x="46" y="288"/>
                  <a:pt x="47" y="288"/>
                  <a:pt x="46" y="286"/>
                </a:cubicBezTo>
                <a:close/>
                <a:moveTo>
                  <a:pt x="48" y="286"/>
                </a:moveTo>
                <a:cubicBezTo>
                  <a:pt x="49" y="286"/>
                  <a:pt x="49" y="286"/>
                  <a:pt x="49" y="286"/>
                </a:cubicBezTo>
                <a:cubicBezTo>
                  <a:pt x="49" y="287"/>
                  <a:pt x="48" y="287"/>
                  <a:pt x="48" y="287"/>
                </a:cubicBezTo>
                <a:cubicBezTo>
                  <a:pt x="48" y="288"/>
                  <a:pt x="48" y="288"/>
                  <a:pt x="49" y="288"/>
                </a:cubicBezTo>
                <a:cubicBezTo>
                  <a:pt x="48" y="289"/>
                  <a:pt x="48" y="288"/>
                  <a:pt x="48" y="286"/>
                </a:cubicBezTo>
                <a:close/>
                <a:moveTo>
                  <a:pt x="51" y="286"/>
                </a:moveTo>
                <a:cubicBezTo>
                  <a:pt x="51" y="287"/>
                  <a:pt x="52" y="287"/>
                  <a:pt x="52" y="289"/>
                </a:cubicBezTo>
                <a:cubicBezTo>
                  <a:pt x="51" y="289"/>
                  <a:pt x="51" y="287"/>
                  <a:pt x="51" y="288"/>
                </a:cubicBezTo>
                <a:cubicBezTo>
                  <a:pt x="51" y="288"/>
                  <a:pt x="51" y="287"/>
                  <a:pt x="51" y="286"/>
                </a:cubicBezTo>
                <a:close/>
                <a:moveTo>
                  <a:pt x="53" y="287"/>
                </a:moveTo>
                <a:cubicBezTo>
                  <a:pt x="54" y="288"/>
                  <a:pt x="53" y="288"/>
                  <a:pt x="53" y="290"/>
                </a:cubicBezTo>
                <a:cubicBezTo>
                  <a:pt x="53" y="289"/>
                  <a:pt x="52" y="289"/>
                  <a:pt x="52" y="288"/>
                </a:cubicBezTo>
                <a:cubicBezTo>
                  <a:pt x="53" y="288"/>
                  <a:pt x="53" y="288"/>
                  <a:pt x="53" y="287"/>
                </a:cubicBezTo>
                <a:close/>
                <a:moveTo>
                  <a:pt x="36" y="290"/>
                </a:moveTo>
                <a:cubicBezTo>
                  <a:pt x="36" y="290"/>
                  <a:pt x="35" y="290"/>
                  <a:pt x="35" y="289"/>
                </a:cubicBezTo>
                <a:cubicBezTo>
                  <a:pt x="36" y="288"/>
                  <a:pt x="36" y="288"/>
                  <a:pt x="36" y="290"/>
                </a:cubicBezTo>
                <a:close/>
                <a:moveTo>
                  <a:pt x="42" y="290"/>
                </a:moveTo>
                <a:cubicBezTo>
                  <a:pt x="43" y="289"/>
                  <a:pt x="43" y="291"/>
                  <a:pt x="43" y="292"/>
                </a:cubicBezTo>
                <a:cubicBezTo>
                  <a:pt x="43" y="293"/>
                  <a:pt x="43" y="291"/>
                  <a:pt x="42" y="291"/>
                </a:cubicBezTo>
                <a:cubicBezTo>
                  <a:pt x="42" y="291"/>
                  <a:pt x="43" y="291"/>
                  <a:pt x="43" y="291"/>
                </a:cubicBezTo>
                <a:cubicBezTo>
                  <a:pt x="43" y="290"/>
                  <a:pt x="42" y="290"/>
                  <a:pt x="42" y="290"/>
                </a:cubicBezTo>
                <a:close/>
                <a:moveTo>
                  <a:pt x="46" y="290"/>
                </a:moveTo>
                <a:cubicBezTo>
                  <a:pt x="47" y="290"/>
                  <a:pt x="47" y="292"/>
                  <a:pt x="47" y="292"/>
                </a:cubicBezTo>
                <a:cubicBezTo>
                  <a:pt x="47" y="293"/>
                  <a:pt x="46" y="291"/>
                  <a:pt x="46" y="290"/>
                </a:cubicBezTo>
                <a:close/>
                <a:moveTo>
                  <a:pt x="35" y="291"/>
                </a:moveTo>
                <a:cubicBezTo>
                  <a:pt x="35" y="292"/>
                  <a:pt x="36" y="292"/>
                  <a:pt x="36" y="292"/>
                </a:cubicBezTo>
                <a:cubicBezTo>
                  <a:pt x="36" y="294"/>
                  <a:pt x="35" y="293"/>
                  <a:pt x="35" y="291"/>
                </a:cubicBezTo>
                <a:close/>
                <a:moveTo>
                  <a:pt x="44" y="293"/>
                </a:moveTo>
                <a:cubicBezTo>
                  <a:pt x="45" y="294"/>
                  <a:pt x="45" y="292"/>
                  <a:pt x="46" y="293"/>
                </a:cubicBezTo>
                <a:cubicBezTo>
                  <a:pt x="45" y="294"/>
                  <a:pt x="44" y="295"/>
                  <a:pt x="44" y="294"/>
                </a:cubicBezTo>
                <a:cubicBezTo>
                  <a:pt x="44" y="294"/>
                  <a:pt x="44" y="293"/>
                  <a:pt x="44" y="293"/>
                </a:cubicBezTo>
                <a:close/>
                <a:moveTo>
                  <a:pt x="50" y="293"/>
                </a:moveTo>
                <a:cubicBezTo>
                  <a:pt x="50" y="292"/>
                  <a:pt x="49" y="295"/>
                  <a:pt x="50" y="295"/>
                </a:cubicBezTo>
                <a:cubicBezTo>
                  <a:pt x="50" y="295"/>
                  <a:pt x="51" y="294"/>
                  <a:pt x="51" y="294"/>
                </a:cubicBezTo>
                <a:cubicBezTo>
                  <a:pt x="51" y="296"/>
                  <a:pt x="52" y="296"/>
                  <a:pt x="52" y="295"/>
                </a:cubicBezTo>
                <a:cubicBezTo>
                  <a:pt x="52" y="296"/>
                  <a:pt x="52" y="296"/>
                  <a:pt x="52" y="297"/>
                </a:cubicBezTo>
                <a:cubicBezTo>
                  <a:pt x="52" y="296"/>
                  <a:pt x="51" y="296"/>
                  <a:pt x="51" y="296"/>
                </a:cubicBezTo>
                <a:cubicBezTo>
                  <a:pt x="51" y="295"/>
                  <a:pt x="51" y="295"/>
                  <a:pt x="51" y="295"/>
                </a:cubicBezTo>
                <a:cubicBezTo>
                  <a:pt x="51" y="295"/>
                  <a:pt x="50" y="296"/>
                  <a:pt x="49" y="295"/>
                </a:cubicBezTo>
                <a:cubicBezTo>
                  <a:pt x="49" y="295"/>
                  <a:pt x="50" y="294"/>
                  <a:pt x="49" y="294"/>
                </a:cubicBezTo>
                <a:cubicBezTo>
                  <a:pt x="49" y="294"/>
                  <a:pt x="50" y="294"/>
                  <a:pt x="50" y="293"/>
                </a:cubicBezTo>
                <a:close/>
                <a:moveTo>
                  <a:pt x="43" y="295"/>
                </a:moveTo>
                <a:cubicBezTo>
                  <a:pt x="44" y="295"/>
                  <a:pt x="44" y="299"/>
                  <a:pt x="44" y="301"/>
                </a:cubicBezTo>
                <a:cubicBezTo>
                  <a:pt x="43" y="301"/>
                  <a:pt x="44" y="299"/>
                  <a:pt x="43" y="298"/>
                </a:cubicBezTo>
                <a:cubicBezTo>
                  <a:pt x="43" y="297"/>
                  <a:pt x="43" y="297"/>
                  <a:pt x="43" y="295"/>
                </a:cubicBezTo>
                <a:close/>
                <a:moveTo>
                  <a:pt x="48" y="295"/>
                </a:moveTo>
                <a:cubicBezTo>
                  <a:pt x="49" y="296"/>
                  <a:pt x="50" y="297"/>
                  <a:pt x="50" y="299"/>
                </a:cubicBezTo>
                <a:cubicBezTo>
                  <a:pt x="49" y="297"/>
                  <a:pt x="49" y="298"/>
                  <a:pt x="48" y="295"/>
                </a:cubicBezTo>
                <a:close/>
                <a:moveTo>
                  <a:pt x="41" y="296"/>
                </a:moveTo>
                <a:cubicBezTo>
                  <a:pt x="42" y="296"/>
                  <a:pt x="42" y="297"/>
                  <a:pt x="43" y="298"/>
                </a:cubicBezTo>
                <a:cubicBezTo>
                  <a:pt x="42" y="299"/>
                  <a:pt x="42" y="297"/>
                  <a:pt x="41" y="296"/>
                </a:cubicBezTo>
                <a:close/>
                <a:moveTo>
                  <a:pt x="53" y="296"/>
                </a:moveTo>
                <a:cubicBezTo>
                  <a:pt x="53" y="296"/>
                  <a:pt x="53" y="298"/>
                  <a:pt x="53" y="299"/>
                </a:cubicBezTo>
                <a:cubicBezTo>
                  <a:pt x="52" y="298"/>
                  <a:pt x="53" y="296"/>
                  <a:pt x="53" y="296"/>
                </a:cubicBezTo>
                <a:close/>
                <a:moveTo>
                  <a:pt x="20" y="296"/>
                </a:moveTo>
                <a:cubicBezTo>
                  <a:pt x="20" y="297"/>
                  <a:pt x="20" y="297"/>
                  <a:pt x="20" y="298"/>
                </a:cubicBezTo>
                <a:cubicBezTo>
                  <a:pt x="19" y="299"/>
                  <a:pt x="20" y="298"/>
                  <a:pt x="19" y="298"/>
                </a:cubicBezTo>
                <a:cubicBezTo>
                  <a:pt x="19" y="300"/>
                  <a:pt x="19" y="299"/>
                  <a:pt x="20" y="301"/>
                </a:cubicBezTo>
                <a:cubicBezTo>
                  <a:pt x="19" y="301"/>
                  <a:pt x="19" y="300"/>
                  <a:pt x="19" y="300"/>
                </a:cubicBezTo>
                <a:cubicBezTo>
                  <a:pt x="19" y="297"/>
                  <a:pt x="19" y="297"/>
                  <a:pt x="19" y="297"/>
                </a:cubicBezTo>
                <a:cubicBezTo>
                  <a:pt x="19" y="298"/>
                  <a:pt x="19" y="296"/>
                  <a:pt x="20" y="296"/>
                </a:cubicBezTo>
                <a:close/>
                <a:moveTo>
                  <a:pt x="44" y="296"/>
                </a:moveTo>
                <a:cubicBezTo>
                  <a:pt x="45" y="297"/>
                  <a:pt x="45" y="296"/>
                  <a:pt x="46" y="296"/>
                </a:cubicBezTo>
                <a:cubicBezTo>
                  <a:pt x="45" y="297"/>
                  <a:pt x="44" y="299"/>
                  <a:pt x="44" y="296"/>
                </a:cubicBezTo>
                <a:close/>
                <a:moveTo>
                  <a:pt x="37" y="298"/>
                </a:moveTo>
                <a:cubicBezTo>
                  <a:pt x="37" y="298"/>
                  <a:pt x="37" y="299"/>
                  <a:pt x="37" y="301"/>
                </a:cubicBezTo>
                <a:cubicBezTo>
                  <a:pt x="37" y="300"/>
                  <a:pt x="37" y="300"/>
                  <a:pt x="37" y="300"/>
                </a:cubicBezTo>
                <a:cubicBezTo>
                  <a:pt x="36" y="299"/>
                  <a:pt x="37" y="299"/>
                  <a:pt x="37" y="298"/>
                </a:cubicBezTo>
                <a:close/>
                <a:moveTo>
                  <a:pt x="34" y="298"/>
                </a:moveTo>
                <a:cubicBezTo>
                  <a:pt x="34" y="297"/>
                  <a:pt x="35" y="299"/>
                  <a:pt x="35" y="300"/>
                </a:cubicBezTo>
                <a:cubicBezTo>
                  <a:pt x="34" y="300"/>
                  <a:pt x="35" y="302"/>
                  <a:pt x="35" y="303"/>
                </a:cubicBezTo>
                <a:cubicBezTo>
                  <a:pt x="34" y="302"/>
                  <a:pt x="35" y="299"/>
                  <a:pt x="34" y="298"/>
                </a:cubicBezTo>
                <a:close/>
                <a:moveTo>
                  <a:pt x="48" y="301"/>
                </a:moveTo>
                <a:cubicBezTo>
                  <a:pt x="48" y="301"/>
                  <a:pt x="48" y="302"/>
                  <a:pt x="47" y="302"/>
                </a:cubicBezTo>
                <a:cubicBezTo>
                  <a:pt x="47" y="300"/>
                  <a:pt x="47" y="301"/>
                  <a:pt x="46" y="301"/>
                </a:cubicBezTo>
                <a:cubicBezTo>
                  <a:pt x="47" y="300"/>
                  <a:pt x="46" y="300"/>
                  <a:pt x="46" y="300"/>
                </a:cubicBezTo>
                <a:cubicBezTo>
                  <a:pt x="46" y="299"/>
                  <a:pt x="46" y="298"/>
                  <a:pt x="46" y="298"/>
                </a:cubicBezTo>
                <a:cubicBezTo>
                  <a:pt x="46" y="300"/>
                  <a:pt x="48" y="300"/>
                  <a:pt x="48" y="301"/>
                </a:cubicBezTo>
                <a:cubicBezTo>
                  <a:pt x="48" y="301"/>
                  <a:pt x="48" y="301"/>
                  <a:pt x="48" y="301"/>
                </a:cubicBezTo>
                <a:close/>
                <a:moveTo>
                  <a:pt x="33" y="299"/>
                </a:moveTo>
                <a:cubicBezTo>
                  <a:pt x="33" y="299"/>
                  <a:pt x="33" y="300"/>
                  <a:pt x="34" y="300"/>
                </a:cubicBezTo>
                <a:cubicBezTo>
                  <a:pt x="34" y="301"/>
                  <a:pt x="33" y="300"/>
                  <a:pt x="33" y="301"/>
                </a:cubicBezTo>
                <a:cubicBezTo>
                  <a:pt x="33" y="300"/>
                  <a:pt x="33" y="299"/>
                  <a:pt x="33" y="299"/>
                </a:cubicBezTo>
                <a:close/>
                <a:moveTo>
                  <a:pt x="37" y="302"/>
                </a:moveTo>
                <a:cubicBezTo>
                  <a:pt x="37" y="302"/>
                  <a:pt x="38" y="302"/>
                  <a:pt x="38" y="302"/>
                </a:cubicBezTo>
                <a:cubicBezTo>
                  <a:pt x="38" y="303"/>
                  <a:pt x="36" y="302"/>
                  <a:pt x="37" y="304"/>
                </a:cubicBezTo>
                <a:cubicBezTo>
                  <a:pt x="36" y="304"/>
                  <a:pt x="37" y="303"/>
                  <a:pt x="37" y="302"/>
                </a:cubicBezTo>
                <a:close/>
                <a:moveTo>
                  <a:pt x="49" y="305"/>
                </a:moveTo>
                <a:cubicBezTo>
                  <a:pt x="49" y="304"/>
                  <a:pt x="50" y="303"/>
                  <a:pt x="49" y="304"/>
                </a:cubicBezTo>
                <a:cubicBezTo>
                  <a:pt x="49" y="303"/>
                  <a:pt x="49" y="303"/>
                  <a:pt x="50" y="303"/>
                </a:cubicBezTo>
                <a:cubicBezTo>
                  <a:pt x="50" y="303"/>
                  <a:pt x="50" y="302"/>
                  <a:pt x="50" y="302"/>
                </a:cubicBezTo>
                <a:cubicBezTo>
                  <a:pt x="51" y="302"/>
                  <a:pt x="49" y="306"/>
                  <a:pt x="50" y="306"/>
                </a:cubicBezTo>
                <a:cubicBezTo>
                  <a:pt x="50" y="306"/>
                  <a:pt x="50" y="307"/>
                  <a:pt x="50" y="307"/>
                </a:cubicBezTo>
                <a:cubicBezTo>
                  <a:pt x="50" y="307"/>
                  <a:pt x="50" y="307"/>
                  <a:pt x="50" y="306"/>
                </a:cubicBezTo>
                <a:cubicBezTo>
                  <a:pt x="50" y="305"/>
                  <a:pt x="49" y="305"/>
                  <a:pt x="49" y="305"/>
                </a:cubicBezTo>
                <a:close/>
                <a:moveTo>
                  <a:pt x="34" y="305"/>
                </a:moveTo>
                <a:cubicBezTo>
                  <a:pt x="34" y="304"/>
                  <a:pt x="35" y="304"/>
                  <a:pt x="36" y="303"/>
                </a:cubicBezTo>
                <a:cubicBezTo>
                  <a:pt x="36" y="304"/>
                  <a:pt x="36" y="306"/>
                  <a:pt x="35" y="306"/>
                </a:cubicBezTo>
                <a:cubicBezTo>
                  <a:pt x="35" y="304"/>
                  <a:pt x="35" y="305"/>
                  <a:pt x="34" y="305"/>
                </a:cubicBezTo>
                <a:close/>
                <a:moveTo>
                  <a:pt x="48" y="305"/>
                </a:moveTo>
                <a:cubicBezTo>
                  <a:pt x="48" y="304"/>
                  <a:pt x="48" y="305"/>
                  <a:pt x="48" y="305"/>
                </a:cubicBezTo>
                <a:cubicBezTo>
                  <a:pt x="48" y="309"/>
                  <a:pt x="48" y="308"/>
                  <a:pt x="48" y="305"/>
                </a:cubicBezTo>
                <a:close/>
                <a:moveTo>
                  <a:pt x="20" y="306"/>
                </a:moveTo>
                <a:cubicBezTo>
                  <a:pt x="20" y="306"/>
                  <a:pt x="20" y="307"/>
                  <a:pt x="20" y="308"/>
                </a:cubicBezTo>
                <a:cubicBezTo>
                  <a:pt x="19" y="308"/>
                  <a:pt x="19" y="307"/>
                  <a:pt x="19" y="306"/>
                </a:cubicBezTo>
                <a:cubicBezTo>
                  <a:pt x="19" y="306"/>
                  <a:pt x="19" y="306"/>
                  <a:pt x="20" y="306"/>
                </a:cubicBezTo>
                <a:close/>
                <a:moveTo>
                  <a:pt x="20" y="318"/>
                </a:moveTo>
                <a:cubicBezTo>
                  <a:pt x="20" y="318"/>
                  <a:pt x="20" y="317"/>
                  <a:pt x="21" y="318"/>
                </a:cubicBezTo>
                <a:cubicBezTo>
                  <a:pt x="21" y="318"/>
                  <a:pt x="20" y="319"/>
                  <a:pt x="21" y="320"/>
                </a:cubicBezTo>
                <a:cubicBezTo>
                  <a:pt x="20" y="321"/>
                  <a:pt x="20" y="321"/>
                  <a:pt x="19" y="321"/>
                </a:cubicBezTo>
                <a:cubicBezTo>
                  <a:pt x="19" y="319"/>
                  <a:pt x="20" y="321"/>
                  <a:pt x="20" y="319"/>
                </a:cubicBezTo>
                <a:cubicBezTo>
                  <a:pt x="20" y="318"/>
                  <a:pt x="20" y="320"/>
                  <a:pt x="19" y="319"/>
                </a:cubicBezTo>
                <a:cubicBezTo>
                  <a:pt x="19" y="317"/>
                  <a:pt x="19" y="316"/>
                  <a:pt x="19" y="313"/>
                </a:cubicBezTo>
                <a:cubicBezTo>
                  <a:pt x="20" y="313"/>
                  <a:pt x="19" y="313"/>
                  <a:pt x="20" y="313"/>
                </a:cubicBezTo>
                <a:cubicBezTo>
                  <a:pt x="20" y="312"/>
                  <a:pt x="19" y="313"/>
                  <a:pt x="19" y="311"/>
                </a:cubicBezTo>
                <a:cubicBezTo>
                  <a:pt x="20" y="312"/>
                  <a:pt x="20" y="309"/>
                  <a:pt x="19" y="310"/>
                </a:cubicBezTo>
                <a:cubicBezTo>
                  <a:pt x="19" y="309"/>
                  <a:pt x="19" y="309"/>
                  <a:pt x="19" y="308"/>
                </a:cubicBezTo>
                <a:cubicBezTo>
                  <a:pt x="20" y="308"/>
                  <a:pt x="20" y="308"/>
                  <a:pt x="20" y="309"/>
                </a:cubicBezTo>
                <a:cubicBezTo>
                  <a:pt x="21" y="310"/>
                  <a:pt x="20" y="310"/>
                  <a:pt x="20" y="311"/>
                </a:cubicBezTo>
                <a:cubicBezTo>
                  <a:pt x="20" y="312"/>
                  <a:pt x="21" y="312"/>
                  <a:pt x="21" y="312"/>
                </a:cubicBezTo>
                <a:cubicBezTo>
                  <a:pt x="21" y="313"/>
                  <a:pt x="20" y="313"/>
                  <a:pt x="20" y="313"/>
                </a:cubicBezTo>
                <a:cubicBezTo>
                  <a:pt x="20" y="313"/>
                  <a:pt x="21" y="313"/>
                  <a:pt x="21" y="315"/>
                </a:cubicBezTo>
                <a:cubicBezTo>
                  <a:pt x="20" y="315"/>
                  <a:pt x="20" y="313"/>
                  <a:pt x="20" y="314"/>
                </a:cubicBezTo>
                <a:cubicBezTo>
                  <a:pt x="20" y="316"/>
                  <a:pt x="21" y="316"/>
                  <a:pt x="20" y="318"/>
                </a:cubicBezTo>
                <a:close/>
                <a:moveTo>
                  <a:pt x="37" y="309"/>
                </a:moveTo>
                <a:cubicBezTo>
                  <a:pt x="38" y="310"/>
                  <a:pt x="37" y="312"/>
                  <a:pt x="38" y="313"/>
                </a:cubicBezTo>
                <a:cubicBezTo>
                  <a:pt x="37" y="314"/>
                  <a:pt x="37" y="313"/>
                  <a:pt x="38" y="315"/>
                </a:cubicBezTo>
                <a:cubicBezTo>
                  <a:pt x="37" y="315"/>
                  <a:pt x="37" y="315"/>
                  <a:pt x="37" y="315"/>
                </a:cubicBezTo>
                <a:cubicBezTo>
                  <a:pt x="37" y="314"/>
                  <a:pt x="37" y="311"/>
                  <a:pt x="37" y="309"/>
                </a:cubicBezTo>
                <a:close/>
                <a:moveTo>
                  <a:pt x="49" y="309"/>
                </a:moveTo>
                <a:cubicBezTo>
                  <a:pt x="49" y="310"/>
                  <a:pt x="50" y="310"/>
                  <a:pt x="50" y="310"/>
                </a:cubicBezTo>
                <a:cubicBezTo>
                  <a:pt x="50" y="311"/>
                  <a:pt x="49" y="311"/>
                  <a:pt x="50" y="312"/>
                </a:cubicBezTo>
                <a:cubicBezTo>
                  <a:pt x="50" y="312"/>
                  <a:pt x="49" y="312"/>
                  <a:pt x="49" y="312"/>
                </a:cubicBezTo>
                <a:cubicBezTo>
                  <a:pt x="49" y="312"/>
                  <a:pt x="49" y="310"/>
                  <a:pt x="49" y="311"/>
                </a:cubicBezTo>
                <a:cubicBezTo>
                  <a:pt x="48" y="311"/>
                  <a:pt x="49" y="310"/>
                  <a:pt x="49" y="309"/>
                </a:cubicBezTo>
                <a:close/>
                <a:moveTo>
                  <a:pt x="47" y="311"/>
                </a:moveTo>
                <a:cubicBezTo>
                  <a:pt x="48" y="310"/>
                  <a:pt x="48" y="312"/>
                  <a:pt x="48" y="313"/>
                </a:cubicBezTo>
                <a:cubicBezTo>
                  <a:pt x="47" y="313"/>
                  <a:pt x="47" y="313"/>
                  <a:pt x="47" y="313"/>
                </a:cubicBezTo>
                <a:cubicBezTo>
                  <a:pt x="47" y="312"/>
                  <a:pt x="48" y="311"/>
                  <a:pt x="47" y="311"/>
                </a:cubicBezTo>
                <a:close/>
                <a:moveTo>
                  <a:pt x="48" y="313"/>
                </a:moveTo>
                <a:cubicBezTo>
                  <a:pt x="49" y="313"/>
                  <a:pt x="49" y="315"/>
                  <a:pt x="49" y="314"/>
                </a:cubicBezTo>
                <a:cubicBezTo>
                  <a:pt x="49" y="315"/>
                  <a:pt x="49" y="317"/>
                  <a:pt x="48" y="317"/>
                </a:cubicBezTo>
                <a:cubicBezTo>
                  <a:pt x="48" y="316"/>
                  <a:pt x="48" y="315"/>
                  <a:pt x="48" y="313"/>
                </a:cubicBezTo>
                <a:close/>
                <a:moveTo>
                  <a:pt x="45" y="314"/>
                </a:moveTo>
                <a:cubicBezTo>
                  <a:pt x="45" y="314"/>
                  <a:pt x="46" y="314"/>
                  <a:pt x="46" y="315"/>
                </a:cubicBezTo>
                <a:cubicBezTo>
                  <a:pt x="46" y="316"/>
                  <a:pt x="45" y="314"/>
                  <a:pt x="45" y="315"/>
                </a:cubicBezTo>
                <a:lnTo>
                  <a:pt x="45" y="314"/>
                </a:lnTo>
                <a:close/>
                <a:moveTo>
                  <a:pt x="53" y="316"/>
                </a:moveTo>
                <a:cubicBezTo>
                  <a:pt x="54" y="318"/>
                  <a:pt x="53" y="321"/>
                  <a:pt x="54" y="322"/>
                </a:cubicBezTo>
                <a:cubicBezTo>
                  <a:pt x="54" y="323"/>
                  <a:pt x="53" y="323"/>
                  <a:pt x="53" y="322"/>
                </a:cubicBezTo>
                <a:cubicBezTo>
                  <a:pt x="53" y="322"/>
                  <a:pt x="53" y="323"/>
                  <a:pt x="53" y="323"/>
                </a:cubicBezTo>
                <a:cubicBezTo>
                  <a:pt x="52" y="324"/>
                  <a:pt x="52" y="320"/>
                  <a:pt x="51" y="322"/>
                </a:cubicBezTo>
                <a:cubicBezTo>
                  <a:pt x="51" y="320"/>
                  <a:pt x="52" y="322"/>
                  <a:pt x="53" y="321"/>
                </a:cubicBezTo>
                <a:cubicBezTo>
                  <a:pt x="53" y="321"/>
                  <a:pt x="53" y="321"/>
                  <a:pt x="53" y="321"/>
                </a:cubicBezTo>
                <a:cubicBezTo>
                  <a:pt x="52" y="319"/>
                  <a:pt x="53" y="317"/>
                  <a:pt x="53" y="316"/>
                </a:cubicBezTo>
                <a:close/>
                <a:moveTo>
                  <a:pt x="40" y="317"/>
                </a:moveTo>
                <a:cubicBezTo>
                  <a:pt x="40" y="317"/>
                  <a:pt x="40" y="317"/>
                  <a:pt x="40" y="319"/>
                </a:cubicBezTo>
                <a:cubicBezTo>
                  <a:pt x="40" y="319"/>
                  <a:pt x="39" y="318"/>
                  <a:pt x="40" y="317"/>
                </a:cubicBezTo>
                <a:close/>
                <a:moveTo>
                  <a:pt x="45" y="320"/>
                </a:moveTo>
                <a:cubicBezTo>
                  <a:pt x="45" y="321"/>
                  <a:pt x="44" y="322"/>
                  <a:pt x="44" y="320"/>
                </a:cubicBezTo>
                <a:cubicBezTo>
                  <a:pt x="45" y="321"/>
                  <a:pt x="45" y="320"/>
                  <a:pt x="45" y="320"/>
                </a:cubicBezTo>
                <a:close/>
                <a:moveTo>
                  <a:pt x="40" y="320"/>
                </a:moveTo>
                <a:cubicBezTo>
                  <a:pt x="40" y="320"/>
                  <a:pt x="41" y="321"/>
                  <a:pt x="41" y="321"/>
                </a:cubicBezTo>
                <a:cubicBezTo>
                  <a:pt x="41" y="322"/>
                  <a:pt x="40" y="322"/>
                  <a:pt x="40" y="320"/>
                </a:cubicBezTo>
                <a:close/>
                <a:moveTo>
                  <a:pt x="47" y="325"/>
                </a:moveTo>
                <a:cubicBezTo>
                  <a:pt x="47" y="324"/>
                  <a:pt x="47" y="322"/>
                  <a:pt x="47" y="320"/>
                </a:cubicBezTo>
                <a:cubicBezTo>
                  <a:pt x="48" y="321"/>
                  <a:pt x="47" y="323"/>
                  <a:pt x="47" y="326"/>
                </a:cubicBezTo>
                <a:cubicBezTo>
                  <a:pt x="47" y="326"/>
                  <a:pt x="46" y="323"/>
                  <a:pt x="46" y="326"/>
                </a:cubicBezTo>
                <a:cubicBezTo>
                  <a:pt x="46" y="325"/>
                  <a:pt x="46" y="325"/>
                  <a:pt x="46" y="325"/>
                </a:cubicBezTo>
                <a:cubicBezTo>
                  <a:pt x="46" y="325"/>
                  <a:pt x="46" y="324"/>
                  <a:pt x="46" y="324"/>
                </a:cubicBezTo>
                <a:cubicBezTo>
                  <a:pt x="46" y="324"/>
                  <a:pt x="46" y="324"/>
                  <a:pt x="46" y="324"/>
                </a:cubicBezTo>
                <a:cubicBezTo>
                  <a:pt x="46" y="325"/>
                  <a:pt x="47" y="325"/>
                  <a:pt x="47" y="325"/>
                </a:cubicBezTo>
                <a:close/>
                <a:moveTo>
                  <a:pt x="46" y="327"/>
                </a:moveTo>
                <a:cubicBezTo>
                  <a:pt x="46" y="326"/>
                  <a:pt x="45" y="326"/>
                  <a:pt x="45" y="325"/>
                </a:cubicBezTo>
                <a:cubicBezTo>
                  <a:pt x="46" y="325"/>
                  <a:pt x="46" y="325"/>
                  <a:pt x="46" y="327"/>
                </a:cubicBezTo>
                <a:close/>
                <a:moveTo>
                  <a:pt x="19" y="323"/>
                </a:moveTo>
                <a:cubicBezTo>
                  <a:pt x="20" y="323"/>
                  <a:pt x="20" y="323"/>
                  <a:pt x="20" y="323"/>
                </a:cubicBezTo>
                <a:cubicBezTo>
                  <a:pt x="20" y="323"/>
                  <a:pt x="20" y="323"/>
                  <a:pt x="20" y="323"/>
                </a:cubicBezTo>
                <a:cubicBezTo>
                  <a:pt x="20" y="324"/>
                  <a:pt x="20" y="324"/>
                  <a:pt x="21" y="324"/>
                </a:cubicBezTo>
                <a:cubicBezTo>
                  <a:pt x="20" y="325"/>
                  <a:pt x="20" y="328"/>
                  <a:pt x="19" y="328"/>
                </a:cubicBezTo>
                <a:cubicBezTo>
                  <a:pt x="19" y="327"/>
                  <a:pt x="20" y="327"/>
                  <a:pt x="20" y="326"/>
                </a:cubicBezTo>
                <a:cubicBezTo>
                  <a:pt x="19" y="327"/>
                  <a:pt x="18" y="326"/>
                  <a:pt x="18" y="329"/>
                </a:cubicBezTo>
                <a:cubicBezTo>
                  <a:pt x="17" y="328"/>
                  <a:pt x="18" y="326"/>
                  <a:pt x="18" y="325"/>
                </a:cubicBezTo>
                <a:cubicBezTo>
                  <a:pt x="18" y="326"/>
                  <a:pt x="18" y="326"/>
                  <a:pt x="19" y="326"/>
                </a:cubicBezTo>
                <a:cubicBezTo>
                  <a:pt x="19" y="325"/>
                  <a:pt x="20" y="324"/>
                  <a:pt x="19" y="323"/>
                </a:cubicBezTo>
                <a:close/>
                <a:moveTo>
                  <a:pt x="31" y="323"/>
                </a:moveTo>
                <a:cubicBezTo>
                  <a:pt x="31" y="323"/>
                  <a:pt x="30" y="324"/>
                  <a:pt x="31" y="325"/>
                </a:cubicBezTo>
                <a:cubicBezTo>
                  <a:pt x="30" y="325"/>
                  <a:pt x="30" y="325"/>
                  <a:pt x="30" y="325"/>
                </a:cubicBezTo>
                <a:cubicBezTo>
                  <a:pt x="30" y="326"/>
                  <a:pt x="31" y="325"/>
                  <a:pt x="31" y="326"/>
                </a:cubicBezTo>
                <a:cubicBezTo>
                  <a:pt x="31" y="326"/>
                  <a:pt x="30" y="327"/>
                  <a:pt x="30" y="326"/>
                </a:cubicBezTo>
                <a:cubicBezTo>
                  <a:pt x="30" y="326"/>
                  <a:pt x="30" y="325"/>
                  <a:pt x="30" y="323"/>
                </a:cubicBezTo>
                <a:cubicBezTo>
                  <a:pt x="30" y="323"/>
                  <a:pt x="31" y="323"/>
                  <a:pt x="31" y="323"/>
                </a:cubicBezTo>
                <a:close/>
                <a:moveTo>
                  <a:pt x="37" y="323"/>
                </a:moveTo>
                <a:cubicBezTo>
                  <a:pt x="37" y="324"/>
                  <a:pt x="38" y="324"/>
                  <a:pt x="38" y="325"/>
                </a:cubicBezTo>
                <a:cubicBezTo>
                  <a:pt x="37" y="325"/>
                  <a:pt x="37" y="324"/>
                  <a:pt x="37" y="325"/>
                </a:cubicBezTo>
                <a:cubicBezTo>
                  <a:pt x="36" y="325"/>
                  <a:pt x="37" y="324"/>
                  <a:pt x="37" y="323"/>
                </a:cubicBezTo>
                <a:close/>
                <a:moveTo>
                  <a:pt x="32" y="326"/>
                </a:moveTo>
                <a:cubicBezTo>
                  <a:pt x="32" y="325"/>
                  <a:pt x="32" y="327"/>
                  <a:pt x="33" y="326"/>
                </a:cubicBezTo>
                <a:cubicBezTo>
                  <a:pt x="32" y="328"/>
                  <a:pt x="32" y="327"/>
                  <a:pt x="31" y="327"/>
                </a:cubicBezTo>
                <a:cubicBezTo>
                  <a:pt x="31" y="326"/>
                  <a:pt x="32" y="326"/>
                  <a:pt x="32" y="326"/>
                </a:cubicBezTo>
                <a:close/>
                <a:moveTo>
                  <a:pt x="31" y="326"/>
                </a:moveTo>
                <a:cubicBezTo>
                  <a:pt x="31" y="327"/>
                  <a:pt x="31" y="327"/>
                  <a:pt x="31" y="328"/>
                </a:cubicBezTo>
                <a:cubicBezTo>
                  <a:pt x="30" y="328"/>
                  <a:pt x="30" y="328"/>
                  <a:pt x="30" y="328"/>
                </a:cubicBezTo>
                <a:cubicBezTo>
                  <a:pt x="30" y="327"/>
                  <a:pt x="31" y="327"/>
                  <a:pt x="31" y="326"/>
                </a:cubicBezTo>
                <a:close/>
                <a:moveTo>
                  <a:pt x="38" y="328"/>
                </a:moveTo>
                <a:cubicBezTo>
                  <a:pt x="37" y="328"/>
                  <a:pt x="37" y="328"/>
                  <a:pt x="37" y="328"/>
                </a:cubicBezTo>
                <a:cubicBezTo>
                  <a:pt x="37" y="329"/>
                  <a:pt x="37" y="330"/>
                  <a:pt x="37" y="330"/>
                </a:cubicBezTo>
                <a:cubicBezTo>
                  <a:pt x="36" y="330"/>
                  <a:pt x="37" y="328"/>
                  <a:pt x="37" y="327"/>
                </a:cubicBezTo>
                <a:cubicBezTo>
                  <a:pt x="37" y="327"/>
                  <a:pt x="37" y="328"/>
                  <a:pt x="38" y="327"/>
                </a:cubicBezTo>
                <a:cubicBezTo>
                  <a:pt x="38" y="329"/>
                  <a:pt x="39" y="329"/>
                  <a:pt x="39" y="331"/>
                </a:cubicBezTo>
                <a:cubicBezTo>
                  <a:pt x="38" y="331"/>
                  <a:pt x="38" y="329"/>
                  <a:pt x="38" y="328"/>
                </a:cubicBezTo>
                <a:close/>
                <a:moveTo>
                  <a:pt x="42" y="329"/>
                </a:moveTo>
                <a:cubicBezTo>
                  <a:pt x="42" y="329"/>
                  <a:pt x="42" y="330"/>
                  <a:pt x="42" y="331"/>
                </a:cubicBezTo>
                <a:cubicBezTo>
                  <a:pt x="41" y="331"/>
                  <a:pt x="41" y="331"/>
                  <a:pt x="41" y="331"/>
                </a:cubicBezTo>
                <a:cubicBezTo>
                  <a:pt x="41" y="330"/>
                  <a:pt x="41" y="330"/>
                  <a:pt x="42" y="330"/>
                </a:cubicBezTo>
                <a:lnTo>
                  <a:pt x="42" y="329"/>
                </a:lnTo>
                <a:close/>
                <a:moveTo>
                  <a:pt x="42" y="334"/>
                </a:moveTo>
                <a:cubicBezTo>
                  <a:pt x="42" y="333"/>
                  <a:pt x="42" y="333"/>
                  <a:pt x="42" y="332"/>
                </a:cubicBezTo>
                <a:cubicBezTo>
                  <a:pt x="43" y="331"/>
                  <a:pt x="43" y="331"/>
                  <a:pt x="44" y="331"/>
                </a:cubicBezTo>
                <a:cubicBezTo>
                  <a:pt x="44" y="333"/>
                  <a:pt x="44" y="334"/>
                  <a:pt x="44" y="335"/>
                </a:cubicBezTo>
                <a:cubicBezTo>
                  <a:pt x="43" y="334"/>
                  <a:pt x="43" y="333"/>
                  <a:pt x="43" y="332"/>
                </a:cubicBezTo>
                <a:cubicBezTo>
                  <a:pt x="43" y="333"/>
                  <a:pt x="43" y="334"/>
                  <a:pt x="42" y="334"/>
                </a:cubicBezTo>
                <a:cubicBezTo>
                  <a:pt x="42" y="334"/>
                  <a:pt x="42" y="334"/>
                  <a:pt x="42" y="334"/>
                </a:cubicBezTo>
                <a:close/>
                <a:moveTo>
                  <a:pt x="41" y="332"/>
                </a:moveTo>
                <a:cubicBezTo>
                  <a:pt x="41" y="334"/>
                  <a:pt x="41" y="334"/>
                  <a:pt x="41" y="335"/>
                </a:cubicBezTo>
                <a:cubicBezTo>
                  <a:pt x="40" y="332"/>
                  <a:pt x="40" y="332"/>
                  <a:pt x="40" y="332"/>
                </a:cubicBezTo>
                <a:cubicBezTo>
                  <a:pt x="41" y="331"/>
                  <a:pt x="41" y="333"/>
                  <a:pt x="41" y="332"/>
                </a:cubicBezTo>
                <a:close/>
                <a:moveTo>
                  <a:pt x="24" y="335"/>
                </a:moveTo>
                <a:cubicBezTo>
                  <a:pt x="24" y="336"/>
                  <a:pt x="24" y="335"/>
                  <a:pt x="24" y="336"/>
                </a:cubicBezTo>
                <a:cubicBezTo>
                  <a:pt x="24" y="337"/>
                  <a:pt x="25" y="335"/>
                  <a:pt x="25" y="338"/>
                </a:cubicBezTo>
                <a:cubicBezTo>
                  <a:pt x="24" y="337"/>
                  <a:pt x="24" y="338"/>
                  <a:pt x="23" y="338"/>
                </a:cubicBezTo>
                <a:cubicBezTo>
                  <a:pt x="23" y="336"/>
                  <a:pt x="23" y="335"/>
                  <a:pt x="24" y="335"/>
                </a:cubicBezTo>
                <a:close/>
                <a:moveTo>
                  <a:pt x="26" y="342"/>
                </a:moveTo>
                <a:cubicBezTo>
                  <a:pt x="26" y="341"/>
                  <a:pt x="27" y="343"/>
                  <a:pt x="27" y="342"/>
                </a:cubicBezTo>
                <a:cubicBezTo>
                  <a:pt x="27" y="342"/>
                  <a:pt x="27" y="343"/>
                  <a:pt x="27" y="343"/>
                </a:cubicBezTo>
                <a:cubicBezTo>
                  <a:pt x="27" y="343"/>
                  <a:pt x="27" y="343"/>
                  <a:pt x="27" y="344"/>
                </a:cubicBezTo>
                <a:cubicBezTo>
                  <a:pt x="27" y="342"/>
                  <a:pt x="26" y="343"/>
                  <a:pt x="26" y="342"/>
                </a:cubicBezTo>
                <a:close/>
                <a:moveTo>
                  <a:pt x="25" y="343"/>
                </a:moveTo>
                <a:cubicBezTo>
                  <a:pt x="24" y="342"/>
                  <a:pt x="24" y="343"/>
                  <a:pt x="24" y="344"/>
                </a:cubicBezTo>
                <a:cubicBezTo>
                  <a:pt x="23" y="342"/>
                  <a:pt x="25" y="342"/>
                  <a:pt x="25" y="343"/>
                </a:cubicBezTo>
                <a:close/>
                <a:moveTo>
                  <a:pt x="24" y="346"/>
                </a:moveTo>
                <a:cubicBezTo>
                  <a:pt x="25" y="345"/>
                  <a:pt x="25" y="346"/>
                  <a:pt x="25" y="347"/>
                </a:cubicBezTo>
                <a:cubicBezTo>
                  <a:pt x="25" y="348"/>
                  <a:pt x="25" y="346"/>
                  <a:pt x="24" y="346"/>
                </a:cubicBezTo>
                <a:close/>
                <a:moveTo>
                  <a:pt x="26" y="349"/>
                </a:moveTo>
                <a:cubicBezTo>
                  <a:pt x="26" y="349"/>
                  <a:pt x="25" y="350"/>
                  <a:pt x="25" y="349"/>
                </a:cubicBezTo>
                <a:cubicBezTo>
                  <a:pt x="25" y="349"/>
                  <a:pt x="25" y="350"/>
                  <a:pt x="25" y="350"/>
                </a:cubicBezTo>
                <a:cubicBezTo>
                  <a:pt x="25" y="351"/>
                  <a:pt x="25" y="350"/>
                  <a:pt x="25" y="349"/>
                </a:cubicBezTo>
                <a:cubicBezTo>
                  <a:pt x="25" y="348"/>
                  <a:pt x="25" y="348"/>
                  <a:pt x="26" y="349"/>
                </a:cubicBezTo>
                <a:close/>
                <a:moveTo>
                  <a:pt x="24" y="348"/>
                </a:moveTo>
                <a:cubicBezTo>
                  <a:pt x="24" y="348"/>
                  <a:pt x="24" y="351"/>
                  <a:pt x="23" y="350"/>
                </a:cubicBezTo>
                <a:cubicBezTo>
                  <a:pt x="23" y="350"/>
                  <a:pt x="23" y="350"/>
                  <a:pt x="23" y="349"/>
                </a:cubicBezTo>
                <a:cubicBezTo>
                  <a:pt x="23" y="349"/>
                  <a:pt x="24" y="349"/>
                  <a:pt x="24" y="348"/>
                </a:cubicBezTo>
                <a:close/>
                <a:moveTo>
                  <a:pt x="40" y="350"/>
                </a:moveTo>
                <a:cubicBezTo>
                  <a:pt x="40" y="350"/>
                  <a:pt x="40" y="350"/>
                  <a:pt x="41" y="349"/>
                </a:cubicBezTo>
                <a:cubicBezTo>
                  <a:pt x="41" y="349"/>
                  <a:pt x="41" y="351"/>
                  <a:pt x="41" y="350"/>
                </a:cubicBezTo>
                <a:cubicBezTo>
                  <a:pt x="41" y="352"/>
                  <a:pt x="41" y="351"/>
                  <a:pt x="40" y="351"/>
                </a:cubicBezTo>
                <a:cubicBezTo>
                  <a:pt x="40" y="354"/>
                  <a:pt x="40" y="354"/>
                  <a:pt x="40" y="354"/>
                </a:cubicBezTo>
                <a:cubicBezTo>
                  <a:pt x="40" y="354"/>
                  <a:pt x="40" y="354"/>
                  <a:pt x="40" y="354"/>
                </a:cubicBezTo>
                <a:cubicBezTo>
                  <a:pt x="39" y="354"/>
                  <a:pt x="40" y="352"/>
                  <a:pt x="40" y="350"/>
                </a:cubicBezTo>
                <a:close/>
                <a:moveTo>
                  <a:pt x="25" y="351"/>
                </a:moveTo>
                <a:cubicBezTo>
                  <a:pt x="25" y="351"/>
                  <a:pt x="25" y="352"/>
                  <a:pt x="25" y="353"/>
                </a:cubicBezTo>
                <a:cubicBezTo>
                  <a:pt x="25" y="354"/>
                  <a:pt x="24" y="355"/>
                  <a:pt x="24" y="354"/>
                </a:cubicBezTo>
                <a:cubicBezTo>
                  <a:pt x="23" y="351"/>
                  <a:pt x="24" y="353"/>
                  <a:pt x="25" y="351"/>
                </a:cubicBezTo>
                <a:close/>
                <a:moveTo>
                  <a:pt x="26" y="352"/>
                </a:moveTo>
                <a:cubicBezTo>
                  <a:pt x="27" y="352"/>
                  <a:pt x="26" y="353"/>
                  <a:pt x="26" y="354"/>
                </a:cubicBezTo>
                <a:cubicBezTo>
                  <a:pt x="25" y="354"/>
                  <a:pt x="26" y="352"/>
                  <a:pt x="25" y="352"/>
                </a:cubicBezTo>
                <a:cubicBezTo>
                  <a:pt x="26" y="350"/>
                  <a:pt x="26" y="353"/>
                  <a:pt x="26" y="352"/>
                </a:cubicBezTo>
                <a:close/>
                <a:moveTo>
                  <a:pt x="27" y="352"/>
                </a:moveTo>
                <a:cubicBezTo>
                  <a:pt x="28" y="354"/>
                  <a:pt x="28" y="351"/>
                  <a:pt x="29" y="354"/>
                </a:cubicBezTo>
                <a:cubicBezTo>
                  <a:pt x="28" y="352"/>
                  <a:pt x="28" y="354"/>
                  <a:pt x="28" y="354"/>
                </a:cubicBezTo>
                <a:cubicBezTo>
                  <a:pt x="28" y="355"/>
                  <a:pt x="27" y="354"/>
                  <a:pt x="27" y="353"/>
                </a:cubicBezTo>
                <a:cubicBezTo>
                  <a:pt x="27" y="353"/>
                  <a:pt x="27" y="353"/>
                  <a:pt x="27" y="352"/>
                </a:cubicBezTo>
                <a:close/>
                <a:moveTo>
                  <a:pt x="25" y="361"/>
                </a:moveTo>
                <a:cubicBezTo>
                  <a:pt x="25" y="363"/>
                  <a:pt x="25" y="366"/>
                  <a:pt x="24" y="366"/>
                </a:cubicBezTo>
                <a:cubicBezTo>
                  <a:pt x="25" y="365"/>
                  <a:pt x="24" y="363"/>
                  <a:pt x="25" y="363"/>
                </a:cubicBezTo>
                <a:cubicBezTo>
                  <a:pt x="24" y="363"/>
                  <a:pt x="24" y="363"/>
                  <a:pt x="24" y="362"/>
                </a:cubicBezTo>
                <a:cubicBezTo>
                  <a:pt x="25" y="361"/>
                  <a:pt x="25" y="362"/>
                  <a:pt x="25" y="361"/>
                </a:cubicBezTo>
                <a:close/>
                <a:moveTo>
                  <a:pt x="24" y="359"/>
                </a:moveTo>
                <a:cubicBezTo>
                  <a:pt x="24" y="360"/>
                  <a:pt x="25" y="360"/>
                  <a:pt x="25" y="359"/>
                </a:cubicBezTo>
                <a:cubicBezTo>
                  <a:pt x="24" y="358"/>
                  <a:pt x="25" y="356"/>
                  <a:pt x="24" y="356"/>
                </a:cubicBezTo>
                <a:cubicBezTo>
                  <a:pt x="24" y="355"/>
                  <a:pt x="25" y="355"/>
                  <a:pt x="25" y="354"/>
                </a:cubicBezTo>
                <a:cubicBezTo>
                  <a:pt x="26" y="355"/>
                  <a:pt x="26" y="359"/>
                  <a:pt x="27" y="359"/>
                </a:cubicBezTo>
                <a:cubicBezTo>
                  <a:pt x="26" y="360"/>
                  <a:pt x="26" y="360"/>
                  <a:pt x="26" y="361"/>
                </a:cubicBezTo>
                <a:cubicBezTo>
                  <a:pt x="25" y="361"/>
                  <a:pt x="24" y="361"/>
                  <a:pt x="24" y="359"/>
                </a:cubicBezTo>
                <a:close/>
                <a:moveTo>
                  <a:pt x="31" y="357"/>
                </a:moveTo>
                <a:cubicBezTo>
                  <a:pt x="31" y="358"/>
                  <a:pt x="31" y="357"/>
                  <a:pt x="32" y="358"/>
                </a:cubicBezTo>
                <a:cubicBezTo>
                  <a:pt x="32" y="359"/>
                  <a:pt x="31" y="358"/>
                  <a:pt x="30" y="359"/>
                </a:cubicBezTo>
                <a:cubicBezTo>
                  <a:pt x="30" y="359"/>
                  <a:pt x="31" y="358"/>
                  <a:pt x="31" y="357"/>
                </a:cubicBezTo>
                <a:close/>
                <a:moveTo>
                  <a:pt x="41" y="358"/>
                </a:moveTo>
                <a:cubicBezTo>
                  <a:pt x="41" y="358"/>
                  <a:pt x="42" y="362"/>
                  <a:pt x="41" y="362"/>
                </a:cubicBezTo>
                <a:cubicBezTo>
                  <a:pt x="41" y="360"/>
                  <a:pt x="41" y="360"/>
                  <a:pt x="41" y="358"/>
                </a:cubicBezTo>
                <a:close/>
                <a:moveTo>
                  <a:pt x="31" y="361"/>
                </a:moveTo>
                <a:cubicBezTo>
                  <a:pt x="31" y="361"/>
                  <a:pt x="31" y="363"/>
                  <a:pt x="31" y="364"/>
                </a:cubicBezTo>
                <a:cubicBezTo>
                  <a:pt x="30" y="363"/>
                  <a:pt x="31" y="363"/>
                  <a:pt x="31" y="361"/>
                </a:cubicBezTo>
                <a:close/>
                <a:moveTo>
                  <a:pt x="27" y="367"/>
                </a:moveTo>
                <a:cubicBezTo>
                  <a:pt x="27" y="365"/>
                  <a:pt x="27" y="365"/>
                  <a:pt x="27" y="365"/>
                </a:cubicBezTo>
                <a:cubicBezTo>
                  <a:pt x="28" y="365"/>
                  <a:pt x="28" y="364"/>
                  <a:pt x="28" y="365"/>
                </a:cubicBezTo>
                <a:cubicBezTo>
                  <a:pt x="28" y="365"/>
                  <a:pt x="28" y="365"/>
                  <a:pt x="28" y="365"/>
                </a:cubicBezTo>
                <a:cubicBezTo>
                  <a:pt x="28" y="366"/>
                  <a:pt x="28" y="366"/>
                  <a:pt x="28" y="367"/>
                </a:cubicBezTo>
                <a:cubicBezTo>
                  <a:pt x="28" y="367"/>
                  <a:pt x="28" y="367"/>
                  <a:pt x="28" y="366"/>
                </a:cubicBezTo>
                <a:cubicBezTo>
                  <a:pt x="29" y="368"/>
                  <a:pt x="28" y="367"/>
                  <a:pt x="27" y="367"/>
                </a:cubicBezTo>
                <a:close/>
                <a:moveTo>
                  <a:pt x="24" y="368"/>
                </a:moveTo>
                <a:cubicBezTo>
                  <a:pt x="25" y="368"/>
                  <a:pt x="25" y="368"/>
                  <a:pt x="26" y="367"/>
                </a:cubicBezTo>
                <a:cubicBezTo>
                  <a:pt x="25" y="369"/>
                  <a:pt x="25" y="369"/>
                  <a:pt x="26" y="371"/>
                </a:cubicBezTo>
                <a:cubicBezTo>
                  <a:pt x="25" y="371"/>
                  <a:pt x="25" y="370"/>
                  <a:pt x="25" y="369"/>
                </a:cubicBezTo>
                <a:cubicBezTo>
                  <a:pt x="25" y="370"/>
                  <a:pt x="24" y="369"/>
                  <a:pt x="24" y="369"/>
                </a:cubicBezTo>
                <a:cubicBezTo>
                  <a:pt x="24" y="368"/>
                  <a:pt x="25" y="369"/>
                  <a:pt x="24" y="368"/>
                </a:cubicBezTo>
                <a:close/>
                <a:moveTo>
                  <a:pt x="45" y="370"/>
                </a:moveTo>
                <a:cubicBezTo>
                  <a:pt x="46" y="369"/>
                  <a:pt x="46" y="371"/>
                  <a:pt x="46" y="372"/>
                </a:cubicBezTo>
                <a:cubicBezTo>
                  <a:pt x="46" y="373"/>
                  <a:pt x="46" y="372"/>
                  <a:pt x="45" y="372"/>
                </a:cubicBezTo>
                <a:cubicBezTo>
                  <a:pt x="45" y="371"/>
                  <a:pt x="45" y="370"/>
                  <a:pt x="45" y="370"/>
                </a:cubicBezTo>
                <a:close/>
                <a:moveTo>
                  <a:pt x="28" y="370"/>
                </a:moveTo>
                <a:cubicBezTo>
                  <a:pt x="28" y="371"/>
                  <a:pt x="28" y="370"/>
                  <a:pt x="29" y="370"/>
                </a:cubicBezTo>
                <a:cubicBezTo>
                  <a:pt x="29" y="372"/>
                  <a:pt x="29" y="372"/>
                  <a:pt x="29" y="372"/>
                </a:cubicBezTo>
                <a:cubicBezTo>
                  <a:pt x="28" y="369"/>
                  <a:pt x="28" y="373"/>
                  <a:pt x="28" y="372"/>
                </a:cubicBezTo>
                <a:cubicBezTo>
                  <a:pt x="28" y="372"/>
                  <a:pt x="28" y="371"/>
                  <a:pt x="28" y="370"/>
                </a:cubicBezTo>
                <a:close/>
                <a:moveTo>
                  <a:pt x="25" y="373"/>
                </a:moveTo>
                <a:cubicBezTo>
                  <a:pt x="25" y="372"/>
                  <a:pt x="24" y="374"/>
                  <a:pt x="24" y="372"/>
                </a:cubicBezTo>
                <a:cubicBezTo>
                  <a:pt x="25" y="371"/>
                  <a:pt x="25" y="372"/>
                  <a:pt x="26" y="372"/>
                </a:cubicBezTo>
                <a:cubicBezTo>
                  <a:pt x="26" y="374"/>
                  <a:pt x="27" y="373"/>
                  <a:pt x="26" y="375"/>
                </a:cubicBezTo>
                <a:cubicBezTo>
                  <a:pt x="26" y="373"/>
                  <a:pt x="25" y="376"/>
                  <a:pt x="25" y="373"/>
                </a:cubicBezTo>
                <a:cubicBezTo>
                  <a:pt x="25" y="373"/>
                  <a:pt x="25" y="373"/>
                  <a:pt x="25" y="373"/>
                </a:cubicBezTo>
                <a:close/>
                <a:moveTo>
                  <a:pt x="41" y="374"/>
                </a:moveTo>
                <a:cubicBezTo>
                  <a:pt x="40" y="375"/>
                  <a:pt x="41" y="375"/>
                  <a:pt x="41" y="376"/>
                </a:cubicBezTo>
                <a:cubicBezTo>
                  <a:pt x="40" y="376"/>
                  <a:pt x="41" y="378"/>
                  <a:pt x="40" y="378"/>
                </a:cubicBezTo>
                <a:cubicBezTo>
                  <a:pt x="41" y="376"/>
                  <a:pt x="40" y="374"/>
                  <a:pt x="40" y="375"/>
                </a:cubicBezTo>
                <a:cubicBezTo>
                  <a:pt x="40" y="374"/>
                  <a:pt x="40" y="373"/>
                  <a:pt x="41" y="372"/>
                </a:cubicBezTo>
                <a:cubicBezTo>
                  <a:pt x="40" y="374"/>
                  <a:pt x="41" y="374"/>
                  <a:pt x="41" y="375"/>
                </a:cubicBezTo>
                <a:cubicBezTo>
                  <a:pt x="41" y="375"/>
                  <a:pt x="41" y="375"/>
                  <a:pt x="41" y="374"/>
                </a:cubicBezTo>
                <a:close/>
                <a:moveTo>
                  <a:pt x="28" y="378"/>
                </a:moveTo>
                <a:cubicBezTo>
                  <a:pt x="28" y="377"/>
                  <a:pt x="28" y="378"/>
                  <a:pt x="27" y="377"/>
                </a:cubicBezTo>
                <a:cubicBezTo>
                  <a:pt x="28" y="376"/>
                  <a:pt x="27" y="375"/>
                  <a:pt x="27" y="374"/>
                </a:cubicBezTo>
                <a:cubicBezTo>
                  <a:pt x="27" y="374"/>
                  <a:pt x="27" y="374"/>
                  <a:pt x="28" y="373"/>
                </a:cubicBezTo>
                <a:cubicBezTo>
                  <a:pt x="28" y="374"/>
                  <a:pt x="28" y="377"/>
                  <a:pt x="29" y="377"/>
                </a:cubicBezTo>
                <a:cubicBezTo>
                  <a:pt x="29" y="379"/>
                  <a:pt x="29" y="380"/>
                  <a:pt x="29" y="381"/>
                </a:cubicBezTo>
                <a:cubicBezTo>
                  <a:pt x="28" y="382"/>
                  <a:pt x="28" y="379"/>
                  <a:pt x="28" y="381"/>
                </a:cubicBezTo>
                <a:cubicBezTo>
                  <a:pt x="27" y="380"/>
                  <a:pt x="27" y="378"/>
                  <a:pt x="28" y="378"/>
                </a:cubicBezTo>
                <a:close/>
                <a:moveTo>
                  <a:pt x="43" y="374"/>
                </a:moveTo>
                <a:cubicBezTo>
                  <a:pt x="44" y="374"/>
                  <a:pt x="44" y="376"/>
                  <a:pt x="43" y="376"/>
                </a:cubicBezTo>
                <a:cubicBezTo>
                  <a:pt x="43" y="376"/>
                  <a:pt x="43" y="375"/>
                  <a:pt x="43" y="374"/>
                </a:cubicBezTo>
                <a:close/>
                <a:moveTo>
                  <a:pt x="22" y="375"/>
                </a:moveTo>
                <a:cubicBezTo>
                  <a:pt x="23" y="376"/>
                  <a:pt x="23" y="377"/>
                  <a:pt x="23" y="378"/>
                </a:cubicBezTo>
                <a:cubicBezTo>
                  <a:pt x="22" y="378"/>
                  <a:pt x="22" y="377"/>
                  <a:pt x="22" y="375"/>
                </a:cubicBezTo>
                <a:close/>
                <a:moveTo>
                  <a:pt x="25" y="375"/>
                </a:moveTo>
                <a:cubicBezTo>
                  <a:pt x="26" y="375"/>
                  <a:pt x="26" y="376"/>
                  <a:pt x="26" y="376"/>
                </a:cubicBezTo>
                <a:cubicBezTo>
                  <a:pt x="26" y="376"/>
                  <a:pt x="26" y="377"/>
                  <a:pt x="26" y="377"/>
                </a:cubicBezTo>
                <a:cubicBezTo>
                  <a:pt x="26" y="377"/>
                  <a:pt x="26" y="376"/>
                  <a:pt x="27" y="377"/>
                </a:cubicBezTo>
                <a:cubicBezTo>
                  <a:pt x="26" y="379"/>
                  <a:pt x="27" y="379"/>
                  <a:pt x="27" y="380"/>
                </a:cubicBezTo>
                <a:cubicBezTo>
                  <a:pt x="26" y="379"/>
                  <a:pt x="26" y="379"/>
                  <a:pt x="26" y="380"/>
                </a:cubicBezTo>
                <a:cubicBezTo>
                  <a:pt x="25" y="378"/>
                  <a:pt x="26" y="377"/>
                  <a:pt x="25" y="375"/>
                </a:cubicBezTo>
                <a:close/>
                <a:moveTo>
                  <a:pt x="32" y="381"/>
                </a:moveTo>
                <a:cubicBezTo>
                  <a:pt x="31" y="383"/>
                  <a:pt x="32" y="382"/>
                  <a:pt x="32" y="383"/>
                </a:cubicBezTo>
                <a:cubicBezTo>
                  <a:pt x="32" y="383"/>
                  <a:pt x="32" y="382"/>
                  <a:pt x="32" y="381"/>
                </a:cubicBezTo>
                <a:cubicBezTo>
                  <a:pt x="33" y="381"/>
                  <a:pt x="33" y="383"/>
                  <a:pt x="32" y="384"/>
                </a:cubicBezTo>
                <a:cubicBezTo>
                  <a:pt x="32" y="383"/>
                  <a:pt x="31" y="384"/>
                  <a:pt x="32" y="385"/>
                </a:cubicBezTo>
                <a:cubicBezTo>
                  <a:pt x="31" y="385"/>
                  <a:pt x="31" y="384"/>
                  <a:pt x="30" y="385"/>
                </a:cubicBezTo>
                <a:cubicBezTo>
                  <a:pt x="31" y="384"/>
                  <a:pt x="31" y="382"/>
                  <a:pt x="30" y="382"/>
                </a:cubicBezTo>
                <a:cubicBezTo>
                  <a:pt x="32" y="380"/>
                  <a:pt x="29" y="381"/>
                  <a:pt x="31" y="379"/>
                </a:cubicBezTo>
                <a:cubicBezTo>
                  <a:pt x="31" y="379"/>
                  <a:pt x="31" y="378"/>
                  <a:pt x="30" y="378"/>
                </a:cubicBezTo>
                <a:cubicBezTo>
                  <a:pt x="30" y="378"/>
                  <a:pt x="31" y="377"/>
                  <a:pt x="31" y="377"/>
                </a:cubicBezTo>
                <a:cubicBezTo>
                  <a:pt x="31" y="378"/>
                  <a:pt x="31" y="380"/>
                  <a:pt x="32" y="378"/>
                </a:cubicBezTo>
                <a:cubicBezTo>
                  <a:pt x="32" y="379"/>
                  <a:pt x="32" y="381"/>
                  <a:pt x="32" y="381"/>
                </a:cubicBezTo>
                <a:close/>
                <a:moveTo>
                  <a:pt x="34" y="378"/>
                </a:moveTo>
                <a:cubicBezTo>
                  <a:pt x="34" y="378"/>
                  <a:pt x="34" y="379"/>
                  <a:pt x="33" y="378"/>
                </a:cubicBezTo>
                <a:cubicBezTo>
                  <a:pt x="33" y="379"/>
                  <a:pt x="34" y="379"/>
                  <a:pt x="34" y="380"/>
                </a:cubicBezTo>
                <a:cubicBezTo>
                  <a:pt x="33" y="380"/>
                  <a:pt x="33" y="380"/>
                  <a:pt x="33" y="380"/>
                </a:cubicBezTo>
                <a:cubicBezTo>
                  <a:pt x="33" y="378"/>
                  <a:pt x="33" y="378"/>
                  <a:pt x="33" y="378"/>
                </a:cubicBezTo>
                <a:cubicBezTo>
                  <a:pt x="33" y="378"/>
                  <a:pt x="34" y="378"/>
                  <a:pt x="34" y="378"/>
                </a:cubicBezTo>
                <a:close/>
                <a:moveTo>
                  <a:pt x="43" y="379"/>
                </a:moveTo>
                <a:cubicBezTo>
                  <a:pt x="43" y="380"/>
                  <a:pt x="43" y="380"/>
                  <a:pt x="44" y="380"/>
                </a:cubicBezTo>
                <a:cubicBezTo>
                  <a:pt x="44" y="381"/>
                  <a:pt x="44" y="381"/>
                  <a:pt x="44" y="381"/>
                </a:cubicBezTo>
                <a:cubicBezTo>
                  <a:pt x="43" y="381"/>
                  <a:pt x="43" y="380"/>
                  <a:pt x="43" y="381"/>
                </a:cubicBezTo>
                <a:cubicBezTo>
                  <a:pt x="43" y="380"/>
                  <a:pt x="43" y="380"/>
                  <a:pt x="43" y="379"/>
                </a:cubicBezTo>
                <a:close/>
                <a:moveTo>
                  <a:pt x="27" y="380"/>
                </a:moveTo>
                <a:cubicBezTo>
                  <a:pt x="27" y="380"/>
                  <a:pt x="27" y="381"/>
                  <a:pt x="27" y="381"/>
                </a:cubicBezTo>
                <a:cubicBezTo>
                  <a:pt x="27" y="381"/>
                  <a:pt x="27" y="382"/>
                  <a:pt x="26" y="382"/>
                </a:cubicBezTo>
                <a:cubicBezTo>
                  <a:pt x="26" y="381"/>
                  <a:pt x="27" y="381"/>
                  <a:pt x="27" y="380"/>
                </a:cubicBezTo>
                <a:close/>
                <a:moveTo>
                  <a:pt x="42" y="380"/>
                </a:moveTo>
                <a:cubicBezTo>
                  <a:pt x="43" y="381"/>
                  <a:pt x="42" y="385"/>
                  <a:pt x="41" y="385"/>
                </a:cubicBezTo>
                <a:cubicBezTo>
                  <a:pt x="41" y="383"/>
                  <a:pt x="42" y="382"/>
                  <a:pt x="42" y="381"/>
                </a:cubicBezTo>
                <a:cubicBezTo>
                  <a:pt x="42" y="381"/>
                  <a:pt x="42" y="381"/>
                  <a:pt x="42" y="380"/>
                </a:cubicBezTo>
                <a:close/>
                <a:moveTo>
                  <a:pt x="25" y="381"/>
                </a:moveTo>
                <a:cubicBezTo>
                  <a:pt x="26" y="380"/>
                  <a:pt x="26" y="381"/>
                  <a:pt x="26" y="381"/>
                </a:cubicBezTo>
                <a:cubicBezTo>
                  <a:pt x="26" y="382"/>
                  <a:pt x="26" y="383"/>
                  <a:pt x="26" y="383"/>
                </a:cubicBezTo>
                <a:cubicBezTo>
                  <a:pt x="26" y="383"/>
                  <a:pt x="26" y="382"/>
                  <a:pt x="26" y="382"/>
                </a:cubicBezTo>
                <a:cubicBezTo>
                  <a:pt x="26" y="382"/>
                  <a:pt x="26" y="381"/>
                  <a:pt x="25" y="381"/>
                </a:cubicBezTo>
                <a:close/>
                <a:moveTo>
                  <a:pt x="34" y="381"/>
                </a:moveTo>
                <a:cubicBezTo>
                  <a:pt x="34" y="382"/>
                  <a:pt x="33" y="382"/>
                  <a:pt x="33" y="381"/>
                </a:cubicBezTo>
                <a:cubicBezTo>
                  <a:pt x="33" y="380"/>
                  <a:pt x="34" y="380"/>
                  <a:pt x="34" y="381"/>
                </a:cubicBezTo>
                <a:close/>
                <a:moveTo>
                  <a:pt x="46" y="381"/>
                </a:moveTo>
                <a:cubicBezTo>
                  <a:pt x="46" y="384"/>
                  <a:pt x="47" y="381"/>
                  <a:pt x="48" y="381"/>
                </a:cubicBezTo>
                <a:cubicBezTo>
                  <a:pt x="48" y="383"/>
                  <a:pt x="48" y="384"/>
                  <a:pt x="47" y="386"/>
                </a:cubicBezTo>
                <a:cubicBezTo>
                  <a:pt x="48" y="386"/>
                  <a:pt x="48" y="386"/>
                  <a:pt x="48" y="386"/>
                </a:cubicBezTo>
                <a:cubicBezTo>
                  <a:pt x="48" y="386"/>
                  <a:pt x="48" y="387"/>
                  <a:pt x="49" y="387"/>
                </a:cubicBezTo>
                <a:cubicBezTo>
                  <a:pt x="48" y="387"/>
                  <a:pt x="47" y="389"/>
                  <a:pt x="48" y="389"/>
                </a:cubicBezTo>
                <a:cubicBezTo>
                  <a:pt x="48" y="391"/>
                  <a:pt x="48" y="389"/>
                  <a:pt x="47" y="389"/>
                </a:cubicBezTo>
                <a:cubicBezTo>
                  <a:pt x="47" y="389"/>
                  <a:pt x="48" y="390"/>
                  <a:pt x="47" y="391"/>
                </a:cubicBezTo>
                <a:cubicBezTo>
                  <a:pt x="47" y="391"/>
                  <a:pt x="47" y="390"/>
                  <a:pt x="47" y="390"/>
                </a:cubicBezTo>
                <a:cubicBezTo>
                  <a:pt x="48" y="390"/>
                  <a:pt x="48" y="391"/>
                  <a:pt x="48" y="392"/>
                </a:cubicBezTo>
                <a:cubicBezTo>
                  <a:pt x="47" y="392"/>
                  <a:pt x="47" y="389"/>
                  <a:pt x="46" y="387"/>
                </a:cubicBezTo>
                <a:cubicBezTo>
                  <a:pt x="46" y="387"/>
                  <a:pt x="46" y="388"/>
                  <a:pt x="46" y="388"/>
                </a:cubicBezTo>
                <a:cubicBezTo>
                  <a:pt x="45" y="388"/>
                  <a:pt x="45" y="389"/>
                  <a:pt x="45" y="390"/>
                </a:cubicBezTo>
                <a:cubicBezTo>
                  <a:pt x="44" y="388"/>
                  <a:pt x="45" y="386"/>
                  <a:pt x="46" y="387"/>
                </a:cubicBezTo>
                <a:cubicBezTo>
                  <a:pt x="47" y="387"/>
                  <a:pt x="47" y="388"/>
                  <a:pt x="47" y="388"/>
                </a:cubicBezTo>
                <a:cubicBezTo>
                  <a:pt x="47" y="388"/>
                  <a:pt x="47" y="388"/>
                  <a:pt x="47" y="388"/>
                </a:cubicBezTo>
                <a:cubicBezTo>
                  <a:pt x="46" y="387"/>
                  <a:pt x="47" y="385"/>
                  <a:pt x="46" y="383"/>
                </a:cubicBezTo>
                <a:cubicBezTo>
                  <a:pt x="46" y="384"/>
                  <a:pt x="46" y="384"/>
                  <a:pt x="46" y="384"/>
                </a:cubicBezTo>
                <a:cubicBezTo>
                  <a:pt x="46" y="385"/>
                  <a:pt x="46" y="384"/>
                  <a:pt x="46" y="385"/>
                </a:cubicBezTo>
                <a:cubicBezTo>
                  <a:pt x="47" y="385"/>
                  <a:pt x="46" y="386"/>
                  <a:pt x="46" y="386"/>
                </a:cubicBezTo>
                <a:cubicBezTo>
                  <a:pt x="47" y="385"/>
                  <a:pt x="45" y="385"/>
                  <a:pt x="46" y="386"/>
                </a:cubicBezTo>
                <a:cubicBezTo>
                  <a:pt x="45" y="384"/>
                  <a:pt x="45" y="383"/>
                  <a:pt x="46" y="381"/>
                </a:cubicBezTo>
                <a:close/>
                <a:moveTo>
                  <a:pt x="43" y="381"/>
                </a:moveTo>
                <a:cubicBezTo>
                  <a:pt x="43" y="382"/>
                  <a:pt x="43" y="382"/>
                  <a:pt x="44" y="382"/>
                </a:cubicBezTo>
                <a:cubicBezTo>
                  <a:pt x="44" y="383"/>
                  <a:pt x="43" y="383"/>
                  <a:pt x="43" y="383"/>
                </a:cubicBezTo>
                <a:cubicBezTo>
                  <a:pt x="43" y="382"/>
                  <a:pt x="43" y="382"/>
                  <a:pt x="43" y="381"/>
                </a:cubicBezTo>
                <a:close/>
                <a:moveTo>
                  <a:pt x="52" y="382"/>
                </a:moveTo>
                <a:cubicBezTo>
                  <a:pt x="52" y="382"/>
                  <a:pt x="53" y="384"/>
                  <a:pt x="52" y="383"/>
                </a:cubicBezTo>
                <a:cubicBezTo>
                  <a:pt x="52" y="384"/>
                  <a:pt x="52" y="384"/>
                  <a:pt x="52" y="384"/>
                </a:cubicBezTo>
                <a:cubicBezTo>
                  <a:pt x="53" y="384"/>
                  <a:pt x="53" y="383"/>
                  <a:pt x="53" y="382"/>
                </a:cubicBezTo>
                <a:cubicBezTo>
                  <a:pt x="54" y="383"/>
                  <a:pt x="53" y="384"/>
                  <a:pt x="53" y="385"/>
                </a:cubicBezTo>
                <a:cubicBezTo>
                  <a:pt x="52" y="385"/>
                  <a:pt x="53" y="387"/>
                  <a:pt x="52" y="387"/>
                </a:cubicBezTo>
                <a:cubicBezTo>
                  <a:pt x="51" y="387"/>
                  <a:pt x="52" y="383"/>
                  <a:pt x="52" y="382"/>
                </a:cubicBezTo>
                <a:close/>
                <a:moveTo>
                  <a:pt x="27" y="384"/>
                </a:moveTo>
                <a:cubicBezTo>
                  <a:pt x="28" y="384"/>
                  <a:pt x="28" y="386"/>
                  <a:pt x="29" y="386"/>
                </a:cubicBezTo>
                <a:cubicBezTo>
                  <a:pt x="28" y="388"/>
                  <a:pt x="28" y="387"/>
                  <a:pt x="28" y="389"/>
                </a:cubicBezTo>
                <a:cubicBezTo>
                  <a:pt x="28" y="388"/>
                  <a:pt x="28" y="388"/>
                  <a:pt x="28" y="386"/>
                </a:cubicBezTo>
                <a:cubicBezTo>
                  <a:pt x="28" y="386"/>
                  <a:pt x="28" y="387"/>
                  <a:pt x="28" y="388"/>
                </a:cubicBezTo>
                <a:cubicBezTo>
                  <a:pt x="27" y="386"/>
                  <a:pt x="28" y="385"/>
                  <a:pt x="27" y="384"/>
                </a:cubicBezTo>
                <a:close/>
                <a:moveTo>
                  <a:pt x="26" y="383"/>
                </a:moveTo>
                <a:cubicBezTo>
                  <a:pt x="27" y="381"/>
                  <a:pt x="28" y="383"/>
                  <a:pt x="29" y="382"/>
                </a:cubicBezTo>
                <a:cubicBezTo>
                  <a:pt x="29" y="383"/>
                  <a:pt x="29" y="383"/>
                  <a:pt x="29" y="383"/>
                </a:cubicBezTo>
                <a:cubicBezTo>
                  <a:pt x="29" y="384"/>
                  <a:pt x="29" y="384"/>
                  <a:pt x="29" y="385"/>
                </a:cubicBezTo>
                <a:cubicBezTo>
                  <a:pt x="29" y="384"/>
                  <a:pt x="29" y="384"/>
                  <a:pt x="29" y="385"/>
                </a:cubicBezTo>
                <a:cubicBezTo>
                  <a:pt x="28" y="382"/>
                  <a:pt x="27" y="384"/>
                  <a:pt x="26" y="383"/>
                </a:cubicBezTo>
                <a:close/>
                <a:moveTo>
                  <a:pt x="41" y="382"/>
                </a:moveTo>
                <a:cubicBezTo>
                  <a:pt x="41" y="383"/>
                  <a:pt x="41" y="385"/>
                  <a:pt x="40" y="384"/>
                </a:cubicBezTo>
                <a:cubicBezTo>
                  <a:pt x="40" y="383"/>
                  <a:pt x="40" y="383"/>
                  <a:pt x="41" y="382"/>
                </a:cubicBezTo>
                <a:close/>
                <a:moveTo>
                  <a:pt x="34" y="384"/>
                </a:moveTo>
                <a:cubicBezTo>
                  <a:pt x="35" y="384"/>
                  <a:pt x="35" y="385"/>
                  <a:pt x="35" y="386"/>
                </a:cubicBezTo>
                <a:cubicBezTo>
                  <a:pt x="35" y="386"/>
                  <a:pt x="34" y="385"/>
                  <a:pt x="34" y="384"/>
                </a:cubicBezTo>
                <a:close/>
                <a:moveTo>
                  <a:pt x="27" y="386"/>
                </a:moveTo>
                <a:cubicBezTo>
                  <a:pt x="26" y="388"/>
                  <a:pt x="28" y="388"/>
                  <a:pt x="28" y="390"/>
                </a:cubicBezTo>
                <a:cubicBezTo>
                  <a:pt x="27" y="390"/>
                  <a:pt x="27" y="390"/>
                  <a:pt x="27" y="391"/>
                </a:cubicBezTo>
                <a:cubicBezTo>
                  <a:pt x="27" y="390"/>
                  <a:pt x="26" y="390"/>
                  <a:pt x="26" y="391"/>
                </a:cubicBezTo>
                <a:cubicBezTo>
                  <a:pt x="26" y="389"/>
                  <a:pt x="25" y="388"/>
                  <a:pt x="26" y="388"/>
                </a:cubicBezTo>
                <a:cubicBezTo>
                  <a:pt x="26" y="387"/>
                  <a:pt x="25" y="387"/>
                  <a:pt x="25" y="388"/>
                </a:cubicBezTo>
                <a:cubicBezTo>
                  <a:pt x="24" y="386"/>
                  <a:pt x="26" y="385"/>
                  <a:pt x="26" y="385"/>
                </a:cubicBezTo>
                <a:cubicBezTo>
                  <a:pt x="26" y="387"/>
                  <a:pt x="26" y="386"/>
                  <a:pt x="27" y="386"/>
                </a:cubicBezTo>
                <a:close/>
                <a:moveTo>
                  <a:pt x="33" y="385"/>
                </a:moveTo>
                <a:cubicBezTo>
                  <a:pt x="34" y="385"/>
                  <a:pt x="34" y="387"/>
                  <a:pt x="34" y="388"/>
                </a:cubicBezTo>
                <a:cubicBezTo>
                  <a:pt x="34" y="387"/>
                  <a:pt x="33" y="386"/>
                  <a:pt x="33" y="385"/>
                </a:cubicBezTo>
                <a:close/>
                <a:moveTo>
                  <a:pt x="42" y="385"/>
                </a:moveTo>
                <a:cubicBezTo>
                  <a:pt x="43" y="387"/>
                  <a:pt x="42" y="387"/>
                  <a:pt x="41" y="388"/>
                </a:cubicBezTo>
                <a:cubicBezTo>
                  <a:pt x="41" y="387"/>
                  <a:pt x="42" y="387"/>
                  <a:pt x="42" y="385"/>
                </a:cubicBezTo>
                <a:close/>
                <a:moveTo>
                  <a:pt x="31" y="387"/>
                </a:moveTo>
                <a:cubicBezTo>
                  <a:pt x="32" y="386"/>
                  <a:pt x="32" y="389"/>
                  <a:pt x="32" y="390"/>
                </a:cubicBezTo>
                <a:cubicBezTo>
                  <a:pt x="31" y="389"/>
                  <a:pt x="32" y="389"/>
                  <a:pt x="31" y="390"/>
                </a:cubicBezTo>
                <a:cubicBezTo>
                  <a:pt x="31" y="389"/>
                  <a:pt x="32" y="388"/>
                  <a:pt x="31" y="387"/>
                </a:cubicBezTo>
                <a:close/>
                <a:moveTo>
                  <a:pt x="25" y="389"/>
                </a:moveTo>
                <a:cubicBezTo>
                  <a:pt x="24" y="389"/>
                  <a:pt x="25" y="391"/>
                  <a:pt x="24" y="391"/>
                </a:cubicBezTo>
                <a:cubicBezTo>
                  <a:pt x="24" y="391"/>
                  <a:pt x="24" y="390"/>
                  <a:pt x="24" y="388"/>
                </a:cubicBezTo>
                <a:cubicBezTo>
                  <a:pt x="24" y="389"/>
                  <a:pt x="25" y="389"/>
                  <a:pt x="25" y="390"/>
                </a:cubicBezTo>
                <a:cubicBezTo>
                  <a:pt x="25" y="391"/>
                  <a:pt x="25" y="390"/>
                  <a:pt x="25" y="389"/>
                </a:cubicBezTo>
                <a:close/>
                <a:moveTo>
                  <a:pt x="30" y="389"/>
                </a:moveTo>
                <a:cubicBezTo>
                  <a:pt x="29" y="390"/>
                  <a:pt x="29" y="391"/>
                  <a:pt x="29" y="391"/>
                </a:cubicBezTo>
                <a:cubicBezTo>
                  <a:pt x="28" y="390"/>
                  <a:pt x="29" y="389"/>
                  <a:pt x="30" y="389"/>
                </a:cubicBezTo>
                <a:close/>
                <a:moveTo>
                  <a:pt x="33" y="391"/>
                </a:moveTo>
                <a:cubicBezTo>
                  <a:pt x="34" y="391"/>
                  <a:pt x="34" y="391"/>
                  <a:pt x="34" y="391"/>
                </a:cubicBezTo>
                <a:cubicBezTo>
                  <a:pt x="34" y="392"/>
                  <a:pt x="35" y="394"/>
                  <a:pt x="34" y="394"/>
                </a:cubicBezTo>
                <a:cubicBezTo>
                  <a:pt x="34" y="394"/>
                  <a:pt x="33" y="393"/>
                  <a:pt x="33" y="391"/>
                </a:cubicBezTo>
                <a:close/>
                <a:moveTo>
                  <a:pt x="25" y="391"/>
                </a:moveTo>
                <a:cubicBezTo>
                  <a:pt x="25" y="392"/>
                  <a:pt x="26" y="391"/>
                  <a:pt x="26" y="393"/>
                </a:cubicBezTo>
                <a:cubicBezTo>
                  <a:pt x="26" y="393"/>
                  <a:pt x="25" y="393"/>
                  <a:pt x="25" y="391"/>
                </a:cubicBezTo>
                <a:close/>
                <a:moveTo>
                  <a:pt x="25" y="394"/>
                </a:moveTo>
                <a:cubicBezTo>
                  <a:pt x="25" y="394"/>
                  <a:pt x="25" y="395"/>
                  <a:pt x="24" y="395"/>
                </a:cubicBezTo>
                <a:cubicBezTo>
                  <a:pt x="24" y="393"/>
                  <a:pt x="25" y="392"/>
                  <a:pt x="25" y="394"/>
                </a:cubicBezTo>
                <a:close/>
                <a:moveTo>
                  <a:pt x="32" y="394"/>
                </a:moveTo>
                <a:cubicBezTo>
                  <a:pt x="32" y="396"/>
                  <a:pt x="33" y="395"/>
                  <a:pt x="33" y="397"/>
                </a:cubicBezTo>
                <a:cubicBezTo>
                  <a:pt x="33" y="398"/>
                  <a:pt x="32" y="396"/>
                  <a:pt x="31" y="395"/>
                </a:cubicBezTo>
                <a:cubicBezTo>
                  <a:pt x="31" y="394"/>
                  <a:pt x="32" y="394"/>
                  <a:pt x="32" y="394"/>
                </a:cubicBezTo>
                <a:close/>
                <a:moveTo>
                  <a:pt x="42" y="400"/>
                </a:moveTo>
                <a:cubicBezTo>
                  <a:pt x="43" y="400"/>
                  <a:pt x="43" y="401"/>
                  <a:pt x="43" y="401"/>
                </a:cubicBezTo>
                <a:cubicBezTo>
                  <a:pt x="43" y="401"/>
                  <a:pt x="43" y="400"/>
                  <a:pt x="43" y="399"/>
                </a:cubicBezTo>
                <a:cubicBezTo>
                  <a:pt x="43" y="399"/>
                  <a:pt x="43" y="400"/>
                  <a:pt x="43" y="401"/>
                </a:cubicBezTo>
                <a:cubicBezTo>
                  <a:pt x="44" y="401"/>
                  <a:pt x="44" y="399"/>
                  <a:pt x="44" y="399"/>
                </a:cubicBezTo>
                <a:cubicBezTo>
                  <a:pt x="44" y="399"/>
                  <a:pt x="43" y="397"/>
                  <a:pt x="43" y="398"/>
                </a:cubicBezTo>
                <a:cubicBezTo>
                  <a:pt x="42" y="396"/>
                  <a:pt x="45" y="397"/>
                  <a:pt x="44" y="394"/>
                </a:cubicBezTo>
                <a:cubicBezTo>
                  <a:pt x="45" y="394"/>
                  <a:pt x="45" y="395"/>
                  <a:pt x="45" y="395"/>
                </a:cubicBezTo>
                <a:cubicBezTo>
                  <a:pt x="45" y="396"/>
                  <a:pt x="44" y="397"/>
                  <a:pt x="45" y="397"/>
                </a:cubicBezTo>
                <a:cubicBezTo>
                  <a:pt x="45" y="399"/>
                  <a:pt x="45" y="400"/>
                  <a:pt x="45" y="401"/>
                </a:cubicBezTo>
                <a:cubicBezTo>
                  <a:pt x="45" y="401"/>
                  <a:pt x="45" y="401"/>
                  <a:pt x="45" y="401"/>
                </a:cubicBezTo>
                <a:cubicBezTo>
                  <a:pt x="44" y="403"/>
                  <a:pt x="46" y="408"/>
                  <a:pt x="45" y="409"/>
                </a:cubicBezTo>
                <a:cubicBezTo>
                  <a:pt x="45" y="409"/>
                  <a:pt x="45" y="411"/>
                  <a:pt x="45" y="411"/>
                </a:cubicBezTo>
                <a:cubicBezTo>
                  <a:pt x="45" y="413"/>
                  <a:pt x="46" y="415"/>
                  <a:pt x="45" y="418"/>
                </a:cubicBezTo>
                <a:cubicBezTo>
                  <a:pt x="45" y="418"/>
                  <a:pt x="45" y="418"/>
                  <a:pt x="45" y="418"/>
                </a:cubicBezTo>
                <a:cubicBezTo>
                  <a:pt x="45" y="417"/>
                  <a:pt x="45" y="417"/>
                  <a:pt x="45" y="417"/>
                </a:cubicBezTo>
                <a:cubicBezTo>
                  <a:pt x="46" y="416"/>
                  <a:pt x="44" y="415"/>
                  <a:pt x="44" y="413"/>
                </a:cubicBezTo>
                <a:cubicBezTo>
                  <a:pt x="45" y="413"/>
                  <a:pt x="45" y="409"/>
                  <a:pt x="44" y="407"/>
                </a:cubicBezTo>
                <a:cubicBezTo>
                  <a:pt x="44" y="408"/>
                  <a:pt x="44" y="411"/>
                  <a:pt x="43" y="411"/>
                </a:cubicBezTo>
                <a:cubicBezTo>
                  <a:pt x="43" y="410"/>
                  <a:pt x="43" y="410"/>
                  <a:pt x="43" y="409"/>
                </a:cubicBezTo>
                <a:cubicBezTo>
                  <a:pt x="43" y="410"/>
                  <a:pt x="43" y="411"/>
                  <a:pt x="42" y="410"/>
                </a:cubicBezTo>
                <a:cubicBezTo>
                  <a:pt x="42" y="408"/>
                  <a:pt x="43" y="409"/>
                  <a:pt x="43" y="407"/>
                </a:cubicBezTo>
                <a:cubicBezTo>
                  <a:pt x="43" y="407"/>
                  <a:pt x="43" y="406"/>
                  <a:pt x="42" y="406"/>
                </a:cubicBezTo>
                <a:cubicBezTo>
                  <a:pt x="42" y="405"/>
                  <a:pt x="43" y="404"/>
                  <a:pt x="43" y="406"/>
                </a:cubicBezTo>
                <a:cubicBezTo>
                  <a:pt x="43" y="406"/>
                  <a:pt x="43" y="403"/>
                  <a:pt x="42" y="404"/>
                </a:cubicBezTo>
                <a:cubicBezTo>
                  <a:pt x="43" y="403"/>
                  <a:pt x="43" y="403"/>
                  <a:pt x="43" y="402"/>
                </a:cubicBezTo>
                <a:cubicBezTo>
                  <a:pt x="43" y="402"/>
                  <a:pt x="42" y="401"/>
                  <a:pt x="42" y="400"/>
                </a:cubicBezTo>
                <a:close/>
                <a:moveTo>
                  <a:pt x="42" y="398"/>
                </a:moveTo>
                <a:cubicBezTo>
                  <a:pt x="42" y="398"/>
                  <a:pt x="42" y="399"/>
                  <a:pt x="41" y="399"/>
                </a:cubicBezTo>
                <a:cubicBezTo>
                  <a:pt x="41" y="398"/>
                  <a:pt x="42" y="398"/>
                  <a:pt x="42" y="397"/>
                </a:cubicBezTo>
                <a:cubicBezTo>
                  <a:pt x="42" y="397"/>
                  <a:pt x="42" y="398"/>
                  <a:pt x="42" y="398"/>
                </a:cubicBezTo>
                <a:cubicBezTo>
                  <a:pt x="42" y="399"/>
                  <a:pt x="42" y="398"/>
                  <a:pt x="42" y="398"/>
                </a:cubicBezTo>
                <a:close/>
                <a:moveTo>
                  <a:pt x="53" y="397"/>
                </a:moveTo>
                <a:cubicBezTo>
                  <a:pt x="54" y="398"/>
                  <a:pt x="52" y="399"/>
                  <a:pt x="52" y="400"/>
                </a:cubicBezTo>
                <a:cubicBezTo>
                  <a:pt x="52" y="397"/>
                  <a:pt x="53" y="399"/>
                  <a:pt x="53" y="397"/>
                </a:cubicBezTo>
                <a:close/>
                <a:moveTo>
                  <a:pt x="32" y="397"/>
                </a:moveTo>
                <a:cubicBezTo>
                  <a:pt x="32" y="398"/>
                  <a:pt x="32" y="398"/>
                  <a:pt x="32" y="398"/>
                </a:cubicBezTo>
                <a:cubicBezTo>
                  <a:pt x="31" y="398"/>
                  <a:pt x="32" y="400"/>
                  <a:pt x="31" y="400"/>
                </a:cubicBezTo>
                <a:cubicBezTo>
                  <a:pt x="31" y="400"/>
                  <a:pt x="31" y="399"/>
                  <a:pt x="31" y="398"/>
                </a:cubicBezTo>
                <a:cubicBezTo>
                  <a:pt x="31" y="398"/>
                  <a:pt x="31" y="397"/>
                  <a:pt x="32" y="397"/>
                </a:cubicBezTo>
                <a:close/>
                <a:moveTo>
                  <a:pt x="52" y="404"/>
                </a:moveTo>
                <a:cubicBezTo>
                  <a:pt x="53" y="404"/>
                  <a:pt x="54" y="407"/>
                  <a:pt x="52" y="407"/>
                </a:cubicBezTo>
                <a:cubicBezTo>
                  <a:pt x="53" y="405"/>
                  <a:pt x="52" y="406"/>
                  <a:pt x="52" y="404"/>
                </a:cubicBezTo>
                <a:close/>
                <a:moveTo>
                  <a:pt x="42" y="441"/>
                </a:moveTo>
                <a:cubicBezTo>
                  <a:pt x="43" y="442"/>
                  <a:pt x="42" y="443"/>
                  <a:pt x="42" y="444"/>
                </a:cubicBezTo>
                <a:cubicBezTo>
                  <a:pt x="42" y="444"/>
                  <a:pt x="42" y="442"/>
                  <a:pt x="42" y="441"/>
                </a:cubicBezTo>
                <a:close/>
              </a:path>
            </a:pathLst>
          </a:custGeom>
          <a:solidFill>
            <a:schemeClr val="accent3">
              <a:alpha val="70000"/>
            </a:schemeClr>
          </a:solidFill>
          <a:ln w="14288" cap="flat">
            <a:noFill/>
            <a:prstDash val="solid"/>
            <a:miter lim="800000"/>
          </a:ln>
        </p:spPr>
        <p:txBody>
          <a:bodyPr vert="horz" wrap="square" lIns="91440" tIns="45720" rIns="91440" bIns="45720" numCol="1" anchor="ctr"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rgbClr val="FFFFFF"/>
              </a:solidFill>
              <a:sym typeface="+mn-ea"/>
            </a:endParaRPr>
          </a:p>
        </p:txBody>
      </p:sp>
      <p:sp>
        <p:nvSpPr>
          <p:cNvPr id="211" name="文本框 210"/>
          <p:cNvSpPr txBox="1"/>
          <p:nvPr/>
        </p:nvSpPr>
        <p:spPr>
          <a:xfrm>
            <a:off x="838200" y="5867400"/>
            <a:ext cx="12283440" cy="2245360"/>
          </a:xfrm>
          <a:prstGeom prst="rect">
            <a:avLst/>
          </a:prstGeom>
          <a:noFill/>
        </p:spPr>
        <p:txBody>
          <a:bodyPr wrap="square" rtlCol="0">
            <a:spAutoFit/>
          </a:bodyPr>
          <a:p>
            <a:r>
              <a:rPr lang="en-US" altLang="zh-CN" sz="2000" dirty="0">
                <a:sym typeface="+mn-ea"/>
              </a:rPr>
              <a:t>[1] Hadley Wickham. ggplot2: Elegant Graphics for Data Analysis (3rd Edition). Springer, 2016.</a:t>
            </a:r>
            <a:endParaRPr lang="en-US" altLang="zh-CN" sz="2000" dirty="0">
              <a:sym typeface="+mn-ea"/>
            </a:endParaRPr>
          </a:p>
          <a:p>
            <a:r>
              <a:rPr lang="en-US" altLang="zh-CN" sz="2000" dirty="0">
                <a:sym typeface="+mn-ea"/>
              </a:rPr>
              <a:t>[2] </a:t>
            </a:r>
            <a:r>
              <a:rPr lang="zh-CN" altLang="en-US" sz="2000" dirty="0">
                <a:sym typeface="+mn-ea"/>
              </a:rPr>
              <a:t>贾俊平</a:t>
            </a:r>
            <a:r>
              <a:rPr lang="en-US" altLang="zh-CN" sz="2000" dirty="0">
                <a:sym typeface="+mn-ea"/>
              </a:rPr>
              <a:t>. </a:t>
            </a:r>
            <a:r>
              <a:rPr lang="zh-CN" altLang="en-US" sz="2000" dirty="0">
                <a:sym typeface="+mn-ea"/>
              </a:rPr>
              <a:t>数据可视化</a:t>
            </a:r>
            <a:r>
              <a:rPr lang="en-US" altLang="zh-CN" sz="2000" dirty="0">
                <a:sym typeface="+mn-ea"/>
              </a:rPr>
              <a:t>-</a:t>
            </a:r>
            <a:r>
              <a:rPr lang="zh-CN" altLang="en-US" sz="2000" dirty="0">
                <a:sym typeface="+mn-ea"/>
              </a:rPr>
              <a:t>基于</a:t>
            </a:r>
            <a:r>
              <a:rPr lang="en-US" altLang="zh-CN" sz="2000" dirty="0">
                <a:sym typeface="+mn-ea"/>
              </a:rPr>
              <a:t>R</a:t>
            </a:r>
            <a:r>
              <a:rPr lang="zh-CN" altLang="en-US" sz="2000" dirty="0">
                <a:sym typeface="+mn-ea"/>
              </a:rPr>
              <a:t>语言</a:t>
            </a:r>
            <a:r>
              <a:rPr lang="en-US" altLang="zh-CN" sz="2000" dirty="0">
                <a:sym typeface="+mn-ea"/>
              </a:rPr>
              <a:t>(</a:t>
            </a:r>
            <a:r>
              <a:rPr lang="zh-CN" altLang="en-US" sz="2000" dirty="0">
                <a:sym typeface="+mn-ea"/>
              </a:rPr>
              <a:t>第三版</a:t>
            </a:r>
            <a:r>
              <a:rPr lang="en-US" altLang="zh-CN" sz="2000" dirty="0">
                <a:sym typeface="+mn-ea"/>
              </a:rPr>
              <a:t>). </a:t>
            </a:r>
            <a:r>
              <a:rPr lang="zh-CN" altLang="en-US" sz="2000" dirty="0">
                <a:sym typeface="+mn-ea"/>
              </a:rPr>
              <a:t>中国人民大</a:t>
            </a:r>
            <a:r>
              <a:rPr lang="zh-CN" altLang="en-US" sz="2000" dirty="0">
                <a:sym typeface="+mn-ea"/>
              </a:rPr>
              <a:t>学出版社</a:t>
            </a:r>
            <a:r>
              <a:rPr lang="en-US" altLang="zh-CN" sz="2000" dirty="0">
                <a:sym typeface="+mn-ea"/>
              </a:rPr>
              <a:t>, 2023.</a:t>
            </a:r>
            <a:endParaRPr lang="en-US" altLang="zh-CN" sz="2000" dirty="0">
              <a:sym typeface="+mn-ea"/>
            </a:endParaRPr>
          </a:p>
          <a:p>
            <a:r>
              <a:rPr lang="en-US" altLang="zh-CN" sz="2000" dirty="0">
                <a:sym typeface="+mn-ea"/>
              </a:rPr>
              <a:t>[3]</a:t>
            </a:r>
            <a:r>
              <a:rPr lang="zh-CN" altLang="en-US" sz="2000" dirty="0">
                <a:sym typeface="+mn-ea"/>
              </a:rPr>
              <a:t>张杰</a:t>
            </a:r>
            <a:r>
              <a:rPr lang="en-US" altLang="zh-CN" sz="2000" dirty="0">
                <a:sym typeface="+mn-ea"/>
              </a:rPr>
              <a:t>.R</a:t>
            </a:r>
            <a:r>
              <a:rPr lang="zh-CN" altLang="en-US" sz="2000" dirty="0">
                <a:sym typeface="+mn-ea"/>
              </a:rPr>
              <a:t>语言数据可视化之美</a:t>
            </a:r>
            <a:r>
              <a:rPr lang="en-US" altLang="zh-CN" sz="2000" dirty="0">
                <a:sym typeface="+mn-ea"/>
              </a:rPr>
              <a:t>:</a:t>
            </a:r>
            <a:r>
              <a:rPr lang="zh-CN" altLang="en-US" sz="2000" dirty="0">
                <a:sym typeface="+mn-ea"/>
              </a:rPr>
              <a:t>专业图表绘图指南</a:t>
            </a:r>
            <a:r>
              <a:rPr lang="en-US" altLang="zh-CN" sz="2000" dirty="0">
                <a:sym typeface="+mn-ea"/>
              </a:rPr>
              <a:t>[M].</a:t>
            </a:r>
            <a:r>
              <a:rPr lang="zh-CN" altLang="en-US" sz="2000" dirty="0">
                <a:sym typeface="+mn-ea"/>
              </a:rPr>
              <a:t>电子工业出版社</a:t>
            </a:r>
            <a:r>
              <a:rPr lang="en-US" altLang="zh-CN" sz="2000" dirty="0">
                <a:sym typeface="+mn-ea"/>
              </a:rPr>
              <a:t>,2019</a:t>
            </a:r>
            <a:endParaRPr lang="en-US" altLang="zh-CN" sz="2000" dirty="0">
              <a:sym typeface="+mn-ea"/>
            </a:endParaRPr>
          </a:p>
          <a:p>
            <a:r>
              <a:rPr lang="en-US" altLang="zh-CN" sz="2000" dirty="0"/>
              <a:t>[4]Cleveland, W. S., &amp; McGill, R. (1984). Graphical perception: Theory, experimentation, and application to the development of graphical methods. Journal of the American Statistical Association, 79(387), 531-554.</a:t>
            </a:r>
            <a:endParaRPr lang="en-US" altLang="zh-CN" sz="2000" dirty="0"/>
          </a:p>
          <a:p>
            <a:r>
              <a:rPr lang="en-US" altLang="zh-CN" sz="2000" dirty="0"/>
              <a:t>[5]</a:t>
            </a:r>
            <a:r>
              <a:rPr lang="zh-CN" altLang="en-US" sz="2000" dirty="0"/>
              <a:t>丁家友</a:t>
            </a:r>
            <a:r>
              <a:rPr lang="en-US" altLang="zh-CN" sz="2000" dirty="0"/>
              <a:t>,</a:t>
            </a:r>
            <a:r>
              <a:rPr lang="zh-CN" altLang="en-US" sz="2000" dirty="0"/>
              <a:t>唐馨雨</a:t>
            </a:r>
            <a:r>
              <a:rPr lang="en-US" altLang="zh-CN" sz="2000" dirty="0"/>
              <a:t>. </a:t>
            </a:r>
            <a:r>
              <a:rPr lang="zh-CN" altLang="en-US" sz="2000" dirty="0"/>
              <a:t>数字人文视角下的数据叙事及其应用研究</a:t>
            </a:r>
            <a:r>
              <a:rPr lang="en-US" altLang="zh-CN" sz="2000" dirty="0"/>
              <a:t> [J]. </a:t>
            </a:r>
            <a:r>
              <a:rPr lang="zh-CN" altLang="en-US" sz="2000" dirty="0"/>
              <a:t>情报理论与实践</a:t>
            </a:r>
            <a:r>
              <a:rPr lang="en-US" altLang="zh-CN" sz="2000" dirty="0"/>
              <a:t>, 2022, 45 (02): 121-128. </a:t>
            </a:r>
            <a:endParaRPr lang="en-US" altLang="zh-CN" sz="2000" dirty="0"/>
          </a:p>
          <a:p>
            <a:r>
              <a:rPr lang="en-US" altLang="zh-CN" sz="2000" dirty="0"/>
              <a:t>[6]</a:t>
            </a:r>
            <a:r>
              <a:rPr lang="zh-CN" altLang="en-US" sz="2000" dirty="0"/>
              <a:t>云班课配套微课</a:t>
            </a:r>
            <a:r>
              <a:rPr lang="en-US" altLang="zh-CN" sz="2000" dirty="0"/>
              <a:t>: </a:t>
            </a:r>
            <a:r>
              <a:rPr lang="zh-CN" altLang="en-US" sz="2000" dirty="0"/>
              <a:t>结合本课程内容的专门制作微课视频</a:t>
            </a:r>
            <a:endParaRPr lang="zh-CN" altLang="en-US" sz="2000" dirty="0"/>
          </a:p>
        </p:txBody>
      </p:sp>
      <p:sp>
        <p:nvSpPr>
          <p:cNvPr id="212" name="矩形 9"/>
          <p:cNvSpPr/>
          <p:nvPr>
            <p:custDataLst>
              <p:tags r:id="rId10"/>
            </p:custDataLst>
          </p:nvPr>
        </p:nvSpPr>
        <p:spPr>
          <a:xfrm>
            <a:off x="914218" y="5409950"/>
            <a:ext cx="3114061" cy="445145"/>
          </a:xfrm>
          <a:prstGeom prst="rect">
            <a:avLst/>
          </a:prstGeom>
          <a:noFill/>
        </p:spPr>
        <p:txBody>
          <a:bodyPr wrap="square" lIns="0" tIns="0" rIns="0" bIns="0" rtlCol="0" anchor="b" anchorCtr="0">
            <a:noAutofit/>
          </a:bodyPr>
          <a:p>
            <a:pPr algn="l">
              <a:spcBef>
                <a:spcPct val="0"/>
              </a:spcBef>
              <a:spcAft>
                <a:spcPct val="0"/>
              </a:spcAft>
            </a:pPr>
            <a:r>
              <a:rPr lang="zh-CN" altLang="en-US" sz="2200" b="1">
                <a:solidFill>
                  <a:schemeClr val="accent1"/>
                </a:solidFill>
                <a:latin typeface="+mn-ea"/>
                <a:cs typeface="+mn-ea"/>
                <a:sym typeface="+mn-ea"/>
              </a:rPr>
              <a:t>参考资料</a:t>
            </a:r>
            <a:r>
              <a:rPr lang="en-US" altLang="zh-CN" sz="2200" b="1">
                <a:solidFill>
                  <a:schemeClr val="accent1"/>
                </a:solidFill>
                <a:latin typeface="+mn-ea"/>
                <a:cs typeface="+mn-ea"/>
                <a:sym typeface="+mn-ea"/>
              </a:rPr>
              <a:t>：</a:t>
            </a:r>
            <a:endParaRPr lang="en-US" altLang="zh-CN" sz="2200" b="1">
              <a:solidFill>
                <a:schemeClr val="accent1"/>
              </a:solidFill>
              <a:latin typeface="+mn-ea"/>
              <a:cs typeface="+mn-ea"/>
              <a:sym typeface="+mn-ea"/>
            </a:endParaRPr>
          </a:p>
        </p:txBody>
      </p:sp>
      <p:sp>
        <p:nvSpPr>
          <p:cNvPr id="213" name="文本框 212"/>
          <p:cNvSpPr txBox="1"/>
          <p:nvPr/>
        </p:nvSpPr>
        <p:spPr>
          <a:xfrm>
            <a:off x="9450070" y="-1209675"/>
            <a:ext cx="4876800" cy="460375"/>
          </a:xfrm>
          <a:prstGeom prst="rect">
            <a:avLst/>
          </a:prstGeom>
          <a:noFill/>
        </p:spPr>
        <p:txBody>
          <a:bodyPr wrap="square" rtlCol="0">
            <a:spAutoFit/>
          </a:bodyPr>
          <a:p>
            <a:r>
              <a:rPr lang="en-US" altLang="zh-CN" sz="2400" dirty="0"/>
              <a:t>y</a:t>
            </a:r>
            <a:endParaRPr lang="en-US" altLang="zh-CN" sz="2400" dirty="0"/>
          </a:p>
        </p:txBody>
      </p:sp>
    </p:spTree>
    <p:custDataLst>
      <p:tags r:id="rId11"/>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巩固提升</a:t>
            </a:r>
            <a:r>
              <a:rPr lang="en-US" altLang="zh-CN"/>
              <a:t>：</a:t>
            </a:r>
            <a:r>
              <a:rPr lang="zh-CN" altLang="en-US"/>
              <a:t>重现</a:t>
            </a:r>
            <a:r>
              <a:rPr lang="zh-CN" altLang="en-US"/>
              <a:t>南丁格尔玫瑰图</a:t>
            </a:r>
            <a:endParaRPr lang="zh-CN" altLang="en-US"/>
          </a:p>
        </p:txBody>
      </p:sp>
      <p:pic>
        <p:nvPicPr>
          <p:cNvPr id="11" name="图片 10"/>
          <p:cNvPicPr>
            <a:picLocks noChangeAspect="1"/>
          </p:cNvPicPr>
          <p:nvPr/>
        </p:nvPicPr>
        <p:blipFill>
          <a:blip r:embed="rId1"/>
          <a:srcRect/>
          <a:stretch>
            <a:fillRect/>
          </a:stretch>
        </p:blipFill>
        <p:spPr>
          <a:xfrm>
            <a:off x="990600" y="1485441"/>
            <a:ext cx="7620000" cy="5715000"/>
          </a:xfrm>
          <a:prstGeom prst="rect">
            <a:avLst/>
          </a:prstGeom>
        </p:spPr>
      </p:pic>
      <p:graphicFrame>
        <p:nvGraphicFramePr>
          <p:cNvPr id="4" name="表格 3"/>
          <p:cNvGraphicFramePr>
            <a:graphicFrameLocks noGrp="1"/>
          </p:cNvGraphicFramePr>
          <p:nvPr/>
        </p:nvGraphicFramePr>
        <p:xfrm>
          <a:off x="8839835" y="3276600"/>
          <a:ext cx="5105400" cy="2101850"/>
        </p:xfrm>
        <a:graphic>
          <a:graphicData uri="http://schemas.openxmlformats.org/drawingml/2006/table">
            <a:tbl>
              <a:tblPr firstRow="1" bandRow="1">
                <a:tableStyleId>{5C22544A-7EE6-4342-B048-85BDC9FD1C3A}</a:tableStyleId>
              </a:tblPr>
              <a:tblGrid>
                <a:gridCol w="2552700"/>
                <a:gridCol w="2552700"/>
              </a:tblGrid>
              <a:tr h="0">
                <a:tc>
                  <a:txBody>
                    <a:bodyPr/>
                    <a:p>
                      <a:pPr algn="ctr"/>
                      <a:r>
                        <a:rPr lang="zh-CN" altLang="en-US" dirty="0"/>
                        <a:t>图形</a:t>
                      </a:r>
                      <a:endParaRPr lang="zh-CN" altLang="en-US" dirty="0"/>
                    </a:p>
                  </a:txBody>
                  <a:tcPr/>
                </a:tc>
                <a:tc>
                  <a:txBody>
                    <a:bodyPr/>
                    <a:p>
                      <a:pPr algn="ctr"/>
                      <a:r>
                        <a:rPr lang="zh-CN" altLang="en-US" dirty="0"/>
                        <a:t>数据集</a:t>
                      </a:r>
                      <a:endParaRPr lang="zh-CN" altLang="en-US" dirty="0"/>
                    </a:p>
                  </a:txBody>
                  <a:tcPr/>
                </a:tc>
              </a:tr>
              <a:tr h="370840">
                <a:tc>
                  <a:txBody>
                    <a:bodyPr/>
                    <a:p>
                      <a:pPr algn="ctr"/>
                      <a:r>
                        <a:rPr lang="zh-CN" altLang="en-US"/>
                        <a:t>角度</a:t>
                      </a:r>
                      <a:endParaRPr lang="zh-CN" altLang="en-US"/>
                    </a:p>
                  </a:txBody>
                  <a:tcPr/>
                </a:tc>
                <a:tc>
                  <a:txBody>
                    <a:bodyPr/>
                    <a:p>
                      <a:pPr algn="ctr"/>
                      <a:r>
                        <a:rPr lang="zh-CN" altLang="en-US"/>
                        <a:t>月份</a:t>
                      </a:r>
                      <a:r>
                        <a:rPr lang="en-US" altLang="zh-CN"/>
                        <a:t>(Month)</a:t>
                      </a:r>
                      <a:endParaRPr lang="zh-CN" altLang="en-US"/>
                    </a:p>
                  </a:txBody>
                  <a:tcPr/>
                </a:tc>
              </a:tr>
              <a:tr h="370840">
                <a:tc>
                  <a:txBody>
                    <a:bodyPr/>
                    <a:p>
                      <a:pPr algn="ctr"/>
                      <a:r>
                        <a:rPr lang="zh-CN" altLang="en-US"/>
                        <a:t>扇形面积</a:t>
                      </a:r>
                      <a:endParaRPr lang="zh-CN" altLang="en-US"/>
                    </a:p>
                  </a:txBody>
                  <a:tcPr/>
                </a:tc>
                <a:tc>
                  <a:txBody>
                    <a:bodyPr/>
                    <a:p>
                      <a:pPr algn="ctr"/>
                      <a:r>
                        <a:rPr lang="zh-CN" altLang="en-US"/>
                        <a:t>死亡人数</a:t>
                      </a:r>
                      <a:r>
                        <a:rPr lang="en-US" altLang="zh-CN"/>
                        <a:t>(Deaths)</a:t>
                      </a:r>
                      <a:endParaRPr lang="zh-CN" altLang="en-US"/>
                    </a:p>
                  </a:txBody>
                  <a:tcPr/>
                </a:tc>
              </a:tr>
              <a:tr h="370840">
                <a:tc>
                  <a:txBody>
                    <a:bodyPr/>
                    <a:p>
                      <a:pPr algn="ctr"/>
                      <a:r>
                        <a:rPr lang="zh-CN" altLang="en-US"/>
                        <a:t>填充颜色</a:t>
                      </a:r>
                      <a:endParaRPr lang="zh-CN" altLang="en-US"/>
                    </a:p>
                  </a:txBody>
                  <a:tcPr/>
                </a:tc>
                <a:tc>
                  <a:txBody>
                    <a:bodyPr/>
                    <a:p>
                      <a:pPr algn="ctr"/>
                      <a:r>
                        <a:rPr lang="zh-CN" altLang="en-US" dirty="0"/>
                        <a:t>死亡原因（</a:t>
                      </a:r>
                      <a:r>
                        <a:rPr lang="en-US" altLang="zh-CN" dirty="0"/>
                        <a:t>Cause)</a:t>
                      </a:r>
                      <a:endParaRPr lang="zh-CN" altLang="en-US" dirty="0"/>
                    </a:p>
                  </a:txBody>
                  <a:tcPr/>
                </a:tc>
              </a:tr>
              <a:tr h="370840">
                <a:tc>
                  <a:txBody>
                    <a:bodyPr/>
                    <a:p>
                      <a:pPr algn="ctr">
                        <a:buNone/>
                      </a:pPr>
                      <a:r>
                        <a:rPr lang="zh-CN" altLang="en-US"/>
                        <a:t>分面</a:t>
                      </a:r>
                      <a:r>
                        <a:rPr lang="zh-CN" altLang="en-US"/>
                        <a:t>依据</a:t>
                      </a:r>
                      <a:endParaRPr lang="zh-CN" altLang="en-US"/>
                    </a:p>
                  </a:txBody>
                  <a:tcPr/>
                </a:tc>
                <a:tc>
                  <a:txBody>
                    <a:bodyPr/>
                    <a:p>
                      <a:pPr algn="ctr">
                        <a:buNone/>
                      </a:pPr>
                      <a:r>
                        <a:rPr lang="zh-CN" altLang="en-US" dirty="0"/>
                        <a:t>时期</a:t>
                      </a:r>
                      <a:r>
                        <a:rPr lang="en-US" altLang="zh-CN" dirty="0"/>
                        <a:t>(Period)</a:t>
                      </a:r>
                      <a:endParaRPr lang="en-US" altLang="zh-CN" dirty="0"/>
                    </a:p>
                  </a:txBody>
                  <a:tcPr/>
                </a:tc>
              </a:tr>
            </a:tbl>
          </a:graphicData>
        </a:graphic>
      </p:graphicFrame>
      <p:sp>
        <p:nvSpPr>
          <p:cNvPr id="7" name="文本框 6"/>
          <p:cNvSpPr txBox="1"/>
          <p:nvPr/>
        </p:nvSpPr>
        <p:spPr>
          <a:xfrm>
            <a:off x="8916035" y="1600200"/>
            <a:ext cx="5177155" cy="1289685"/>
          </a:xfrm>
          <a:prstGeom prst="rect">
            <a:avLst/>
          </a:prstGeom>
          <a:noFill/>
        </p:spPr>
        <p:txBody>
          <a:bodyPr wrap="square" rtlCol="0" anchor="t">
            <a:noAutofit/>
          </a:bodyPr>
          <a:p>
            <a:pPr indent="0" fontAlgn="auto">
              <a:lnSpc>
                <a:spcPct val="150000"/>
              </a:lnSpc>
            </a:pPr>
            <a:r>
              <a:rPr lang="zh-CN" altLang="en-US" sz="2800" dirty="0">
                <a:solidFill>
                  <a:srgbClr val="618CAC"/>
                </a:solidFill>
                <a:sym typeface="+mn-ea"/>
              </a:rPr>
              <a:t>明确数据集与图形组件的</a:t>
            </a:r>
            <a:br>
              <a:rPr lang="zh-CN" altLang="en-US" sz="2800" dirty="0">
                <a:solidFill>
                  <a:srgbClr val="618CAC"/>
                </a:solidFill>
                <a:sym typeface="+mn-ea"/>
              </a:rPr>
            </a:br>
            <a:r>
              <a:rPr lang="zh-CN" altLang="en-US" sz="2800" dirty="0">
                <a:solidFill>
                  <a:srgbClr val="618CAC"/>
                </a:solidFill>
                <a:sym typeface="+mn-ea"/>
              </a:rPr>
              <a:t>对应关系</a:t>
            </a:r>
            <a:r>
              <a:rPr lang="en-US" altLang="zh-CN" sz="2800" dirty="0">
                <a:solidFill>
                  <a:srgbClr val="618CAC"/>
                </a:solidFill>
                <a:sym typeface="+mn-ea"/>
              </a:rPr>
              <a:t>！</a:t>
            </a:r>
            <a:endParaRPr lang="en-US" altLang="zh-CN" sz="2800" dirty="0">
              <a:solidFill>
                <a:srgbClr val="618CAC"/>
              </a:solidFill>
              <a:sym typeface="+mn-ea"/>
            </a:endParaRPr>
          </a:p>
        </p:txBody>
      </p:sp>
      <p:pic>
        <p:nvPicPr>
          <p:cNvPr id="2" name="图片 1"/>
          <p:cNvPicPr>
            <a:picLocks noChangeAspect="1"/>
          </p:cNvPicPr>
          <p:nvPr/>
        </p:nvPicPr>
        <p:blipFill>
          <a:blip r:embed="rId2"/>
          <a:stretch>
            <a:fillRect/>
          </a:stretch>
        </p:blipFill>
        <p:spPr>
          <a:xfrm>
            <a:off x="304800" y="1600200"/>
            <a:ext cx="8508365" cy="547687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0" y="5867400"/>
            <a:ext cx="5902325" cy="2515235"/>
          </a:xfrm>
        </p:spPr>
        <p:txBody>
          <a:bodyPr/>
          <a:p>
            <a:pPr algn="r"/>
            <a:r>
              <a:rPr lang="zh-CN" altLang="en-US">
                <a:solidFill>
                  <a:srgbClr val="618CAC"/>
                </a:solidFill>
              </a:rPr>
              <a:t>谢谢</a:t>
            </a:r>
            <a:r>
              <a:rPr lang="en-US" altLang="zh-CN">
                <a:solidFill>
                  <a:srgbClr val="618CAC"/>
                </a:solidFill>
              </a:rPr>
              <a:t> ！</a:t>
            </a:r>
            <a:endParaRPr lang="en-US" altLang="zh-CN">
              <a:solidFill>
                <a:srgbClr val="618CAC"/>
              </a:solidFill>
            </a:endParaRPr>
          </a:p>
        </p:txBody>
      </p:sp>
      <p:sp>
        <p:nvSpPr>
          <p:cNvPr id="4" name="文本占位符 3"/>
          <p:cNvSpPr>
            <a:spLocks noGrp="1"/>
          </p:cNvSpPr>
          <p:nvPr>
            <p:ph type="body" sz="quarter" idx="13"/>
          </p:nvPr>
        </p:nvSpPr>
        <p:spPr/>
        <p:txBody>
          <a:bodyPr/>
          <a:p>
            <a:endParaRPr lang="zh-CN" altLang="en-US"/>
          </a:p>
        </p:txBody>
      </p:sp>
      <p:grpSp>
        <p:nvGrpSpPr>
          <p:cNvPr id="29" name="组合 28"/>
          <p:cNvGrpSpPr/>
          <p:nvPr>
            <p:custDataLst>
              <p:tags r:id="rId1"/>
            </p:custDataLst>
          </p:nvPr>
        </p:nvGrpSpPr>
        <p:grpSpPr>
          <a:xfrm rot="0">
            <a:off x="835585" y="1295162"/>
            <a:ext cx="3435946" cy="2988547"/>
            <a:chOff x="2464" y="3258"/>
            <a:chExt cx="14454" cy="12572"/>
          </a:xfrm>
        </p:grpSpPr>
        <p:sp>
          <p:nvSpPr>
            <p:cNvPr id="30" name="任意多边形: 形状 11"/>
            <p:cNvSpPr/>
            <p:nvPr>
              <p:custDataLst>
                <p:tags r:id="rId2"/>
              </p:custDataLst>
            </p:nvPr>
          </p:nvSpPr>
          <p:spPr>
            <a:xfrm>
              <a:off x="11707" y="15197"/>
              <a:ext cx="2741" cy="573"/>
            </a:xfrm>
            <a:custGeom>
              <a:avLst/>
              <a:gdLst>
                <a:gd name="connsiteX0" fmla="*/ 1165783 w 1165782"/>
                <a:gd name="connsiteY0" fmla="*/ 57394 h 243531"/>
                <a:gd name="connsiteX1" fmla="*/ 978720 w 1165782"/>
                <a:gd name="connsiteY1" fmla="*/ 243532 h 243531"/>
                <a:gd name="connsiteX2" fmla="*/ 977417 w 1165782"/>
                <a:gd name="connsiteY2" fmla="*/ 242229 h 243531"/>
                <a:gd name="connsiteX3" fmla="*/ 976320 w 1165782"/>
                <a:gd name="connsiteY3" fmla="*/ 243326 h 243531"/>
                <a:gd name="connsiteX4" fmla="*/ 845212 w 1165782"/>
                <a:gd name="connsiteY4" fmla="*/ 112869 h 243531"/>
                <a:gd name="connsiteX5" fmla="*/ 713863 w 1165782"/>
                <a:gd name="connsiteY5" fmla="*/ 243532 h 243531"/>
                <a:gd name="connsiteX6" fmla="*/ 712526 w 1165782"/>
                <a:gd name="connsiteY6" fmla="*/ 242229 h 243531"/>
                <a:gd name="connsiteX7" fmla="*/ 711463 w 1165782"/>
                <a:gd name="connsiteY7" fmla="*/ 243326 h 243531"/>
                <a:gd name="connsiteX8" fmla="*/ 582343 w 1165782"/>
                <a:gd name="connsiteY8" fmla="*/ 114857 h 243531"/>
                <a:gd name="connsiteX9" fmla="*/ 452983 w 1165782"/>
                <a:gd name="connsiteY9" fmla="*/ 243532 h 243531"/>
                <a:gd name="connsiteX10" fmla="*/ 451680 w 1165782"/>
                <a:gd name="connsiteY10" fmla="*/ 242229 h 243531"/>
                <a:gd name="connsiteX11" fmla="*/ 450617 w 1165782"/>
                <a:gd name="connsiteY11" fmla="*/ 243326 h 243531"/>
                <a:gd name="connsiteX12" fmla="*/ 319474 w 1165782"/>
                <a:gd name="connsiteY12" fmla="*/ 112869 h 243531"/>
                <a:gd name="connsiteX13" fmla="*/ 188126 w 1165782"/>
                <a:gd name="connsiteY13" fmla="*/ 243532 h 243531"/>
                <a:gd name="connsiteX14" fmla="*/ 186823 w 1165782"/>
                <a:gd name="connsiteY14" fmla="*/ 242229 h 243531"/>
                <a:gd name="connsiteX15" fmla="*/ 185726 w 1165782"/>
                <a:gd name="connsiteY15" fmla="*/ 243326 h 243531"/>
                <a:gd name="connsiteX16" fmla="*/ 0 w 1165782"/>
                <a:gd name="connsiteY16" fmla="*/ 58526 h 243531"/>
                <a:gd name="connsiteX17" fmla="*/ 57291 w 1165782"/>
                <a:gd name="connsiteY17" fmla="*/ 1543 h 243531"/>
                <a:gd name="connsiteX18" fmla="*/ 186652 w 1165782"/>
                <a:gd name="connsiteY18" fmla="*/ 130251 h 243531"/>
                <a:gd name="connsiteX19" fmla="*/ 317520 w 1165782"/>
                <a:gd name="connsiteY19" fmla="*/ 0 h 243531"/>
                <a:gd name="connsiteX20" fmla="*/ 320606 w 1165782"/>
                <a:gd name="connsiteY20" fmla="*/ 3086 h 243531"/>
                <a:gd name="connsiteX21" fmla="*/ 322148 w 1165782"/>
                <a:gd name="connsiteY21" fmla="*/ 1543 h 243531"/>
                <a:gd name="connsiteX22" fmla="*/ 451509 w 1165782"/>
                <a:gd name="connsiteY22" fmla="*/ 130251 h 243531"/>
                <a:gd name="connsiteX23" fmla="*/ 582377 w 1165782"/>
                <a:gd name="connsiteY23" fmla="*/ 0 h 243531"/>
                <a:gd name="connsiteX24" fmla="*/ 640080 w 1165782"/>
                <a:gd name="connsiteY24" fmla="*/ 57394 h 243531"/>
                <a:gd name="connsiteX25" fmla="*/ 639600 w 1165782"/>
                <a:gd name="connsiteY25" fmla="*/ 57874 h 243531"/>
                <a:gd name="connsiteX26" fmla="*/ 712354 w 1165782"/>
                <a:gd name="connsiteY26" fmla="*/ 130251 h 243531"/>
                <a:gd name="connsiteX27" fmla="*/ 843223 w 1165782"/>
                <a:gd name="connsiteY27" fmla="*/ 0 h 243531"/>
                <a:gd name="connsiteX28" fmla="*/ 846308 w 1165782"/>
                <a:gd name="connsiteY28" fmla="*/ 3086 h 243531"/>
                <a:gd name="connsiteX29" fmla="*/ 847852 w 1165782"/>
                <a:gd name="connsiteY29" fmla="*/ 1543 h 243531"/>
                <a:gd name="connsiteX30" fmla="*/ 977212 w 1165782"/>
                <a:gd name="connsiteY30" fmla="*/ 130251 h 243531"/>
                <a:gd name="connsiteX31" fmla="*/ 1108114 w 1165782"/>
                <a:gd name="connsiteY31" fmla="*/ 0 h 243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65782" h="243531">
                  <a:moveTo>
                    <a:pt x="1165783" y="57394"/>
                  </a:moveTo>
                  <a:lnTo>
                    <a:pt x="978720" y="243532"/>
                  </a:lnTo>
                  <a:lnTo>
                    <a:pt x="977417" y="242229"/>
                  </a:lnTo>
                  <a:lnTo>
                    <a:pt x="976320" y="243326"/>
                  </a:lnTo>
                  <a:lnTo>
                    <a:pt x="845212" y="112869"/>
                  </a:lnTo>
                  <a:lnTo>
                    <a:pt x="713863" y="243532"/>
                  </a:lnTo>
                  <a:lnTo>
                    <a:pt x="712526" y="242229"/>
                  </a:lnTo>
                  <a:lnTo>
                    <a:pt x="711463" y="243326"/>
                  </a:lnTo>
                  <a:lnTo>
                    <a:pt x="582343" y="114857"/>
                  </a:lnTo>
                  <a:lnTo>
                    <a:pt x="452983" y="243532"/>
                  </a:lnTo>
                  <a:lnTo>
                    <a:pt x="451680" y="242229"/>
                  </a:lnTo>
                  <a:lnTo>
                    <a:pt x="450617" y="243326"/>
                  </a:lnTo>
                  <a:lnTo>
                    <a:pt x="319474" y="112869"/>
                  </a:lnTo>
                  <a:lnTo>
                    <a:pt x="188126" y="243532"/>
                  </a:lnTo>
                  <a:lnTo>
                    <a:pt x="186823" y="242229"/>
                  </a:lnTo>
                  <a:lnTo>
                    <a:pt x="185726" y="243326"/>
                  </a:lnTo>
                  <a:lnTo>
                    <a:pt x="0" y="58526"/>
                  </a:lnTo>
                  <a:lnTo>
                    <a:pt x="57291" y="1543"/>
                  </a:lnTo>
                  <a:lnTo>
                    <a:pt x="186652" y="130251"/>
                  </a:lnTo>
                  <a:lnTo>
                    <a:pt x="317520" y="0"/>
                  </a:lnTo>
                  <a:lnTo>
                    <a:pt x="320606" y="3086"/>
                  </a:lnTo>
                  <a:lnTo>
                    <a:pt x="322148" y="1543"/>
                  </a:lnTo>
                  <a:lnTo>
                    <a:pt x="451509" y="130251"/>
                  </a:lnTo>
                  <a:lnTo>
                    <a:pt x="582377" y="0"/>
                  </a:lnTo>
                  <a:lnTo>
                    <a:pt x="640080" y="57394"/>
                  </a:lnTo>
                  <a:lnTo>
                    <a:pt x="639600" y="57874"/>
                  </a:lnTo>
                  <a:lnTo>
                    <a:pt x="712354" y="130251"/>
                  </a:lnTo>
                  <a:lnTo>
                    <a:pt x="843223" y="0"/>
                  </a:lnTo>
                  <a:lnTo>
                    <a:pt x="846308" y="3086"/>
                  </a:lnTo>
                  <a:lnTo>
                    <a:pt x="847852" y="1543"/>
                  </a:lnTo>
                  <a:lnTo>
                    <a:pt x="977212" y="130251"/>
                  </a:lnTo>
                  <a:lnTo>
                    <a:pt x="1108114" y="0"/>
                  </a:lnTo>
                  <a:close/>
                </a:path>
              </a:pathLst>
            </a:custGeom>
            <a:solidFill>
              <a:schemeClr val="accent3"/>
            </a:solidFill>
            <a:ln w="3429" cap="flat">
              <a:noFill/>
              <a:prstDash val="solid"/>
              <a:miter/>
            </a:ln>
          </p:spPr>
          <p:txBody>
            <a:bodyPr rtlCol="0" anchor="ctr"/>
            <a:p>
              <a:endParaRPr lang="zh-CN" altLang="en-US">
                <a:cs typeface="思源黑体 Regular" panose="020B0500000000000000" charset="-122"/>
              </a:endParaRPr>
            </a:p>
          </p:txBody>
        </p:sp>
        <p:sp>
          <p:nvSpPr>
            <p:cNvPr id="31" name="任意多边形: 形状 16"/>
            <p:cNvSpPr/>
            <p:nvPr>
              <p:custDataLst>
                <p:tags r:id="rId3"/>
              </p:custDataLst>
            </p:nvPr>
          </p:nvSpPr>
          <p:spPr>
            <a:xfrm>
              <a:off x="11850" y="3802"/>
              <a:ext cx="5069" cy="5155"/>
            </a:xfrm>
            <a:custGeom>
              <a:avLst/>
              <a:gdLst>
                <a:gd name="connsiteX0" fmla="*/ 1991760 w 1994354"/>
                <a:gd name="connsiteY0" fmla="*/ 484629 h 2027849"/>
                <a:gd name="connsiteX1" fmla="*/ 1975680 w 1994354"/>
                <a:gd name="connsiteY1" fmla="*/ 490615 h 2027849"/>
                <a:gd name="connsiteX2" fmla="*/ 1964914 w 1994354"/>
                <a:gd name="connsiteY2" fmla="*/ 476410 h 2027849"/>
                <a:gd name="connsiteX3" fmla="*/ 1976332 w 1994354"/>
                <a:gd name="connsiteY3" fmla="*/ 462086 h 2027849"/>
                <a:gd name="connsiteX4" fmla="*/ 1980754 w 1994354"/>
                <a:gd name="connsiteY4" fmla="*/ 460944 h 2027849"/>
                <a:gd name="connsiteX5" fmla="*/ 1987269 w 1994354"/>
                <a:gd name="connsiteY5" fmla="*/ 462967 h 2027849"/>
                <a:gd name="connsiteX6" fmla="*/ 1989977 w 1994354"/>
                <a:gd name="connsiteY6" fmla="*/ 465847 h 2027849"/>
                <a:gd name="connsiteX7" fmla="*/ 1991760 w 1994354"/>
                <a:gd name="connsiteY7" fmla="*/ 484629 h 2027849"/>
                <a:gd name="connsiteX8" fmla="*/ 1670160 w 1994354"/>
                <a:gd name="connsiteY8" fmla="*/ 996885 h 2027849"/>
                <a:gd name="connsiteX9" fmla="*/ 1660183 w 1994354"/>
                <a:gd name="connsiteY9" fmla="*/ 978748 h 2027849"/>
                <a:gd name="connsiteX10" fmla="*/ 1678320 w 1994354"/>
                <a:gd name="connsiteY10" fmla="*/ 968784 h 2027849"/>
                <a:gd name="connsiteX11" fmla="*/ 1678697 w 1994354"/>
                <a:gd name="connsiteY11" fmla="*/ 968894 h 2027849"/>
                <a:gd name="connsiteX12" fmla="*/ 1688674 w 1994354"/>
                <a:gd name="connsiteY12" fmla="*/ 987031 h 2027849"/>
                <a:gd name="connsiteX13" fmla="*/ 1670537 w 1994354"/>
                <a:gd name="connsiteY13" fmla="*/ 996995 h 2027849"/>
                <a:gd name="connsiteX14" fmla="*/ 1670160 w 1994354"/>
                <a:gd name="connsiteY14" fmla="*/ 996885 h 2027849"/>
                <a:gd name="connsiteX15" fmla="*/ 1712194 w 1994354"/>
                <a:gd name="connsiteY15" fmla="*/ 862015 h 2027849"/>
                <a:gd name="connsiteX16" fmla="*/ 1702183 w 1994354"/>
                <a:gd name="connsiteY16" fmla="*/ 843662 h 2027849"/>
                <a:gd name="connsiteX17" fmla="*/ 1720526 w 1994354"/>
                <a:gd name="connsiteY17" fmla="*/ 833657 h 2027849"/>
                <a:gd name="connsiteX18" fmla="*/ 1730571 w 1994354"/>
                <a:gd name="connsiteY18" fmla="*/ 851925 h 2027849"/>
                <a:gd name="connsiteX19" fmla="*/ 1712194 w 1994354"/>
                <a:gd name="connsiteY19" fmla="*/ 862015 h 2027849"/>
                <a:gd name="connsiteX20" fmla="*/ 1756526 w 1994354"/>
                <a:gd name="connsiteY20" fmla="*/ 718790 h 2027849"/>
                <a:gd name="connsiteX21" fmla="*/ 1746789 w 1994354"/>
                <a:gd name="connsiteY21" fmla="*/ 700317 h 2027849"/>
                <a:gd name="connsiteX22" fmla="*/ 1764994 w 1994354"/>
                <a:gd name="connsiteY22" fmla="*/ 690490 h 2027849"/>
                <a:gd name="connsiteX23" fmla="*/ 1774903 w 1994354"/>
                <a:gd name="connsiteY23" fmla="*/ 708926 h 2027849"/>
                <a:gd name="connsiteX24" fmla="*/ 1756526 w 1994354"/>
                <a:gd name="connsiteY24" fmla="*/ 718790 h 2027849"/>
                <a:gd name="connsiteX25" fmla="*/ 1798046 w 1994354"/>
                <a:gd name="connsiteY25" fmla="*/ 583409 h 2027849"/>
                <a:gd name="connsiteX26" fmla="*/ 1788480 w 1994354"/>
                <a:gd name="connsiteY26" fmla="*/ 565097 h 2027849"/>
                <a:gd name="connsiteX27" fmla="*/ 1806789 w 1994354"/>
                <a:gd name="connsiteY27" fmla="*/ 555532 h 2027849"/>
                <a:gd name="connsiteX28" fmla="*/ 1807269 w 1994354"/>
                <a:gd name="connsiteY28" fmla="*/ 555689 h 2027849"/>
                <a:gd name="connsiteX29" fmla="*/ 1816834 w 1994354"/>
                <a:gd name="connsiteY29" fmla="*/ 574002 h 2027849"/>
                <a:gd name="connsiteX30" fmla="*/ 1798526 w 1994354"/>
                <a:gd name="connsiteY30" fmla="*/ 583567 h 2027849"/>
                <a:gd name="connsiteX31" fmla="*/ 1798046 w 1994354"/>
                <a:gd name="connsiteY31" fmla="*/ 583409 h 2027849"/>
                <a:gd name="connsiteX32" fmla="*/ 1839874 w 1994354"/>
                <a:gd name="connsiteY32" fmla="*/ 448499 h 2027849"/>
                <a:gd name="connsiteX33" fmla="*/ 1829897 w 1994354"/>
                <a:gd name="connsiteY33" fmla="*/ 433841 h 2027849"/>
                <a:gd name="connsiteX34" fmla="*/ 1841795 w 1994354"/>
                <a:gd name="connsiteY34" fmla="*/ 420038 h 2027849"/>
                <a:gd name="connsiteX35" fmla="*/ 1846389 w 1994354"/>
                <a:gd name="connsiteY35" fmla="*/ 419260 h 2027849"/>
                <a:gd name="connsiteX36" fmla="*/ 1851600 w 1994354"/>
                <a:gd name="connsiteY36" fmla="*/ 420878 h 2027849"/>
                <a:gd name="connsiteX37" fmla="*/ 1854960 w 1994354"/>
                <a:gd name="connsiteY37" fmla="*/ 424115 h 2027849"/>
                <a:gd name="connsiteX38" fmla="*/ 1857463 w 1994354"/>
                <a:gd name="connsiteY38" fmla="*/ 441648 h 2027849"/>
                <a:gd name="connsiteX39" fmla="*/ 1839874 w 1994354"/>
                <a:gd name="connsiteY39" fmla="*/ 448499 h 2027849"/>
                <a:gd name="connsiteX40" fmla="*/ 1542446 w 1994354"/>
                <a:gd name="connsiteY40" fmla="*/ 1408602 h 2027849"/>
                <a:gd name="connsiteX41" fmla="*/ 1552149 w 1994354"/>
                <a:gd name="connsiteY41" fmla="*/ 1427033 h 2027849"/>
                <a:gd name="connsiteX42" fmla="*/ 1533566 w 1994354"/>
                <a:gd name="connsiteY42" fmla="*/ 1436610 h 2027849"/>
                <a:gd name="connsiteX43" fmla="*/ 1523966 w 1994354"/>
                <a:gd name="connsiteY43" fmla="*/ 1418095 h 2027849"/>
                <a:gd name="connsiteX44" fmla="*/ 1542446 w 1994354"/>
                <a:gd name="connsiteY44" fmla="*/ 1408602 h 2027849"/>
                <a:gd name="connsiteX45" fmla="*/ 1705269 w 1994354"/>
                <a:gd name="connsiteY45" fmla="*/ 406742 h 2027849"/>
                <a:gd name="connsiteX46" fmla="*/ 1694640 w 1994354"/>
                <a:gd name="connsiteY46" fmla="*/ 392424 h 2027849"/>
                <a:gd name="connsiteX47" fmla="*/ 1706229 w 1994354"/>
                <a:gd name="connsiteY47" fmla="*/ 378199 h 2027849"/>
                <a:gd name="connsiteX48" fmla="*/ 1710720 w 1994354"/>
                <a:gd name="connsiteY48" fmla="*/ 377171 h 2027849"/>
                <a:gd name="connsiteX49" fmla="*/ 1717234 w 1994354"/>
                <a:gd name="connsiteY49" fmla="*/ 379193 h 2027849"/>
                <a:gd name="connsiteX50" fmla="*/ 1720286 w 1994354"/>
                <a:gd name="connsiteY50" fmla="*/ 382643 h 2027849"/>
                <a:gd name="connsiteX51" fmla="*/ 1721520 w 1994354"/>
                <a:gd name="connsiteY51" fmla="*/ 400920 h 2027849"/>
                <a:gd name="connsiteX52" fmla="*/ 1705269 w 1994354"/>
                <a:gd name="connsiteY52" fmla="*/ 406742 h 2027849"/>
                <a:gd name="connsiteX53" fmla="*/ 1135269 w 1994354"/>
                <a:gd name="connsiteY53" fmla="*/ 1765992 h 2027849"/>
                <a:gd name="connsiteX54" fmla="*/ 1125326 w 1994354"/>
                <a:gd name="connsiteY54" fmla="*/ 1747920 h 2027849"/>
                <a:gd name="connsiteX55" fmla="*/ 1143394 w 1994354"/>
                <a:gd name="connsiteY55" fmla="*/ 1737988 h 2027849"/>
                <a:gd name="connsiteX56" fmla="*/ 1143703 w 1994354"/>
                <a:gd name="connsiteY56" fmla="*/ 1738077 h 2027849"/>
                <a:gd name="connsiteX57" fmla="*/ 1153886 w 1994354"/>
                <a:gd name="connsiteY57" fmla="*/ 1756015 h 2027849"/>
                <a:gd name="connsiteX58" fmla="*/ 1135955 w 1994354"/>
                <a:gd name="connsiteY58" fmla="*/ 1766195 h 2027849"/>
                <a:gd name="connsiteX59" fmla="*/ 1135269 w 1994354"/>
                <a:gd name="connsiteY59" fmla="*/ 1765992 h 2027849"/>
                <a:gd name="connsiteX60" fmla="*/ 1527943 w 1994354"/>
                <a:gd name="connsiteY60" fmla="*/ 499615 h 2027849"/>
                <a:gd name="connsiteX61" fmla="*/ 1518275 w 1994354"/>
                <a:gd name="connsiteY61" fmla="*/ 481365 h 2027849"/>
                <a:gd name="connsiteX62" fmla="*/ 1536514 w 1994354"/>
                <a:gd name="connsiteY62" fmla="*/ 471703 h 2027849"/>
                <a:gd name="connsiteX63" fmla="*/ 1536720 w 1994354"/>
                <a:gd name="connsiteY63" fmla="*/ 471761 h 2027849"/>
                <a:gd name="connsiteX64" fmla="*/ 1546663 w 1994354"/>
                <a:gd name="connsiteY64" fmla="*/ 489861 h 2027849"/>
                <a:gd name="connsiteX65" fmla="*/ 1528560 w 1994354"/>
                <a:gd name="connsiteY65" fmla="*/ 499814 h 2027849"/>
                <a:gd name="connsiteX66" fmla="*/ 1527943 w 1994354"/>
                <a:gd name="connsiteY66" fmla="*/ 499615 h 2027849"/>
                <a:gd name="connsiteX67" fmla="*/ 1569326 w 1994354"/>
                <a:gd name="connsiteY67" fmla="*/ 364553 h 2027849"/>
                <a:gd name="connsiteX68" fmla="*/ 1559554 w 1994354"/>
                <a:gd name="connsiteY68" fmla="*/ 349053 h 2027849"/>
                <a:gd name="connsiteX69" fmla="*/ 1571692 w 1994354"/>
                <a:gd name="connsiteY69" fmla="*/ 336124 h 2027849"/>
                <a:gd name="connsiteX70" fmla="*/ 1576354 w 1994354"/>
                <a:gd name="connsiteY70" fmla="*/ 335489 h 2027849"/>
                <a:gd name="connsiteX71" fmla="*/ 1581566 w 1994354"/>
                <a:gd name="connsiteY71" fmla="*/ 337108 h 2027849"/>
                <a:gd name="connsiteX72" fmla="*/ 1585269 w 1994354"/>
                <a:gd name="connsiteY72" fmla="*/ 340931 h 2027849"/>
                <a:gd name="connsiteX73" fmla="*/ 1586571 w 1994354"/>
                <a:gd name="connsiteY73" fmla="*/ 358536 h 2027849"/>
                <a:gd name="connsiteX74" fmla="*/ 1569326 w 1994354"/>
                <a:gd name="connsiteY74" fmla="*/ 364553 h 2027849"/>
                <a:gd name="connsiteX75" fmla="*/ 1450594 w 1994354"/>
                <a:gd name="connsiteY75" fmla="*/ 749925 h 2027849"/>
                <a:gd name="connsiteX76" fmla="*/ 1460160 w 1994354"/>
                <a:gd name="connsiteY76" fmla="*/ 768569 h 2027849"/>
                <a:gd name="connsiteX77" fmla="*/ 1441406 w 1994354"/>
                <a:gd name="connsiteY77" fmla="*/ 778015 h 2027849"/>
                <a:gd name="connsiteX78" fmla="*/ 1431943 w 1994354"/>
                <a:gd name="connsiteY78" fmla="*/ 759371 h 2027849"/>
                <a:gd name="connsiteX79" fmla="*/ 1450594 w 1994354"/>
                <a:gd name="connsiteY79" fmla="*/ 749915 h 2027849"/>
                <a:gd name="connsiteX80" fmla="*/ 1494617 w 1994354"/>
                <a:gd name="connsiteY80" fmla="*/ 606611 h 2027849"/>
                <a:gd name="connsiteX81" fmla="*/ 1504697 w 1994354"/>
                <a:gd name="connsiteY81" fmla="*/ 625032 h 2027849"/>
                <a:gd name="connsiteX82" fmla="*/ 1486251 w 1994354"/>
                <a:gd name="connsiteY82" fmla="*/ 634937 h 2027849"/>
                <a:gd name="connsiteX83" fmla="*/ 1476137 w 1994354"/>
                <a:gd name="connsiteY83" fmla="*/ 616660 h 2027849"/>
                <a:gd name="connsiteX84" fmla="*/ 1494446 w 1994354"/>
                <a:gd name="connsiteY84" fmla="*/ 606559 h 2027849"/>
                <a:gd name="connsiteX85" fmla="*/ 1494617 w 1994354"/>
                <a:gd name="connsiteY85" fmla="*/ 606614 h 2027849"/>
                <a:gd name="connsiteX86" fmla="*/ 1408594 w 1994354"/>
                <a:gd name="connsiteY86" fmla="*/ 885100 h 2027849"/>
                <a:gd name="connsiteX87" fmla="*/ 1418332 w 1994354"/>
                <a:gd name="connsiteY87" fmla="*/ 903371 h 2027849"/>
                <a:gd name="connsiteX88" fmla="*/ 1400057 w 1994354"/>
                <a:gd name="connsiteY88" fmla="*/ 913108 h 2027849"/>
                <a:gd name="connsiteX89" fmla="*/ 1399611 w 1994354"/>
                <a:gd name="connsiteY89" fmla="*/ 912964 h 2027849"/>
                <a:gd name="connsiteX90" fmla="*/ 1389771 w 1994354"/>
                <a:gd name="connsiteY90" fmla="*/ 894751 h 2027849"/>
                <a:gd name="connsiteX91" fmla="*/ 1407977 w 1994354"/>
                <a:gd name="connsiteY91" fmla="*/ 884904 h 2027849"/>
                <a:gd name="connsiteX92" fmla="*/ 1408594 w 1994354"/>
                <a:gd name="connsiteY92" fmla="*/ 885103 h 2027849"/>
                <a:gd name="connsiteX93" fmla="*/ 1185943 w 1994354"/>
                <a:gd name="connsiteY93" fmla="*/ 1602844 h 2027849"/>
                <a:gd name="connsiteX94" fmla="*/ 1195646 w 1994354"/>
                <a:gd name="connsiteY94" fmla="*/ 1621413 h 2027849"/>
                <a:gd name="connsiteX95" fmla="*/ 1177063 w 1994354"/>
                <a:gd name="connsiteY95" fmla="*/ 1631105 h 2027849"/>
                <a:gd name="connsiteX96" fmla="*/ 1176823 w 1994354"/>
                <a:gd name="connsiteY96" fmla="*/ 1631027 h 2027849"/>
                <a:gd name="connsiteX97" fmla="*/ 1167600 w 1994354"/>
                <a:gd name="connsiteY97" fmla="*/ 1612214 h 2027849"/>
                <a:gd name="connsiteX98" fmla="*/ 1185943 w 1994354"/>
                <a:gd name="connsiteY98" fmla="*/ 1602847 h 2027849"/>
                <a:gd name="connsiteX99" fmla="*/ 1229966 w 1994354"/>
                <a:gd name="connsiteY99" fmla="*/ 1459626 h 2027849"/>
                <a:gd name="connsiteX100" fmla="*/ 1240080 w 1994354"/>
                <a:gd name="connsiteY100" fmla="*/ 1478020 h 2027849"/>
                <a:gd name="connsiteX101" fmla="*/ 1221635 w 1994354"/>
                <a:gd name="connsiteY101" fmla="*/ 1487904 h 2027849"/>
                <a:gd name="connsiteX102" fmla="*/ 1211623 w 1994354"/>
                <a:gd name="connsiteY102" fmla="*/ 1469627 h 2027849"/>
                <a:gd name="connsiteX103" fmla="*/ 1229966 w 1994354"/>
                <a:gd name="connsiteY103" fmla="*/ 1459629 h 2027849"/>
                <a:gd name="connsiteX104" fmla="*/ 1263429 w 1994354"/>
                <a:gd name="connsiteY104" fmla="*/ 1352801 h 2027849"/>
                <a:gd name="connsiteX105" fmla="*/ 1253589 w 1994354"/>
                <a:gd name="connsiteY105" fmla="*/ 1334417 h 2027849"/>
                <a:gd name="connsiteX106" fmla="*/ 1271897 w 1994354"/>
                <a:gd name="connsiteY106" fmla="*/ 1324656 h 2027849"/>
                <a:gd name="connsiteX107" fmla="*/ 1271966 w 1994354"/>
                <a:gd name="connsiteY107" fmla="*/ 1324677 h 2027849"/>
                <a:gd name="connsiteX108" fmla="*/ 1281977 w 1994354"/>
                <a:gd name="connsiteY108" fmla="*/ 1343013 h 2027849"/>
                <a:gd name="connsiteX109" fmla="*/ 1263429 w 1994354"/>
                <a:gd name="connsiteY109" fmla="*/ 1352805 h 2027849"/>
                <a:gd name="connsiteX110" fmla="*/ 1348046 w 1994354"/>
                <a:gd name="connsiteY110" fmla="*/ 1029960 h 2027849"/>
                <a:gd name="connsiteX111" fmla="*/ 1366389 w 1994354"/>
                <a:gd name="connsiteY111" fmla="*/ 1019969 h 2027849"/>
                <a:gd name="connsiteX112" fmla="*/ 1376469 w 1994354"/>
                <a:gd name="connsiteY112" fmla="*/ 1038254 h 2027849"/>
                <a:gd name="connsiteX113" fmla="*/ 1358194 w 1994354"/>
                <a:gd name="connsiteY113" fmla="*/ 1048344 h 2027849"/>
                <a:gd name="connsiteX114" fmla="*/ 1357989 w 1994354"/>
                <a:gd name="connsiteY114" fmla="*/ 1048283 h 2027849"/>
                <a:gd name="connsiteX115" fmla="*/ 1348046 w 1994354"/>
                <a:gd name="connsiteY115" fmla="*/ 1029964 h 2027849"/>
                <a:gd name="connsiteX116" fmla="*/ 1305052 w 1994354"/>
                <a:gd name="connsiteY116" fmla="*/ 1217630 h 2027849"/>
                <a:gd name="connsiteX117" fmla="*/ 1295589 w 1994354"/>
                <a:gd name="connsiteY117" fmla="*/ 1199010 h 2027849"/>
                <a:gd name="connsiteX118" fmla="*/ 1314206 w 1994354"/>
                <a:gd name="connsiteY118" fmla="*/ 1189543 h 2027849"/>
                <a:gd name="connsiteX119" fmla="*/ 1323669 w 1994354"/>
                <a:gd name="connsiteY119" fmla="*/ 1208167 h 2027849"/>
                <a:gd name="connsiteX120" fmla="*/ 1305052 w 1994354"/>
                <a:gd name="connsiteY120" fmla="*/ 1217633 h 2027849"/>
                <a:gd name="connsiteX121" fmla="*/ 1434549 w 1994354"/>
                <a:gd name="connsiteY121" fmla="*/ 322752 h 2027849"/>
                <a:gd name="connsiteX122" fmla="*/ 1424400 w 1994354"/>
                <a:gd name="connsiteY122" fmla="*/ 308229 h 2027849"/>
                <a:gd name="connsiteX123" fmla="*/ 1436126 w 1994354"/>
                <a:gd name="connsiteY123" fmla="*/ 294278 h 2027849"/>
                <a:gd name="connsiteX124" fmla="*/ 1440686 w 1994354"/>
                <a:gd name="connsiteY124" fmla="*/ 293400 h 2027849"/>
                <a:gd name="connsiteX125" fmla="*/ 1445897 w 1994354"/>
                <a:gd name="connsiteY125" fmla="*/ 295019 h 2027849"/>
                <a:gd name="connsiteX126" fmla="*/ 1449394 w 1994354"/>
                <a:gd name="connsiteY126" fmla="*/ 298193 h 2027849"/>
                <a:gd name="connsiteX127" fmla="*/ 1451726 w 1994354"/>
                <a:gd name="connsiteY127" fmla="*/ 316310 h 2027849"/>
                <a:gd name="connsiteX128" fmla="*/ 1434549 w 1994354"/>
                <a:gd name="connsiteY128" fmla="*/ 322756 h 2027849"/>
                <a:gd name="connsiteX129" fmla="*/ 1401463 w 1994354"/>
                <a:gd name="connsiteY129" fmla="*/ 429796 h 2027849"/>
                <a:gd name="connsiteX130" fmla="*/ 1411372 w 1994354"/>
                <a:gd name="connsiteY130" fmla="*/ 447919 h 2027849"/>
                <a:gd name="connsiteX131" fmla="*/ 1393234 w 1994354"/>
                <a:gd name="connsiteY131" fmla="*/ 457828 h 2027849"/>
                <a:gd name="connsiteX132" fmla="*/ 1392857 w 1994354"/>
                <a:gd name="connsiteY132" fmla="*/ 457708 h 2027849"/>
                <a:gd name="connsiteX133" fmla="*/ 1382846 w 1994354"/>
                <a:gd name="connsiteY133" fmla="*/ 439649 h 2027849"/>
                <a:gd name="connsiteX134" fmla="*/ 1400880 w 1994354"/>
                <a:gd name="connsiteY134" fmla="*/ 429621 h 2027849"/>
                <a:gd name="connsiteX135" fmla="*/ 1401463 w 1994354"/>
                <a:gd name="connsiteY135" fmla="*/ 429799 h 2027849"/>
                <a:gd name="connsiteX136" fmla="*/ 1008686 w 1994354"/>
                <a:gd name="connsiteY136" fmla="*/ 1696173 h 2027849"/>
                <a:gd name="connsiteX137" fmla="*/ 1018080 w 1994354"/>
                <a:gd name="connsiteY137" fmla="*/ 1714540 h 2027849"/>
                <a:gd name="connsiteX138" fmla="*/ 999703 w 1994354"/>
                <a:gd name="connsiteY138" fmla="*/ 1723917 h 2027849"/>
                <a:gd name="connsiteX139" fmla="*/ 990275 w 1994354"/>
                <a:gd name="connsiteY139" fmla="*/ 1705698 h 2027849"/>
                <a:gd name="connsiteX140" fmla="*/ 1008411 w 1994354"/>
                <a:gd name="connsiteY140" fmla="*/ 1696084 h 2027849"/>
                <a:gd name="connsiteX141" fmla="*/ 1008686 w 1994354"/>
                <a:gd name="connsiteY141" fmla="*/ 1696176 h 2027849"/>
                <a:gd name="connsiteX142" fmla="*/ 1299874 w 1994354"/>
                <a:gd name="connsiteY142" fmla="*/ 280968 h 2027849"/>
                <a:gd name="connsiteX143" fmla="*/ 1289143 w 1994354"/>
                <a:gd name="connsiteY143" fmla="*/ 267429 h 2027849"/>
                <a:gd name="connsiteX144" fmla="*/ 1299257 w 1994354"/>
                <a:gd name="connsiteY144" fmla="*/ 252782 h 2027849"/>
                <a:gd name="connsiteX145" fmla="*/ 1305017 w 1994354"/>
                <a:gd name="connsiteY145" fmla="*/ 251311 h 2027849"/>
                <a:gd name="connsiteX146" fmla="*/ 1311532 w 1994354"/>
                <a:gd name="connsiteY146" fmla="*/ 253334 h 2027849"/>
                <a:gd name="connsiteX147" fmla="*/ 1315132 w 1994354"/>
                <a:gd name="connsiteY147" fmla="*/ 257236 h 2027849"/>
                <a:gd name="connsiteX148" fmla="*/ 1316057 w 1994354"/>
                <a:gd name="connsiteY148" fmla="*/ 275003 h 2027849"/>
                <a:gd name="connsiteX149" fmla="*/ 1299874 w 1994354"/>
                <a:gd name="connsiteY149" fmla="*/ 280972 h 2027849"/>
                <a:gd name="connsiteX150" fmla="*/ 729771 w 1994354"/>
                <a:gd name="connsiteY150" fmla="*/ 1640191 h 2027849"/>
                <a:gd name="connsiteX151" fmla="*/ 719657 w 1994354"/>
                <a:gd name="connsiteY151" fmla="*/ 1622212 h 2027849"/>
                <a:gd name="connsiteX152" fmla="*/ 737623 w 1994354"/>
                <a:gd name="connsiteY152" fmla="*/ 1612101 h 2027849"/>
                <a:gd name="connsiteX153" fmla="*/ 738172 w 1994354"/>
                <a:gd name="connsiteY153" fmla="*/ 1612262 h 2027849"/>
                <a:gd name="connsiteX154" fmla="*/ 748148 w 1994354"/>
                <a:gd name="connsiteY154" fmla="*/ 1630314 h 2027849"/>
                <a:gd name="connsiteX155" fmla="*/ 730115 w 1994354"/>
                <a:gd name="connsiteY155" fmla="*/ 1640294 h 2027849"/>
                <a:gd name="connsiteX156" fmla="*/ 729771 w 1994354"/>
                <a:gd name="connsiteY156" fmla="*/ 1640195 h 2027849"/>
                <a:gd name="connsiteX157" fmla="*/ 994354 w 1994354"/>
                <a:gd name="connsiteY157" fmla="*/ 787235 h 2027849"/>
                <a:gd name="connsiteX158" fmla="*/ 984617 w 1994354"/>
                <a:gd name="connsiteY158" fmla="*/ 768977 h 2027849"/>
                <a:gd name="connsiteX159" fmla="*/ 1002857 w 1994354"/>
                <a:gd name="connsiteY159" fmla="*/ 759223 h 2027849"/>
                <a:gd name="connsiteX160" fmla="*/ 1012869 w 1994354"/>
                <a:gd name="connsiteY160" fmla="*/ 777336 h 2027849"/>
                <a:gd name="connsiteX161" fmla="*/ 994766 w 1994354"/>
                <a:gd name="connsiteY161" fmla="*/ 787365 h 2027849"/>
                <a:gd name="connsiteX162" fmla="*/ 994354 w 1994354"/>
                <a:gd name="connsiteY162" fmla="*/ 787238 h 2027849"/>
                <a:gd name="connsiteX163" fmla="*/ 1122823 w 1994354"/>
                <a:gd name="connsiteY163" fmla="*/ 373934 h 2027849"/>
                <a:gd name="connsiteX164" fmla="*/ 1112571 w 1994354"/>
                <a:gd name="connsiteY164" fmla="*/ 355982 h 2027849"/>
                <a:gd name="connsiteX165" fmla="*/ 1130537 w 1994354"/>
                <a:gd name="connsiteY165" fmla="*/ 345744 h 2027849"/>
                <a:gd name="connsiteX166" fmla="*/ 1130880 w 1994354"/>
                <a:gd name="connsiteY166" fmla="*/ 345844 h 2027849"/>
                <a:gd name="connsiteX167" fmla="*/ 1140892 w 1994354"/>
                <a:gd name="connsiteY167" fmla="*/ 363919 h 2027849"/>
                <a:gd name="connsiteX168" fmla="*/ 1122823 w 1994354"/>
                <a:gd name="connsiteY168" fmla="*/ 373937 h 2027849"/>
                <a:gd name="connsiteX169" fmla="*/ 1163966 w 1994354"/>
                <a:gd name="connsiteY169" fmla="*/ 238817 h 2027849"/>
                <a:gd name="connsiteX170" fmla="*/ 1154091 w 1994354"/>
                <a:gd name="connsiteY170" fmla="*/ 223416 h 2027849"/>
                <a:gd name="connsiteX171" fmla="*/ 1166023 w 1994354"/>
                <a:gd name="connsiteY171" fmla="*/ 210357 h 2027849"/>
                <a:gd name="connsiteX172" fmla="*/ 1170652 w 1994354"/>
                <a:gd name="connsiteY172" fmla="*/ 209630 h 2027849"/>
                <a:gd name="connsiteX173" fmla="*/ 1175863 w 1994354"/>
                <a:gd name="connsiteY173" fmla="*/ 211248 h 2027849"/>
                <a:gd name="connsiteX174" fmla="*/ 1179669 w 1994354"/>
                <a:gd name="connsiteY174" fmla="*/ 215020 h 2027849"/>
                <a:gd name="connsiteX175" fmla="*/ 1181212 w 1994354"/>
                <a:gd name="connsiteY175" fmla="*/ 232618 h 2027849"/>
                <a:gd name="connsiteX176" fmla="*/ 1163966 w 1994354"/>
                <a:gd name="connsiteY176" fmla="*/ 238821 h 2027849"/>
                <a:gd name="connsiteX177" fmla="*/ 1089120 w 1994354"/>
                <a:gd name="connsiteY177" fmla="*/ 480813 h 2027849"/>
                <a:gd name="connsiteX178" fmla="*/ 1099166 w 1994354"/>
                <a:gd name="connsiteY178" fmla="*/ 499221 h 2027849"/>
                <a:gd name="connsiteX179" fmla="*/ 1080754 w 1994354"/>
                <a:gd name="connsiteY179" fmla="*/ 509143 h 2027849"/>
                <a:gd name="connsiteX180" fmla="*/ 1070469 w 1994354"/>
                <a:gd name="connsiteY180" fmla="*/ 490965 h 2027849"/>
                <a:gd name="connsiteX181" fmla="*/ 1088640 w 1994354"/>
                <a:gd name="connsiteY181" fmla="*/ 480676 h 2027849"/>
                <a:gd name="connsiteX182" fmla="*/ 1089120 w 1994354"/>
                <a:gd name="connsiteY182" fmla="*/ 480816 h 2027849"/>
                <a:gd name="connsiteX183" fmla="*/ 1045166 w 1994354"/>
                <a:gd name="connsiteY183" fmla="*/ 624127 h 2027849"/>
                <a:gd name="connsiteX184" fmla="*/ 1054526 w 1994354"/>
                <a:gd name="connsiteY184" fmla="*/ 642813 h 2027849"/>
                <a:gd name="connsiteX185" fmla="*/ 1035840 w 1994354"/>
                <a:gd name="connsiteY185" fmla="*/ 652183 h 2027849"/>
                <a:gd name="connsiteX186" fmla="*/ 1026480 w 1994354"/>
                <a:gd name="connsiteY186" fmla="*/ 633497 h 2027849"/>
                <a:gd name="connsiteX187" fmla="*/ 1045166 w 1994354"/>
                <a:gd name="connsiteY187" fmla="*/ 624134 h 2027849"/>
                <a:gd name="connsiteX188" fmla="*/ 952012 w 1994354"/>
                <a:gd name="connsiteY188" fmla="*/ 922330 h 2027849"/>
                <a:gd name="connsiteX189" fmla="*/ 942446 w 1994354"/>
                <a:gd name="connsiteY189" fmla="*/ 903775 h 2027849"/>
                <a:gd name="connsiteX190" fmla="*/ 960994 w 1994354"/>
                <a:gd name="connsiteY190" fmla="*/ 894203 h 2027849"/>
                <a:gd name="connsiteX191" fmla="*/ 961372 w 1994354"/>
                <a:gd name="connsiteY191" fmla="*/ 894329 h 2027849"/>
                <a:gd name="connsiteX192" fmla="*/ 970697 w 1994354"/>
                <a:gd name="connsiteY192" fmla="*/ 913012 h 2027849"/>
                <a:gd name="connsiteX193" fmla="*/ 952012 w 1994354"/>
                <a:gd name="connsiteY193" fmla="*/ 922337 h 2027849"/>
                <a:gd name="connsiteX194" fmla="*/ 899554 w 1994354"/>
                <a:gd name="connsiteY194" fmla="*/ 1091829 h 2027849"/>
                <a:gd name="connsiteX195" fmla="*/ 889817 w 1994354"/>
                <a:gd name="connsiteY195" fmla="*/ 1073342 h 2027849"/>
                <a:gd name="connsiteX196" fmla="*/ 908332 w 1994354"/>
                <a:gd name="connsiteY196" fmla="*/ 1063619 h 2027849"/>
                <a:gd name="connsiteX197" fmla="*/ 908709 w 1994354"/>
                <a:gd name="connsiteY197" fmla="*/ 1063745 h 2027849"/>
                <a:gd name="connsiteX198" fmla="*/ 918172 w 1994354"/>
                <a:gd name="connsiteY198" fmla="*/ 1082369 h 2027849"/>
                <a:gd name="connsiteX199" fmla="*/ 899554 w 1994354"/>
                <a:gd name="connsiteY199" fmla="*/ 1091836 h 2027849"/>
                <a:gd name="connsiteX200" fmla="*/ 866709 w 1994354"/>
                <a:gd name="connsiteY200" fmla="*/ 1198955 h 2027849"/>
                <a:gd name="connsiteX201" fmla="*/ 876343 w 1994354"/>
                <a:gd name="connsiteY201" fmla="*/ 1217441 h 2027849"/>
                <a:gd name="connsiteX202" fmla="*/ 857692 w 1994354"/>
                <a:gd name="connsiteY202" fmla="*/ 1226922 h 2027849"/>
                <a:gd name="connsiteX203" fmla="*/ 847886 w 1994354"/>
                <a:gd name="connsiteY203" fmla="*/ 1208603 h 2027849"/>
                <a:gd name="connsiteX204" fmla="*/ 866194 w 1994354"/>
                <a:gd name="connsiteY204" fmla="*/ 1198800 h 2027849"/>
                <a:gd name="connsiteX205" fmla="*/ 866709 w 1994354"/>
                <a:gd name="connsiteY205" fmla="*/ 1198961 h 2027849"/>
                <a:gd name="connsiteX206" fmla="*/ 806194 w 1994354"/>
                <a:gd name="connsiteY206" fmla="*/ 1343640 h 2027849"/>
                <a:gd name="connsiteX207" fmla="*/ 824640 w 1994354"/>
                <a:gd name="connsiteY207" fmla="*/ 1333872 h 2027849"/>
                <a:gd name="connsiteX208" fmla="*/ 834480 w 1994354"/>
                <a:gd name="connsiteY208" fmla="*/ 1352387 h 2027849"/>
                <a:gd name="connsiteX209" fmla="*/ 815966 w 1994354"/>
                <a:gd name="connsiteY209" fmla="*/ 1362052 h 2027849"/>
                <a:gd name="connsiteX210" fmla="*/ 806194 w 1994354"/>
                <a:gd name="connsiteY210" fmla="*/ 1343651 h 2027849"/>
                <a:gd name="connsiteX211" fmla="*/ 771429 w 1994354"/>
                <a:gd name="connsiteY211" fmla="*/ 1505256 h 2027849"/>
                <a:gd name="connsiteX212" fmla="*/ 761760 w 1994354"/>
                <a:gd name="connsiteY212" fmla="*/ 1486673 h 2027849"/>
                <a:gd name="connsiteX213" fmla="*/ 780343 w 1994354"/>
                <a:gd name="connsiteY213" fmla="*/ 1477005 h 2027849"/>
                <a:gd name="connsiteX214" fmla="*/ 790012 w 1994354"/>
                <a:gd name="connsiteY214" fmla="*/ 1495595 h 2027849"/>
                <a:gd name="connsiteX215" fmla="*/ 771429 w 1994354"/>
                <a:gd name="connsiteY215" fmla="*/ 1505267 h 2027849"/>
                <a:gd name="connsiteX216" fmla="*/ 1028709 w 1994354"/>
                <a:gd name="connsiteY216" fmla="*/ 196835 h 2027849"/>
                <a:gd name="connsiteX217" fmla="*/ 1018834 w 1994354"/>
                <a:gd name="connsiteY217" fmla="*/ 182675 h 2027849"/>
                <a:gd name="connsiteX218" fmla="*/ 1030457 w 1994354"/>
                <a:gd name="connsiteY218" fmla="*/ 168508 h 2027849"/>
                <a:gd name="connsiteX219" fmla="*/ 1034983 w 1994354"/>
                <a:gd name="connsiteY219" fmla="*/ 167534 h 2027849"/>
                <a:gd name="connsiteX220" fmla="*/ 1041532 w 1994354"/>
                <a:gd name="connsiteY220" fmla="*/ 169557 h 2027849"/>
                <a:gd name="connsiteX221" fmla="*/ 1044480 w 1994354"/>
                <a:gd name="connsiteY221" fmla="*/ 173030 h 2027849"/>
                <a:gd name="connsiteX222" fmla="*/ 1045646 w 1994354"/>
                <a:gd name="connsiteY222" fmla="*/ 191308 h 2027849"/>
                <a:gd name="connsiteX223" fmla="*/ 1028709 w 1994354"/>
                <a:gd name="connsiteY223" fmla="*/ 196845 h 2027849"/>
                <a:gd name="connsiteX224" fmla="*/ 724012 w 1994354"/>
                <a:gd name="connsiteY224" fmla="*/ 703368 h 2027849"/>
                <a:gd name="connsiteX225" fmla="*/ 714034 w 1994354"/>
                <a:gd name="connsiteY225" fmla="*/ 685245 h 2027849"/>
                <a:gd name="connsiteX226" fmla="*/ 732137 w 1994354"/>
                <a:gd name="connsiteY226" fmla="*/ 675254 h 2027849"/>
                <a:gd name="connsiteX227" fmla="*/ 732514 w 1994354"/>
                <a:gd name="connsiteY227" fmla="*/ 675367 h 2027849"/>
                <a:gd name="connsiteX228" fmla="*/ 742492 w 1994354"/>
                <a:gd name="connsiteY228" fmla="*/ 693490 h 2027849"/>
                <a:gd name="connsiteX229" fmla="*/ 724389 w 1994354"/>
                <a:gd name="connsiteY229" fmla="*/ 703481 h 2027849"/>
                <a:gd name="connsiteX230" fmla="*/ 724012 w 1994354"/>
                <a:gd name="connsiteY230" fmla="*/ 703368 h 2027849"/>
                <a:gd name="connsiteX231" fmla="*/ 800469 w 1994354"/>
                <a:gd name="connsiteY231" fmla="*/ 406848 h 2027849"/>
                <a:gd name="connsiteX232" fmla="*/ 818880 w 1994354"/>
                <a:gd name="connsiteY232" fmla="*/ 396984 h 2027849"/>
                <a:gd name="connsiteX233" fmla="*/ 828754 w 1994354"/>
                <a:gd name="connsiteY233" fmla="*/ 415475 h 2027849"/>
                <a:gd name="connsiteX234" fmla="*/ 810275 w 1994354"/>
                <a:gd name="connsiteY234" fmla="*/ 425243 h 2027849"/>
                <a:gd name="connsiteX235" fmla="*/ 800469 w 1994354"/>
                <a:gd name="connsiteY235" fmla="*/ 406848 h 2027849"/>
                <a:gd name="connsiteX236" fmla="*/ 765909 w 1994354"/>
                <a:gd name="connsiteY236" fmla="*/ 568451 h 2027849"/>
                <a:gd name="connsiteX237" fmla="*/ 756034 w 1994354"/>
                <a:gd name="connsiteY237" fmla="*/ 550025 h 2027849"/>
                <a:gd name="connsiteX238" fmla="*/ 774446 w 1994354"/>
                <a:gd name="connsiteY238" fmla="*/ 540155 h 2027849"/>
                <a:gd name="connsiteX239" fmla="*/ 784354 w 1994354"/>
                <a:gd name="connsiteY239" fmla="*/ 558508 h 2027849"/>
                <a:gd name="connsiteX240" fmla="*/ 765909 w 1994354"/>
                <a:gd name="connsiteY240" fmla="*/ 568451 h 2027849"/>
                <a:gd name="connsiteX241" fmla="*/ 852034 w 1994354"/>
                <a:gd name="connsiteY241" fmla="*/ 289931 h 2027849"/>
                <a:gd name="connsiteX242" fmla="*/ 842400 w 1994354"/>
                <a:gd name="connsiteY242" fmla="*/ 271649 h 2027849"/>
                <a:gd name="connsiteX243" fmla="*/ 860709 w 1994354"/>
                <a:gd name="connsiteY243" fmla="*/ 262025 h 2027849"/>
                <a:gd name="connsiteX244" fmla="*/ 860983 w 1994354"/>
                <a:gd name="connsiteY244" fmla="*/ 262118 h 2027849"/>
                <a:gd name="connsiteX245" fmla="*/ 870617 w 1994354"/>
                <a:gd name="connsiteY245" fmla="*/ 280399 h 2027849"/>
                <a:gd name="connsiteX246" fmla="*/ 852308 w 1994354"/>
                <a:gd name="connsiteY246" fmla="*/ 290023 h 2027849"/>
                <a:gd name="connsiteX247" fmla="*/ 852034 w 1994354"/>
                <a:gd name="connsiteY247" fmla="*/ 289931 h 2027849"/>
                <a:gd name="connsiteX248" fmla="*/ 894549 w 1994354"/>
                <a:gd name="connsiteY248" fmla="*/ 155219 h 2027849"/>
                <a:gd name="connsiteX249" fmla="*/ 883646 w 1994354"/>
                <a:gd name="connsiteY249" fmla="*/ 141103 h 2027849"/>
                <a:gd name="connsiteX250" fmla="*/ 893589 w 1994354"/>
                <a:gd name="connsiteY250" fmla="*/ 127022 h 2027849"/>
                <a:gd name="connsiteX251" fmla="*/ 899314 w 1994354"/>
                <a:gd name="connsiteY251" fmla="*/ 125455 h 2027849"/>
                <a:gd name="connsiteX252" fmla="*/ 905863 w 1994354"/>
                <a:gd name="connsiteY252" fmla="*/ 127481 h 2027849"/>
                <a:gd name="connsiteX253" fmla="*/ 909532 w 1994354"/>
                <a:gd name="connsiteY253" fmla="*/ 131335 h 2027849"/>
                <a:gd name="connsiteX254" fmla="*/ 911006 w 1994354"/>
                <a:gd name="connsiteY254" fmla="*/ 148454 h 2027849"/>
                <a:gd name="connsiteX255" fmla="*/ 894549 w 1994354"/>
                <a:gd name="connsiteY255" fmla="*/ 155219 h 2027849"/>
                <a:gd name="connsiteX256" fmla="*/ 758674 w 1994354"/>
                <a:gd name="connsiteY256" fmla="*/ 113078 h 2027849"/>
                <a:gd name="connsiteX257" fmla="*/ 748594 w 1994354"/>
                <a:gd name="connsiteY257" fmla="*/ 98503 h 2027849"/>
                <a:gd name="connsiteX258" fmla="*/ 760389 w 1994354"/>
                <a:gd name="connsiteY258" fmla="*/ 84611 h 2027849"/>
                <a:gd name="connsiteX259" fmla="*/ 764949 w 1994354"/>
                <a:gd name="connsiteY259" fmla="*/ 83774 h 2027849"/>
                <a:gd name="connsiteX260" fmla="*/ 770194 w 1994354"/>
                <a:gd name="connsiteY260" fmla="*/ 85392 h 2027849"/>
                <a:gd name="connsiteX261" fmla="*/ 773623 w 1994354"/>
                <a:gd name="connsiteY261" fmla="*/ 88595 h 2027849"/>
                <a:gd name="connsiteX262" fmla="*/ 775817 w 1994354"/>
                <a:gd name="connsiteY262" fmla="*/ 106697 h 2027849"/>
                <a:gd name="connsiteX263" fmla="*/ 758674 w 1994354"/>
                <a:gd name="connsiteY263" fmla="*/ 113078 h 2027849"/>
                <a:gd name="connsiteX264" fmla="*/ 725554 w 1994354"/>
                <a:gd name="connsiteY264" fmla="*/ 220108 h 2027849"/>
                <a:gd name="connsiteX265" fmla="*/ 735189 w 1994354"/>
                <a:gd name="connsiteY265" fmla="*/ 238379 h 2027849"/>
                <a:gd name="connsiteX266" fmla="*/ 716914 w 1994354"/>
                <a:gd name="connsiteY266" fmla="*/ 248023 h 2027849"/>
                <a:gd name="connsiteX267" fmla="*/ 707246 w 1994354"/>
                <a:gd name="connsiteY267" fmla="*/ 229879 h 2027849"/>
                <a:gd name="connsiteX268" fmla="*/ 725451 w 1994354"/>
                <a:gd name="connsiteY268" fmla="*/ 220080 h 2027849"/>
                <a:gd name="connsiteX269" fmla="*/ 725554 w 1994354"/>
                <a:gd name="connsiteY269" fmla="*/ 220108 h 2027849"/>
                <a:gd name="connsiteX270" fmla="*/ 332777 w 1994354"/>
                <a:gd name="connsiteY270" fmla="*/ 1486495 h 2027849"/>
                <a:gd name="connsiteX271" fmla="*/ 342240 w 1994354"/>
                <a:gd name="connsiteY271" fmla="*/ 1504821 h 2027849"/>
                <a:gd name="connsiteX272" fmla="*/ 323897 w 1994354"/>
                <a:gd name="connsiteY272" fmla="*/ 1514277 h 2027849"/>
                <a:gd name="connsiteX273" fmla="*/ 314400 w 1994354"/>
                <a:gd name="connsiteY273" fmla="*/ 1496119 h 2027849"/>
                <a:gd name="connsiteX274" fmla="*/ 332571 w 1994354"/>
                <a:gd name="connsiteY274" fmla="*/ 1486433 h 2027849"/>
                <a:gd name="connsiteX275" fmla="*/ 332777 w 1994354"/>
                <a:gd name="connsiteY275" fmla="*/ 1486495 h 2027849"/>
                <a:gd name="connsiteX276" fmla="*/ 624000 w 1994354"/>
                <a:gd name="connsiteY276" fmla="*/ 71301 h 2027849"/>
                <a:gd name="connsiteX277" fmla="*/ 613337 w 1994354"/>
                <a:gd name="connsiteY277" fmla="*/ 57031 h 2027849"/>
                <a:gd name="connsiteX278" fmla="*/ 624823 w 1994354"/>
                <a:gd name="connsiteY278" fmla="*/ 42761 h 2027849"/>
                <a:gd name="connsiteX279" fmla="*/ 629280 w 1994354"/>
                <a:gd name="connsiteY279" fmla="*/ 41685 h 2027849"/>
                <a:gd name="connsiteX280" fmla="*/ 635829 w 1994354"/>
                <a:gd name="connsiteY280" fmla="*/ 43711 h 2027849"/>
                <a:gd name="connsiteX281" fmla="*/ 638880 w 1994354"/>
                <a:gd name="connsiteY281" fmla="*/ 47140 h 2027849"/>
                <a:gd name="connsiteX282" fmla="*/ 640217 w 1994354"/>
                <a:gd name="connsiteY282" fmla="*/ 65407 h 2027849"/>
                <a:gd name="connsiteX283" fmla="*/ 624000 w 1994354"/>
                <a:gd name="connsiteY283" fmla="*/ 71301 h 2027849"/>
                <a:gd name="connsiteX284" fmla="*/ 185692 w 1994354"/>
                <a:gd name="connsiteY284" fmla="*/ 1017909 h 2027849"/>
                <a:gd name="connsiteX285" fmla="*/ 171909 w 1994354"/>
                <a:gd name="connsiteY285" fmla="*/ 1005984 h 2027849"/>
                <a:gd name="connsiteX286" fmla="*/ 170332 w 1994354"/>
                <a:gd name="connsiteY286" fmla="*/ 1000242 h 2027849"/>
                <a:gd name="connsiteX287" fmla="*/ 171532 w 1994354"/>
                <a:gd name="connsiteY287" fmla="*/ 996329 h 2027849"/>
                <a:gd name="connsiteX288" fmla="*/ 176160 w 1994354"/>
                <a:gd name="connsiteY288" fmla="*/ 992647 h 2027849"/>
                <a:gd name="connsiteX289" fmla="*/ 194332 w 1994354"/>
                <a:gd name="connsiteY289" fmla="*/ 990802 h 2027849"/>
                <a:gd name="connsiteX290" fmla="*/ 200674 w 1994354"/>
                <a:gd name="connsiteY290" fmla="*/ 1007421 h 2027849"/>
                <a:gd name="connsiteX291" fmla="*/ 185692 w 1994354"/>
                <a:gd name="connsiteY291" fmla="*/ 1017909 h 2027849"/>
                <a:gd name="connsiteX292" fmla="*/ 408720 w 1994354"/>
                <a:gd name="connsiteY292" fmla="*/ 300134 h 2027849"/>
                <a:gd name="connsiteX293" fmla="*/ 394663 w 1994354"/>
                <a:gd name="connsiteY293" fmla="*/ 288443 h 2027849"/>
                <a:gd name="connsiteX294" fmla="*/ 392880 w 1994354"/>
                <a:gd name="connsiteY294" fmla="*/ 282895 h 2027849"/>
                <a:gd name="connsiteX295" fmla="*/ 394080 w 1994354"/>
                <a:gd name="connsiteY295" fmla="*/ 278983 h 2027849"/>
                <a:gd name="connsiteX296" fmla="*/ 398606 w 1994354"/>
                <a:gd name="connsiteY296" fmla="*/ 275009 h 2027849"/>
                <a:gd name="connsiteX297" fmla="*/ 416674 w 1994354"/>
                <a:gd name="connsiteY297" fmla="*/ 272805 h 2027849"/>
                <a:gd name="connsiteX298" fmla="*/ 423291 w 1994354"/>
                <a:gd name="connsiteY298" fmla="*/ 289852 h 2027849"/>
                <a:gd name="connsiteX299" fmla="*/ 408720 w 1994354"/>
                <a:gd name="connsiteY299" fmla="*/ 300134 h 2027849"/>
                <a:gd name="connsiteX300" fmla="*/ 451029 w 1994354"/>
                <a:gd name="connsiteY300" fmla="*/ 164973 h 2027849"/>
                <a:gd name="connsiteX301" fmla="*/ 436526 w 1994354"/>
                <a:gd name="connsiteY301" fmla="*/ 153000 h 2027849"/>
                <a:gd name="connsiteX302" fmla="*/ 434949 w 1994354"/>
                <a:gd name="connsiteY302" fmla="*/ 147251 h 2027849"/>
                <a:gd name="connsiteX303" fmla="*/ 436183 w 1994354"/>
                <a:gd name="connsiteY303" fmla="*/ 143339 h 2027849"/>
                <a:gd name="connsiteX304" fmla="*/ 440743 w 1994354"/>
                <a:gd name="connsiteY304" fmla="*/ 139656 h 2027849"/>
                <a:gd name="connsiteX305" fmla="*/ 458949 w 1994354"/>
                <a:gd name="connsiteY305" fmla="*/ 137784 h 2027849"/>
                <a:gd name="connsiteX306" fmla="*/ 463680 w 1994354"/>
                <a:gd name="connsiteY306" fmla="*/ 158030 h 2027849"/>
                <a:gd name="connsiteX307" fmla="*/ 451029 w 1994354"/>
                <a:gd name="connsiteY307" fmla="*/ 164973 h 2027849"/>
                <a:gd name="connsiteX308" fmla="*/ 491280 w 1994354"/>
                <a:gd name="connsiteY308" fmla="*/ 29863 h 2027849"/>
                <a:gd name="connsiteX309" fmla="*/ 478697 w 1994354"/>
                <a:gd name="connsiteY309" fmla="*/ 18868 h 2027849"/>
                <a:gd name="connsiteX310" fmla="*/ 477017 w 1994354"/>
                <a:gd name="connsiteY310" fmla="*/ 11606 h 2027849"/>
                <a:gd name="connsiteX311" fmla="*/ 477840 w 1994354"/>
                <a:gd name="connsiteY311" fmla="*/ 8997 h 2027849"/>
                <a:gd name="connsiteX312" fmla="*/ 494949 w 1994354"/>
                <a:gd name="connsiteY312" fmla="*/ 4 h 2027849"/>
                <a:gd name="connsiteX313" fmla="*/ 500160 w 1994354"/>
                <a:gd name="connsiteY313" fmla="*/ 1622 h 2027849"/>
                <a:gd name="connsiteX314" fmla="*/ 503931 w 1994354"/>
                <a:gd name="connsiteY314" fmla="*/ 5421 h 2027849"/>
                <a:gd name="connsiteX315" fmla="*/ 506366 w 1994354"/>
                <a:gd name="connsiteY315" fmla="*/ 21353 h 2027849"/>
                <a:gd name="connsiteX316" fmla="*/ 491280 w 1994354"/>
                <a:gd name="connsiteY316" fmla="*/ 29863 h 2027849"/>
                <a:gd name="connsiteX317" fmla="*/ 372720 w 1994354"/>
                <a:gd name="connsiteY317" fmla="*/ 416133 h 2027849"/>
                <a:gd name="connsiteX318" fmla="*/ 377314 w 1994354"/>
                <a:gd name="connsiteY318" fmla="*/ 436337 h 2027849"/>
                <a:gd name="connsiteX319" fmla="*/ 363737 w 1994354"/>
                <a:gd name="connsiteY319" fmla="*/ 443133 h 2027849"/>
                <a:gd name="connsiteX320" fmla="*/ 350297 w 1994354"/>
                <a:gd name="connsiteY320" fmla="*/ 431609 h 2027849"/>
                <a:gd name="connsiteX321" fmla="*/ 348754 w 1994354"/>
                <a:gd name="connsiteY321" fmla="*/ 425061 h 2027849"/>
                <a:gd name="connsiteX322" fmla="*/ 349577 w 1994354"/>
                <a:gd name="connsiteY322" fmla="*/ 422452 h 2027849"/>
                <a:gd name="connsiteX323" fmla="*/ 354514 w 1994354"/>
                <a:gd name="connsiteY323" fmla="*/ 417844 h 2027849"/>
                <a:gd name="connsiteX324" fmla="*/ 372720 w 1994354"/>
                <a:gd name="connsiteY324" fmla="*/ 416133 h 2027849"/>
                <a:gd name="connsiteX325" fmla="*/ 330617 w 1994354"/>
                <a:gd name="connsiteY325" fmla="*/ 551150 h 2027849"/>
                <a:gd name="connsiteX326" fmla="*/ 335177 w 1994354"/>
                <a:gd name="connsiteY326" fmla="*/ 571461 h 2027849"/>
                <a:gd name="connsiteX327" fmla="*/ 314880 w 1994354"/>
                <a:gd name="connsiteY327" fmla="*/ 576034 h 2027849"/>
                <a:gd name="connsiteX328" fmla="*/ 308297 w 1994354"/>
                <a:gd name="connsiteY328" fmla="*/ 566410 h 2027849"/>
                <a:gd name="connsiteX329" fmla="*/ 306686 w 1994354"/>
                <a:gd name="connsiteY329" fmla="*/ 560702 h 2027849"/>
                <a:gd name="connsiteX330" fmla="*/ 307886 w 1994354"/>
                <a:gd name="connsiteY330" fmla="*/ 556790 h 2027849"/>
                <a:gd name="connsiteX331" fmla="*/ 312480 w 1994354"/>
                <a:gd name="connsiteY331" fmla="*/ 553046 h 2027849"/>
                <a:gd name="connsiteX332" fmla="*/ 330617 w 1994354"/>
                <a:gd name="connsiteY332" fmla="*/ 551150 h 2027849"/>
                <a:gd name="connsiteX333" fmla="*/ 288411 w 1994354"/>
                <a:gd name="connsiteY333" fmla="*/ 686054 h 2027849"/>
                <a:gd name="connsiteX334" fmla="*/ 293760 w 1994354"/>
                <a:gd name="connsiteY334" fmla="*/ 706097 h 2027849"/>
                <a:gd name="connsiteX335" fmla="*/ 280594 w 1994354"/>
                <a:gd name="connsiteY335" fmla="*/ 713407 h 2027849"/>
                <a:gd name="connsiteX336" fmla="*/ 266468 w 1994354"/>
                <a:gd name="connsiteY336" fmla="*/ 701850 h 2027849"/>
                <a:gd name="connsiteX337" fmla="*/ 264617 w 1994354"/>
                <a:gd name="connsiteY337" fmla="*/ 696347 h 2027849"/>
                <a:gd name="connsiteX338" fmla="*/ 265817 w 1994354"/>
                <a:gd name="connsiteY338" fmla="*/ 692435 h 2027849"/>
                <a:gd name="connsiteX339" fmla="*/ 270308 w 1994354"/>
                <a:gd name="connsiteY339" fmla="*/ 688416 h 2027849"/>
                <a:gd name="connsiteX340" fmla="*/ 288411 w 1994354"/>
                <a:gd name="connsiteY340" fmla="*/ 686054 h 2027849"/>
                <a:gd name="connsiteX341" fmla="*/ 236366 w 1994354"/>
                <a:gd name="connsiteY341" fmla="*/ 855868 h 2027849"/>
                <a:gd name="connsiteX342" fmla="*/ 240891 w 1994354"/>
                <a:gd name="connsiteY342" fmla="*/ 876072 h 2027849"/>
                <a:gd name="connsiteX343" fmla="*/ 227966 w 1994354"/>
                <a:gd name="connsiteY343" fmla="*/ 882857 h 2027849"/>
                <a:gd name="connsiteX344" fmla="*/ 213909 w 1994354"/>
                <a:gd name="connsiteY344" fmla="*/ 871200 h 2027849"/>
                <a:gd name="connsiteX345" fmla="*/ 212400 w 1994354"/>
                <a:gd name="connsiteY345" fmla="*/ 864614 h 2027849"/>
                <a:gd name="connsiteX346" fmla="*/ 213223 w 1994354"/>
                <a:gd name="connsiteY346" fmla="*/ 862005 h 2027849"/>
                <a:gd name="connsiteX347" fmla="*/ 218194 w 1994354"/>
                <a:gd name="connsiteY347" fmla="*/ 857448 h 2027849"/>
                <a:gd name="connsiteX348" fmla="*/ 236366 w 1994354"/>
                <a:gd name="connsiteY348" fmla="*/ 855868 h 2027849"/>
                <a:gd name="connsiteX349" fmla="*/ 152057 w 1994354"/>
                <a:gd name="connsiteY349" fmla="*/ 1125789 h 2027849"/>
                <a:gd name="connsiteX350" fmla="*/ 158640 w 1994354"/>
                <a:gd name="connsiteY350" fmla="*/ 1142843 h 2027849"/>
                <a:gd name="connsiteX351" fmla="*/ 144137 w 1994354"/>
                <a:gd name="connsiteY351" fmla="*/ 1153097 h 2027849"/>
                <a:gd name="connsiteX352" fmla="*/ 130046 w 1994354"/>
                <a:gd name="connsiteY352" fmla="*/ 1141440 h 2027849"/>
                <a:gd name="connsiteX353" fmla="*/ 128263 w 1994354"/>
                <a:gd name="connsiteY353" fmla="*/ 1135886 h 2027849"/>
                <a:gd name="connsiteX354" fmla="*/ 129463 w 1994354"/>
                <a:gd name="connsiteY354" fmla="*/ 1131974 h 2027849"/>
                <a:gd name="connsiteX355" fmla="*/ 133955 w 1994354"/>
                <a:gd name="connsiteY355" fmla="*/ 1128000 h 2027849"/>
                <a:gd name="connsiteX356" fmla="*/ 152057 w 1994354"/>
                <a:gd name="connsiteY356" fmla="*/ 1125789 h 2027849"/>
                <a:gd name="connsiteX357" fmla="*/ 107520 w 1994354"/>
                <a:gd name="connsiteY357" fmla="*/ 1268709 h 2027849"/>
                <a:gd name="connsiteX358" fmla="*/ 114308 w 1994354"/>
                <a:gd name="connsiteY358" fmla="*/ 1285817 h 2027849"/>
                <a:gd name="connsiteX359" fmla="*/ 99120 w 1994354"/>
                <a:gd name="connsiteY359" fmla="*/ 1296103 h 2027849"/>
                <a:gd name="connsiteX360" fmla="*/ 85680 w 1994354"/>
                <a:gd name="connsiteY360" fmla="*/ 1284604 h 2027849"/>
                <a:gd name="connsiteX361" fmla="*/ 84137 w 1994354"/>
                <a:gd name="connsiteY361" fmla="*/ 1278045 h 2027849"/>
                <a:gd name="connsiteX362" fmla="*/ 84960 w 1994354"/>
                <a:gd name="connsiteY362" fmla="*/ 1275439 h 2027849"/>
                <a:gd name="connsiteX363" fmla="*/ 89897 w 1994354"/>
                <a:gd name="connsiteY363" fmla="*/ 1270831 h 2027849"/>
                <a:gd name="connsiteX364" fmla="*/ 107520 w 1994354"/>
                <a:gd name="connsiteY364" fmla="*/ 1268709 h 2027849"/>
                <a:gd name="connsiteX365" fmla="*/ 66034 w 1994354"/>
                <a:gd name="connsiteY365" fmla="*/ 1404138 h 2027849"/>
                <a:gd name="connsiteX366" fmla="*/ 70800 w 1994354"/>
                <a:gd name="connsiteY366" fmla="*/ 1424383 h 2027849"/>
                <a:gd name="connsiteX367" fmla="*/ 58251 w 1994354"/>
                <a:gd name="connsiteY367" fmla="*/ 1431357 h 2027849"/>
                <a:gd name="connsiteX368" fmla="*/ 43680 w 1994354"/>
                <a:gd name="connsiteY368" fmla="*/ 1419419 h 2027849"/>
                <a:gd name="connsiteX369" fmla="*/ 42069 w 1994354"/>
                <a:gd name="connsiteY369" fmla="*/ 1413710 h 2027849"/>
                <a:gd name="connsiteX370" fmla="*/ 43269 w 1994354"/>
                <a:gd name="connsiteY370" fmla="*/ 1409798 h 2027849"/>
                <a:gd name="connsiteX371" fmla="*/ 47863 w 1994354"/>
                <a:gd name="connsiteY371" fmla="*/ 1406047 h 2027849"/>
                <a:gd name="connsiteX372" fmla="*/ 66034 w 1994354"/>
                <a:gd name="connsiteY372" fmla="*/ 1404120 h 2027849"/>
                <a:gd name="connsiteX373" fmla="*/ 24343 w 1994354"/>
                <a:gd name="connsiteY373" fmla="*/ 1539477 h 2027849"/>
                <a:gd name="connsiteX374" fmla="*/ 30206 w 1994354"/>
                <a:gd name="connsiteY374" fmla="*/ 1556812 h 2027849"/>
                <a:gd name="connsiteX375" fmla="*/ 13166 w 1994354"/>
                <a:gd name="connsiteY375" fmla="*/ 1566278 h 2027849"/>
                <a:gd name="connsiteX376" fmla="*/ 1852 w 1994354"/>
                <a:gd name="connsiteY376" fmla="*/ 1554857 h 2027849"/>
                <a:gd name="connsiteX377" fmla="*/ 0 w 1994354"/>
                <a:gd name="connsiteY377" fmla="*/ 1549355 h 2027849"/>
                <a:gd name="connsiteX378" fmla="*/ 1200 w 1994354"/>
                <a:gd name="connsiteY378" fmla="*/ 1545443 h 2027849"/>
                <a:gd name="connsiteX379" fmla="*/ 5692 w 1994354"/>
                <a:gd name="connsiteY379" fmla="*/ 1541421 h 2027849"/>
                <a:gd name="connsiteX380" fmla="*/ 24343 w 1994354"/>
                <a:gd name="connsiteY380" fmla="*/ 1539460 h 2027849"/>
                <a:gd name="connsiteX381" fmla="*/ 155897 w 1994354"/>
                <a:gd name="connsiteY381" fmla="*/ 1579526 h 2027849"/>
                <a:gd name="connsiteX382" fmla="*/ 165189 w 1994354"/>
                <a:gd name="connsiteY382" fmla="*/ 1598414 h 2027849"/>
                <a:gd name="connsiteX383" fmla="*/ 146880 w 1994354"/>
                <a:gd name="connsiteY383" fmla="*/ 1607880 h 2027849"/>
                <a:gd name="connsiteX384" fmla="*/ 137451 w 1994354"/>
                <a:gd name="connsiteY384" fmla="*/ 1589219 h 2027849"/>
                <a:gd name="connsiteX385" fmla="*/ 155897 w 1994354"/>
                <a:gd name="connsiteY385" fmla="*/ 1579509 h 2027849"/>
                <a:gd name="connsiteX386" fmla="*/ 317314 w 1994354"/>
                <a:gd name="connsiteY386" fmla="*/ 1059326 h 2027849"/>
                <a:gd name="connsiteX387" fmla="*/ 307509 w 1994354"/>
                <a:gd name="connsiteY387" fmla="*/ 1041021 h 2027849"/>
                <a:gd name="connsiteX388" fmla="*/ 307509 w 1994354"/>
                <a:gd name="connsiteY388" fmla="*/ 1041017 h 2027849"/>
                <a:gd name="connsiteX389" fmla="*/ 325749 w 1994354"/>
                <a:gd name="connsiteY389" fmla="*/ 1031325 h 2027849"/>
                <a:gd name="connsiteX390" fmla="*/ 335451 w 1994354"/>
                <a:gd name="connsiteY390" fmla="*/ 1049582 h 2027849"/>
                <a:gd name="connsiteX391" fmla="*/ 317314 w 1994354"/>
                <a:gd name="connsiteY391" fmla="*/ 1059309 h 2027849"/>
                <a:gd name="connsiteX392" fmla="*/ 590606 w 1994354"/>
                <a:gd name="connsiteY392" fmla="*/ 178252 h 2027849"/>
                <a:gd name="connsiteX393" fmla="*/ 600206 w 1994354"/>
                <a:gd name="connsiteY393" fmla="*/ 196214 h 2027849"/>
                <a:gd name="connsiteX394" fmla="*/ 600069 w 1994354"/>
                <a:gd name="connsiteY394" fmla="*/ 196629 h 2027849"/>
                <a:gd name="connsiteX395" fmla="*/ 581726 w 1994354"/>
                <a:gd name="connsiteY395" fmla="*/ 206112 h 2027849"/>
                <a:gd name="connsiteX396" fmla="*/ 572229 w 1994354"/>
                <a:gd name="connsiteY396" fmla="*/ 187756 h 2027849"/>
                <a:gd name="connsiteX397" fmla="*/ 590229 w 1994354"/>
                <a:gd name="connsiteY397" fmla="*/ 178097 h 2027849"/>
                <a:gd name="connsiteX398" fmla="*/ 590606 w 1994354"/>
                <a:gd name="connsiteY398" fmla="*/ 178221 h 2027849"/>
                <a:gd name="connsiteX399" fmla="*/ 513737 w 1994354"/>
                <a:gd name="connsiteY399" fmla="*/ 474857 h 2027849"/>
                <a:gd name="connsiteX400" fmla="*/ 495291 w 1994354"/>
                <a:gd name="connsiteY400" fmla="*/ 484159 h 2027849"/>
                <a:gd name="connsiteX401" fmla="*/ 486000 w 1994354"/>
                <a:gd name="connsiteY401" fmla="*/ 465710 h 2027849"/>
                <a:gd name="connsiteX402" fmla="*/ 504308 w 1994354"/>
                <a:gd name="connsiteY402" fmla="*/ 456367 h 2027849"/>
                <a:gd name="connsiteX403" fmla="*/ 513737 w 1994354"/>
                <a:gd name="connsiteY403" fmla="*/ 474840 h 2027849"/>
                <a:gd name="connsiteX404" fmla="*/ 548503 w 1994354"/>
                <a:gd name="connsiteY404" fmla="*/ 313115 h 2027849"/>
                <a:gd name="connsiteX405" fmla="*/ 558583 w 1994354"/>
                <a:gd name="connsiteY405" fmla="*/ 331416 h 2027849"/>
                <a:gd name="connsiteX406" fmla="*/ 540275 w 1994354"/>
                <a:gd name="connsiteY406" fmla="*/ 341493 h 2027849"/>
                <a:gd name="connsiteX407" fmla="*/ 530194 w 1994354"/>
                <a:gd name="connsiteY407" fmla="*/ 323191 h 2027849"/>
                <a:gd name="connsiteX408" fmla="*/ 530229 w 1994354"/>
                <a:gd name="connsiteY408" fmla="*/ 323095 h 2027849"/>
                <a:gd name="connsiteX409" fmla="*/ 548434 w 1994354"/>
                <a:gd name="connsiteY409" fmla="*/ 313080 h 2027849"/>
                <a:gd name="connsiteX410" fmla="*/ 548503 w 1994354"/>
                <a:gd name="connsiteY410" fmla="*/ 313097 h 2027849"/>
                <a:gd name="connsiteX411" fmla="*/ 462069 w 1994354"/>
                <a:gd name="connsiteY411" fmla="*/ 591473 h 2027849"/>
                <a:gd name="connsiteX412" fmla="*/ 472012 w 1994354"/>
                <a:gd name="connsiteY412" fmla="*/ 609641 h 2027849"/>
                <a:gd name="connsiteX413" fmla="*/ 453840 w 1994354"/>
                <a:gd name="connsiteY413" fmla="*/ 619570 h 2027849"/>
                <a:gd name="connsiteX414" fmla="*/ 443897 w 1994354"/>
                <a:gd name="connsiteY414" fmla="*/ 601416 h 2027849"/>
                <a:gd name="connsiteX415" fmla="*/ 461589 w 1994354"/>
                <a:gd name="connsiteY415" fmla="*/ 591312 h 2027849"/>
                <a:gd name="connsiteX416" fmla="*/ 462069 w 1994354"/>
                <a:gd name="connsiteY416" fmla="*/ 591456 h 2027849"/>
                <a:gd name="connsiteX417" fmla="*/ 402034 w 1994354"/>
                <a:gd name="connsiteY417" fmla="*/ 736368 h 2027849"/>
                <a:gd name="connsiteX418" fmla="*/ 420172 w 1994354"/>
                <a:gd name="connsiteY418" fmla="*/ 726487 h 2027849"/>
                <a:gd name="connsiteX419" fmla="*/ 430046 w 1994354"/>
                <a:gd name="connsiteY419" fmla="*/ 744631 h 2027849"/>
                <a:gd name="connsiteX420" fmla="*/ 429977 w 1994354"/>
                <a:gd name="connsiteY420" fmla="*/ 744902 h 2027849"/>
                <a:gd name="connsiteX421" fmla="*/ 411737 w 1994354"/>
                <a:gd name="connsiteY421" fmla="*/ 754598 h 2027849"/>
                <a:gd name="connsiteX422" fmla="*/ 402034 w 1994354"/>
                <a:gd name="connsiteY422" fmla="*/ 736351 h 2027849"/>
                <a:gd name="connsiteX423" fmla="*/ 359349 w 1994354"/>
                <a:gd name="connsiteY423" fmla="*/ 924271 h 2027849"/>
                <a:gd name="connsiteX424" fmla="*/ 349063 w 1994354"/>
                <a:gd name="connsiteY424" fmla="*/ 906093 h 2027849"/>
                <a:gd name="connsiteX425" fmla="*/ 367234 w 1994354"/>
                <a:gd name="connsiteY425" fmla="*/ 895804 h 2027849"/>
                <a:gd name="connsiteX426" fmla="*/ 377520 w 1994354"/>
                <a:gd name="connsiteY426" fmla="*/ 913982 h 2027849"/>
                <a:gd name="connsiteX427" fmla="*/ 377486 w 1994354"/>
                <a:gd name="connsiteY427" fmla="*/ 914129 h 2027849"/>
                <a:gd name="connsiteX428" fmla="*/ 359417 w 1994354"/>
                <a:gd name="connsiteY428" fmla="*/ 924271 h 2027849"/>
                <a:gd name="connsiteX429" fmla="*/ 359349 w 1994354"/>
                <a:gd name="connsiteY429" fmla="*/ 924254 h 2027849"/>
                <a:gd name="connsiteX430" fmla="*/ 283749 w 1994354"/>
                <a:gd name="connsiteY430" fmla="*/ 1166095 h 2027849"/>
                <a:gd name="connsiteX431" fmla="*/ 293931 w 1994354"/>
                <a:gd name="connsiteY431" fmla="*/ 1184284 h 2027849"/>
                <a:gd name="connsiteX432" fmla="*/ 275760 w 1994354"/>
                <a:gd name="connsiteY432" fmla="*/ 1194477 h 2027849"/>
                <a:gd name="connsiteX433" fmla="*/ 265543 w 1994354"/>
                <a:gd name="connsiteY433" fmla="*/ 1176285 h 2027849"/>
                <a:gd name="connsiteX434" fmla="*/ 265577 w 1994354"/>
                <a:gd name="connsiteY434" fmla="*/ 1176223 h 2027849"/>
                <a:gd name="connsiteX435" fmla="*/ 283611 w 1994354"/>
                <a:gd name="connsiteY435" fmla="*/ 1166040 h 2027849"/>
                <a:gd name="connsiteX436" fmla="*/ 283749 w 1994354"/>
                <a:gd name="connsiteY436" fmla="*/ 1166078 h 2027849"/>
                <a:gd name="connsiteX437" fmla="*/ 198069 w 1994354"/>
                <a:gd name="connsiteY437" fmla="*/ 1444732 h 2027849"/>
                <a:gd name="connsiteX438" fmla="*/ 207051 w 1994354"/>
                <a:gd name="connsiteY438" fmla="*/ 1463304 h 2027849"/>
                <a:gd name="connsiteX439" fmla="*/ 188468 w 1994354"/>
                <a:gd name="connsiteY439" fmla="*/ 1472280 h 2027849"/>
                <a:gd name="connsiteX440" fmla="*/ 179486 w 1994354"/>
                <a:gd name="connsiteY440" fmla="*/ 1453742 h 2027849"/>
                <a:gd name="connsiteX441" fmla="*/ 197417 w 1994354"/>
                <a:gd name="connsiteY441" fmla="*/ 1444492 h 2027849"/>
                <a:gd name="connsiteX442" fmla="*/ 198069 w 1994354"/>
                <a:gd name="connsiteY442" fmla="*/ 1444715 h 2027849"/>
                <a:gd name="connsiteX443" fmla="*/ 240069 w 1994354"/>
                <a:gd name="connsiteY443" fmla="*/ 1309433 h 2027849"/>
                <a:gd name="connsiteX444" fmla="*/ 249463 w 1994354"/>
                <a:gd name="connsiteY444" fmla="*/ 1328157 h 2027849"/>
                <a:gd name="connsiteX445" fmla="*/ 230743 w 1994354"/>
                <a:gd name="connsiteY445" fmla="*/ 1337558 h 2027849"/>
                <a:gd name="connsiteX446" fmla="*/ 221349 w 1994354"/>
                <a:gd name="connsiteY446" fmla="*/ 1318835 h 2027849"/>
                <a:gd name="connsiteX447" fmla="*/ 221417 w 1994354"/>
                <a:gd name="connsiteY447" fmla="*/ 1318622 h 2027849"/>
                <a:gd name="connsiteX448" fmla="*/ 240000 w 1994354"/>
                <a:gd name="connsiteY448" fmla="*/ 1309396 h 2027849"/>
                <a:gd name="connsiteX449" fmla="*/ 240069 w 1994354"/>
                <a:gd name="connsiteY449" fmla="*/ 1309416 h 2027849"/>
                <a:gd name="connsiteX450" fmla="*/ 291189 w 1994354"/>
                <a:gd name="connsiteY450" fmla="*/ 1621512 h 2027849"/>
                <a:gd name="connsiteX451" fmla="*/ 300583 w 1994354"/>
                <a:gd name="connsiteY451" fmla="*/ 1640191 h 2027849"/>
                <a:gd name="connsiteX452" fmla="*/ 282206 w 1994354"/>
                <a:gd name="connsiteY452" fmla="*/ 1650004 h 2027849"/>
                <a:gd name="connsiteX453" fmla="*/ 272400 w 1994354"/>
                <a:gd name="connsiteY453" fmla="*/ 1631633 h 2027849"/>
                <a:gd name="connsiteX454" fmla="*/ 272606 w 1994354"/>
                <a:gd name="connsiteY454" fmla="*/ 1631013 h 2027849"/>
                <a:gd name="connsiteX455" fmla="*/ 291189 w 1994354"/>
                <a:gd name="connsiteY455" fmla="*/ 1621495 h 2027849"/>
                <a:gd name="connsiteX456" fmla="*/ 366103 w 1994354"/>
                <a:gd name="connsiteY456" fmla="*/ 1379541 h 2027849"/>
                <a:gd name="connsiteX457" fmla="*/ 356126 w 1994354"/>
                <a:gd name="connsiteY457" fmla="*/ 1361112 h 2027849"/>
                <a:gd name="connsiteX458" fmla="*/ 374571 w 1994354"/>
                <a:gd name="connsiteY458" fmla="*/ 1351152 h 2027849"/>
                <a:gd name="connsiteX459" fmla="*/ 384514 w 1994354"/>
                <a:gd name="connsiteY459" fmla="*/ 1369581 h 2027849"/>
                <a:gd name="connsiteX460" fmla="*/ 384514 w 1994354"/>
                <a:gd name="connsiteY460" fmla="*/ 1369632 h 2027849"/>
                <a:gd name="connsiteX461" fmla="*/ 366103 w 1994354"/>
                <a:gd name="connsiteY461" fmla="*/ 1379524 h 2027849"/>
                <a:gd name="connsiteX462" fmla="*/ 410366 w 1994354"/>
                <a:gd name="connsiteY462" fmla="*/ 1236247 h 2027849"/>
                <a:gd name="connsiteX463" fmla="*/ 400766 w 1994354"/>
                <a:gd name="connsiteY463" fmla="*/ 1217733 h 2027849"/>
                <a:gd name="connsiteX464" fmla="*/ 419280 w 1994354"/>
                <a:gd name="connsiteY464" fmla="*/ 1208133 h 2027849"/>
                <a:gd name="connsiteX465" fmla="*/ 428846 w 1994354"/>
                <a:gd name="connsiteY465" fmla="*/ 1226695 h 2027849"/>
                <a:gd name="connsiteX466" fmla="*/ 410366 w 1994354"/>
                <a:gd name="connsiteY466" fmla="*/ 1236230 h 2027849"/>
                <a:gd name="connsiteX467" fmla="*/ 546720 w 1994354"/>
                <a:gd name="connsiteY467" fmla="*/ 796615 h 2027849"/>
                <a:gd name="connsiteX468" fmla="*/ 537154 w 1994354"/>
                <a:gd name="connsiteY468" fmla="*/ 778067 h 2027849"/>
                <a:gd name="connsiteX469" fmla="*/ 555703 w 1994354"/>
                <a:gd name="connsiteY469" fmla="*/ 768501 h 2027849"/>
                <a:gd name="connsiteX470" fmla="*/ 565269 w 1994354"/>
                <a:gd name="connsiteY470" fmla="*/ 787039 h 2027849"/>
                <a:gd name="connsiteX471" fmla="*/ 546720 w 1994354"/>
                <a:gd name="connsiteY471" fmla="*/ 796598 h 2027849"/>
                <a:gd name="connsiteX472" fmla="*/ 597703 w 1994354"/>
                <a:gd name="connsiteY472" fmla="*/ 633552 h 2027849"/>
                <a:gd name="connsiteX473" fmla="*/ 607029 w 1994354"/>
                <a:gd name="connsiteY473" fmla="*/ 652032 h 2027849"/>
                <a:gd name="connsiteX474" fmla="*/ 588549 w 1994354"/>
                <a:gd name="connsiteY474" fmla="*/ 661358 h 2027849"/>
                <a:gd name="connsiteX475" fmla="*/ 579223 w 1994354"/>
                <a:gd name="connsiteY475" fmla="*/ 642868 h 2027849"/>
                <a:gd name="connsiteX476" fmla="*/ 597703 w 1994354"/>
                <a:gd name="connsiteY476" fmla="*/ 633535 h 2027849"/>
                <a:gd name="connsiteX477" fmla="*/ 494023 w 1994354"/>
                <a:gd name="connsiteY477" fmla="*/ 966048 h 2027849"/>
                <a:gd name="connsiteX478" fmla="*/ 484560 w 1994354"/>
                <a:gd name="connsiteY478" fmla="*/ 947421 h 2027849"/>
                <a:gd name="connsiteX479" fmla="*/ 503177 w 1994354"/>
                <a:gd name="connsiteY479" fmla="*/ 937968 h 2027849"/>
                <a:gd name="connsiteX480" fmla="*/ 512640 w 1994354"/>
                <a:gd name="connsiteY480" fmla="*/ 956592 h 2027849"/>
                <a:gd name="connsiteX481" fmla="*/ 512640 w 1994354"/>
                <a:gd name="connsiteY481" fmla="*/ 956620 h 2027849"/>
                <a:gd name="connsiteX482" fmla="*/ 494023 w 1994354"/>
                <a:gd name="connsiteY482" fmla="*/ 966031 h 2027849"/>
                <a:gd name="connsiteX483" fmla="*/ 452537 w 1994354"/>
                <a:gd name="connsiteY483" fmla="*/ 1101254 h 2027849"/>
                <a:gd name="connsiteX484" fmla="*/ 442629 w 1994354"/>
                <a:gd name="connsiteY484" fmla="*/ 1082939 h 2027849"/>
                <a:gd name="connsiteX485" fmla="*/ 461040 w 1994354"/>
                <a:gd name="connsiteY485" fmla="*/ 1073219 h 2027849"/>
                <a:gd name="connsiteX486" fmla="*/ 470846 w 1994354"/>
                <a:gd name="connsiteY486" fmla="*/ 1091321 h 2027849"/>
                <a:gd name="connsiteX487" fmla="*/ 452537 w 1994354"/>
                <a:gd name="connsiteY487" fmla="*/ 1101237 h 2027849"/>
                <a:gd name="connsiteX488" fmla="*/ 665349 w 1994354"/>
                <a:gd name="connsiteY488" fmla="*/ 365030 h 2027849"/>
                <a:gd name="connsiteX489" fmla="*/ 683657 w 1994354"/>
                <a:gd name="connsiteY489" fmla="*/ 355056 h 2027849"/>
                <a:gd name="connsiteX490" fmla="*/ 693463 w 1994354"/>
                <a:gd name="connsiteY490" fmla="*/ 373502 h 2027849"/>
                <a:gd name="connsiteX491" fmla="*/ 675223 w 1994354"/>
                <a:gd name="connsiteY491" fmla="*/ 383359 h 2027849"/>
                <a:gd name="connsiteX492" fmla="*/ 665349 w 1994354"/>
                <a:gd name="connsiteY492" fmla="*/ 365051 h 2027849"/>
                <a:gd name="connsiteX493" fmla="*/ 665349 w 1994354"/>
                <a:gd name="connsiteY493" fmla="*/ 365013 h 2027849"/>
                <a:gd name="connsiteX494" fmla="*/ 630617 w 1994354"/>
                <a:gd name="connsiteY494" fmla="*/ 526495 h 2027849"/>
                <a:gd name="connsiteX495" fmla="*/ 620846 w 1994354"/>
                <a:gd name="connsiteY495" fmla="*/ 508008 h 2027849"/>
                <a:gd name="connsiteX496" fmla="*/ 639360 w 1994354"/>
                <a:gd name="connsiteY496" fmla="*/ 498254 h 2027849"/>
                <a:gd name="connsiteX497" fmla="*/ 649097 w 1994354"/>
                <a:gd name="connsiteY497" fmla="*/ 516741 h 2027849"/>
                <a:gd name="connsiteX498" fmla="*/ 649097 w 1994354"/>
                <a:gd name="connsiteY498" fmla="*/ 516761 h 2027849"/>
                <a:gd name="connsiteX499" fmla="*/ 630617 w 1994354"/>
                <a:gd name="connsiteY499" fmla="*/ 526478 h 2027849"/>
                <a:gd name="connsiteX500" fmla="*/ 468137 w 1994354"/>
                <a:gd name="connsiteY500" fmla="*/ 1528505 h 2027849"/>
                <a:gd name="connsiteX501" fmla="*/ 477291 w 1994354"/>
                <a:gd name="connsiteY501" fmla="*/ 1546992 h 2027849"/>
                <a:gd name="connsiteX502" fmla="*/ 458812 w 1994354"/>
                <a:gd name="connsiteY502" fmla="*/ 1556150 h 2027849"/>
                <a:gd name="connsiteX503" fmla="*/ 449589 w 1994354"/>
                <a:gd name="connsiteY503" fmla="*/ 1537852 h 2027849"/>
                <a:gd name="connsiteX504" fmla="*/ 468103 w 1994354"/>
                <a:gd name="connsiteY504" fmla="*/ 1528471 h 2027849"/>
                <a:gd name="connsiteX505" fmla="*/ 468137 w 1994354"/>
                <a:gd name="connsiteY505" fmla="*/ 1528488 h 2027849"/>
                <a:gd name="connsiteX506" fmla="*/ 425829 w 1994354"/>
                <a:gd name="connsiteY506" fmla="*/ 1663283 h 2027849"/>
                <a:gd name="connsiteX507" fmla="*/ 435943 w 1994354"/>
                <a:gd name="connsiteY507" fmla="*/ 1681643 h 2027849"/>
                <a:gd name="connsiteX508" fmla="*/ 417532 w 1994354"/>
                <a:gd name="connsiteY508" fmla="*/ 1691904 h 2027849"/>
                <a:gd name="connsiteX509" fmla="*/ 407554 w 1994354"/>
                <a:gd name="connsiteY509" fmla="*/ 1673411 h 2027849"/>
                <a:gd name="connsiteX510" fmla="*/ 425829 w 1994354"/>
                <a:gd name="connsiteY510" fmla="*/ 1663265 h 2027849"/>
                <a:gd name="connsiteX511" fmla="*/ 587726 w 1994354"/>
                <a:gd name="connsiteY511" fmla="*/ 1143192 h 2027849"/>
                <a:gd name="connsiteX512" fmla="*/ 577714 w 1994354"/>
                <a:gd name="connsiteY512" fmla="*/ 1124901 h 2027849"/>
                <a:gd name="connsiteX513" fmla="*/ 595920 w 1994354"/>
                <a:gd name="connsiteY513" fmla="*/ 1114965 h 2027849"/>
                <a:gd name="connsiteX514" fmla="*/ 595989 w 1994354"/>
                <a:gd name="connsiteY514" fmla="*/ 1114989 h 2027849"/>
                <a:gd name="connsiteX515" fmla="*/ 606103 w 1994354"/>
                <a:gd name="connsiteY515" fmla="*/ 1133232 h 2027849"/>
                <a:gd name="connsiteX516" fmla="*/ 587726 w 1994354"/>
                <a:gd name="connsiteY516" fmla="*/ 1143175 h 2027849"/>
                <a:gd name="connsiteX517" fmla="*/ 690926 w 1994354"/>
                <a:gd name="connsiteY517" fmla="*/ 810446 h 2027849"/>
                <a:gd name="connsiteX518" fmla="*/ 700629 w 1994354"/>
                <a:gd name="connsiteY518" fmla="*/ 828940 h 2027849"/>
                <a:gd name="connsiteX519" fmla="*/ 682148 w 1994354"/>
                <a:gd name="connsiteY519" fmla="*/ 838639 h 2027849"/>
                <a:gd name="connsiteX520" fmla="*/ 681771 w 1994354"/>
                <a:gd name="connsiteY520" fmla="*/ 838523 h 2027849"/>
                <a:gd name="connsiteX521" fmla="*/ 672308 w 1994354"/>
                <a:gd name="connsiteY521" fmla="*/ 819899 h 2027849"/>
                <a:gd name="connsiteX522" fmla="*/ 690926 w 1994354"/>
                <a:gd name="connsiteY522" fmla="*/ 810429 h 2027849"/>
                <a:gd name="connsiteX523" fmla="*/ 638469 w 1994354"/>
                <a:gd name="connsiteY523" fmla="*/ 979934 h 2027849"/>
                <a:gd name="connsiteX524" fmla="*/ 647795 w 1994354"/>
                <a:gd name="connsiteY524" fmla="*/ 998616 h 2027849"/>
                <a:gd name="connsiteX525" fmla="*/ 629109 w 1994354"/>
                <a:gd name="connsiteY525" fmla="*/ 1007949 h 2027849"/>
                <a:gd name="connsiteX526" fmla="*/ 619783 w 1994354"/>
                <a:gd name="connsiteY526" fmla="*/ 989270 h 2027849"/>
                <a:gd name="connsiteX527" fmla="*/ 638469 w 1994354"/>
                <a:gd name="connsiteY527" fmla="*/ 979917 h 2027849"/>
                <a:gd name="connsiteX528" fmla="*/ 545589 w 1994354"/>
                <a:gd name="connsiteY528" fmla="*/ 1278196 h 2027849"/>
                <a:gd name="connsiteX529" fmla="*/ 535886 w 1994354"/>
                <a:gd name="connsiteY529" fmla="*/ 1259819 h 2027849"/>
                <a:gd name="connsiteX530" fmla="*/ 535886 w 1994354"/>
                <a:gd name="connsiteY530" fmla="*/ 1259778 h 2027849"/>
                <a:gd name="connsiteX531" fmla="*/ 554332 w 1994354"/>
                <a:gd name="connsiteY531" fmla="*/ 1250037 h 2027849"/>
                <a:gd name="connsiteX532" fmla="*/ 564103 w 1994354"/>
                <a:gd name="connsiteY532" fmla="*/ 1268551 h 2027849"/>
                <a:gd name="connsiteX533" fmla="*/ 545589 w 1994354"/>
                <a:gd name="connsiteY533" fmla="*/ 1278179 h 2027849"/>
                <a:gd name="connsiteX534" fmla="*/ 500880 w 1994354"/>
                <a:gd name="connsiteY534" fmla="*/ 1421352 h 2027849"/>
                <a:gd name="connsiteX535" fmla="*/ 491486 w 1994354"/>
                <a:gd name="connsiteY535" fmla="*/ 1402632 h 2027849"/>
                <a:gd name="connsiteX536" fmla="*/ 510206 w 1994354"/>
                <a:gd name="connsiteY536" fmla="*/ 1393235 h 2027849"/>
                <a:gd name="connsiteX537" fmla="*/ 519600 w 1994354"/>
                <a:gd name="connsiteY537" fmla="*/ 1411951 h 2027849"/>
                <a:gd name="connsiteX538" fmla="*/ 500880 w 1994354"/>
                <a:gd name="connsiteY538" fmla="*/ 1421335 h 2027849"/>
                <a:gd name="connsiteX539" fmla="*/ 995897 w 1994354"/>
                <a:gd name="connsiteY539" fmla="*/ 303981 h 2027849"/>
                <a:gd name="connsiteX540" fmla="*/ 1005806 w 1994354"/>
                <a:gd name="connsiteY540" fmla="*/ 322121 h 2027849"/>
                <a:gd name="connsiteX541" fmla="*/ 987669 w 1994354"/>
                <a:gd name="connsiteY541" fmla="*/ 332020 h 2027849"/>
                <a:gd name="connsiteX542" fmla="*/ 987429 w 1994354"/>
                <a:gd name="connsiteY542" fmla="*/ 331951 h 2027849"/>
                <a:gd name="connsiteX543" fmla="*/ 977657 w 1994354"/>
                <a:gd name="connsiteY543" fmla="*/ 313728 h 2027849"/>
                <a:gd name="connsiteX544" fmla="*/ 995897 w 1994354"/>
                <a:gd name="connsiteY544" fmla="*/ 303971 h 2027849"/>
                <a:gd name="connsiteX545" fmla="*/ 954377 w 1994354"/>
                <a:gd name="connsiteY545" fmla="*/ 439015 h 2027849"/>
                <a:gd name="connsiteX546" fmla="*/ 963635 w 1994354"/>
                <a:gd name="connsiteY546" fmla="*/ 457670 h 2027849"/>
                <a:gd name="connsiteX547" fmla="*/ 945052 w 1994354"/>
                <a:gd name="connsiteY547" fmla="*/ 466711 h 2027849"/>
                <a:gd name="connsiteX548" fmla="*/ 936000 w 1994354"/>
                <a:gd name="connsiteY548" fmla="*/ 448118 h 2027849"/>
                <a:gd name="connsiteX549" fmla="*/ 954377 w 1994354"/>
                <a:gd name="connsiteY549" fmla="*/ 439005 h 2027849"/>
                <a:gd name="connsiteX550" fmla="*/ 909497 w 1994354"/>
                <a:gd name="connsiteY550" fmla="*/ 582052 h 2027849"/>
                <a:gd name="connsiteX551" fmla="*/ 919714 w 1994354"/>
                <a:gd name="connsiteY551" fmla="*/ 600281 h 2027849"/>
                <a:gd name="connsiteX552" fmla="*/ 901509 w 1994354"/>
                <a:gd name="connsiteY552" fmla="*/ 610509 h 2027849"/>
                <a:gd name="connsiteX553" fmla="*/ 891257 w 1994354"/>
                <a:gd name="connsiteY553" fmla="*/ 592279 h 2027849"/>
                <a:gd name="connsiteX554" fmla="*/ 891326 w 1994354"/>
                <a:gd name="connsiteY554" fmla="*/ 592073 h 2027849"/>
                <a:gd name="connsiteX555" fmla="*/ 909429 w 1994354"/>
                <a:gd name="connsiteY555" fmla="*/ 582034 h 2027849"/>
                <a:gd name="connsiteX556" fmla="*/ 909497 w 1994354"/>
                <a:gd name="connsiteY556" fmla="*/ 582052 h 2027849"/>
                <a:gd name="connsiteX557" fmla="*/ 867532 w 1994354"/>
                <a:gd name="connsiteY557" fmla="*/ 717247 h 2027849"/>
                <a:gd name="connsiteX558" fmla="*/ 877509 w 1994354"/>
                <a:gd name="connsiteY558" fmla="*/ 735384 h 2027849"/>
                <a:gd name="connsiteX559" fmla="*/ 859372 w 1994354"/>
                <a:gd name="connsiteY559" fmla="*/ 745358 h 2027849"/>
                <a:gd name="connsiteX560" fmla="*/ 849394 w 1994354"/>
                <a:gd name="connsiteY560" fmla="*/ 727221 h 2027849"/>
                <a:gd name="connsiteX561" fmla="*/ 849394 w 1994354"/>
                <a:gd name="connsiteY561" fmla="*/ 727221 h 2027849"/>
                <a:gd name="connsiteX562" fmla="*/ 867223 w 1994354"/>
                <a:gd name="connsiteY562" fmla="*/ 717158 h 2027849"/>
                <a:gd name="connsiteX563" fmla="*/ 867532 w 1994354"/>
                <a:gd name="connsiteY563" fmla="*/ 717247 h 2027849"/>
                <a:gd name="connsiteX564" fmla="*/ 782914 w 1994354"/>
                <a:gd name="connsiteY564" fmla="*/ 1040219 h 2027849"/>
                <a:gd name="connsiteX565" fmla="*/ 764503 w 1994354"/>
                <a:gd name="connsiteY565" fmla="*/ 1049620 h 2027849"/>
                <a:gd name="connsiteX566" fmla="*/ 755109 w 1994354"/>
                <a:gd name="connsiteY566" fmla="*/ 1031205 h 2027849"/>
                <a:gd name="connsiteX567" fmla="*/ 773349 w 1994354"/>
                <a:gd name="connsiteY567" fmla="*/ 1021752 h 2027849"/>
                <a:gd name="connsiteX568" fmla="*/ 782914 w 1994354"/>
                <a:gd name="connsiteY568" fmla="*/ 1040205 h 2027849"/>
                <a:gd name="connsiteX569" fmla="*/ 782914 w 1994354"/>
                <a:gd name="connsiteY569" fmla="*/ 1040225 h 2027849"/>
                <a:gd name="connsiteX570" fmla="*/ 825669 w 1994354"/>
                <a:gd name="connsiteY570" fmla="*/ 852237 h 2027849"/>
                <a:gd name="connsiteX571" fmla="*/ 835646 w 1994354"/>
                <a:gd name="connsiteY571" fmla="*/ 870559 h 2027849"/>
                <a:gd name="connsiteX572" fmla="*/ 817337 w 1994354"/>
                <a:gd name="connsiteY572" fmla="*/ 880553 h 2027849"/>
                <a:gd name="connsiteX573" fmla="*/ 807360 w 1994354"/>
                <a:gd name="connsiteY573" fmla="*/ 862231 h 2027849"/>
                <a:gd name="connsiteX574" fmla="*/ 825669 w 1994354"/>
                <a:gd name="connsiteY574" fmla="*/ 852244 h 2027849"/>
                <a:gd name="connsiteX575" fmla="*/ 731349 w 1994354"/>
                <a:gd name="connsiteY575" fmla="*/ 1156961 h 2027849"/>
                <a:gd name="connsiteX576" fmla="*/ 741120 w 1994354"/>
                <a:gd name="connsiteY576" fmla="*/ 1175294 h 2027849"/>
                <a:gd name="connsiteX577" fmla="*/ 722812 w 1994354"/>
                <a:gd name="connsiteY577" fmla="*/ 1185079 h 2027849"/>
                <a:gd name="connsiteX578" fmla="*/ 713006 w 1994354"/>
                <a:gd name="connsiteY578" fmla="*/ 1166747 h 2027849"/>
                <a:gd name="connsiteX579" fmla="*/ 713040 w 1994354"/>
                <a:gd name="connsiteY579" fmla="*/ 1166664 h 2027849"/>
                <a:gd name="connsiteX580" fmla="*/ 731040 w 1994354"/>
                <a:gd name="connsiteY580" fmla="*/ 1156876 h 2027849"/>
                <a:gd name="connsiteX581" fmla="*/ 731349 w 1994354"/>
                <a:gd name="connsiteY581" fmla="*/ 1156968 h 2027849"/>
                <a:gd name="connsiteX582" fmla="*/ 603360 w 1994354"/>
                <a:gd name="connsiteY582" fmla="*/ 1570423 h 2027849"/>
                <a:gd name="connsiteX583" fmla="*/ 612617 w 1994354"/>
                <a:gd name="connsiteY583" fmla="*/ 1588855 h 2027849"/>
                <a:gd name="connsiteX584" fmla="*/ 594206 w 1994354"/>
                <a:gd name="connsiteY584" fmla="*/ 1598126 h 2027849"/>
                <a:gd name="connsiteX585" fmla="*/ 584914 w 1994354"/>
                <a:gd name="connsiteY585" fmla="*/ 1579739 h 2027849"/>
                <a:gd name="connsiteX586" fmla="*/ 602812 w 1994354"/>
                <a:gd name="connsiteY586" fmla="*/ 1570245 h 2027849"/>
                <a:gd name="connsiteX587" fmla="*/ 603360 w 1994354"/>
                <a:gd name="connsiteY587" fmla="*/ 1570430 h 2027849"/>
                <a:gd name="connsiteX588" fmla="*/ 645257 w 1994354"/>
                <a:gd name="connsiteY588" fmla="*/ 1435091 h 2027849"/>
                <a:gd name="connsiteX589" fmla="*/ 655097 w 1994354"/>
                <a:gd name="connsiteY589" fmla="*/ 1453605 h 2027849"/>
                <a:gd name="connsiteX590" fmla="*/ 636583 w 1994354"/>
                <a:gd name="connsiteY590" fmla="*/ 1463445 h 2027849"/>
                <a:gd name="connsiteX591" fmla="*/ 626743 w 1994354"/>
                <a:gd name="connsiteY591" fmla="*/ 1444931 h 2027849"/>
                <a:gd name="connsiteX592" fmla="*/ 626812 w 1994354"/>
                <a:gd name="connsiteY592" fmla="*/ 1444718 h 2027849"/>
                <a:gd name="connsiteX593" fmla="*/ 645257 w 1994354"/>
                <a:gd name="connsiteY593" fmla="*/ 1435097 h 2027849"/>
                <a:gd name="connsiteX594" fmla="*/ 689795 w 1994354"/>
                <a:gd name="connsiteY594" fmla="*/ 1292033 h 2027849"/>
                <a:gd name="connsiteX595" fmla="*/ 699017 w 1994354"/>
                <a:gd name="connsiteY595" fmla="*/ 1310678 h 2027849"/>
                <a:gd name="connsiteX596" fmla="*/ 699017 w 1994354"/>
                <a:gd name="connsiteY596" fmla="*/ 1310712 h 2027849"/>
                <a:gd name="connsiteX597" fmla="*/ 680400 w 1994354"/>
                <a:gd name="connsiteY597" fmla="*/ 1319771 h 2027849"/>
                <a:gd name="connsiteX598" fmla="*/ 671349 w 1994354"/>
                <a:gd name="connsiteY598" fmla="*/ 1301157 h 2027849"/>
                <a:gd name="connsiteX599" fmla="*/ 689795 w 1994354"/>
                <a:gd name="connsiteY599" fmla="*/ 1292040 h 2027849"/>
                <a:gd name="connsiteX600" fmla="*/ 561463 w 1994354"/>
                <a:gd name="connsiteY600" fmla="*/ 1705327 h 2027849"/>
                <a:gd name="connsiteX601" fmla="*/ 570823 w 1994354"/>
                <a:gd name="connsiteY601" fmla="*/ 1723958 h 2027849"/>
                <a:gd name="connsiteX602" fmla="*/ 552549 w 1994354"/>
                <a:gd name="connsiteY602" fmla="*/ 1733712 h 2027849"/>
                <a:gd name="connsiteX603" fmla="*/ 542812 w 1994354"/>
                <a:gd name="connsiteY603" fmla="*/ 1715448 h 2027849"/>
                <a:gd name="connsiteX604" fmla="*/ 542983 w 1994354"/>
                <a:gd name="connsiteY604" fmla="*/ 1714907 h 2027849"/>
                <a:gd name="connsiteX605" fmla="*/ 561463 w 1994354"/>
                <a:gd name="connsiteY605" fmla="*/ 1705334 h 2027849"/>
                <a:gd name="connsiteX606" fmla="*/ 696446 w 1994354"/>
                <a:gd name="connsiteY606" fmla="*/ 1747214 h 2027849"/>
                <a:gd name="connsiteX607" fmla="*/ 706251 w 1994354"/>
                <a:gd name="connsiteY607" fmla="*/ 1765763 h 2027849"/>
                <a:gd name="connsiteX608" fmla="*/ 687600 w 1994354"/>
                <a:gd name="connsiteY608" fmla="*/ 1775675 h 2027849"/>
                <a:gd name="connsiteX609" fmla="*/ 677966 w 1994354"/>
                <a:gd name="connsiteY609" fmla="*/ 1756986 h 2027849"/>
                <a:gd name="connsiteX610" fmla="*/ 696446 w 1994354"/>
                <a:gd name="connsiteY610" fmla="*/ 1747221 h 2027849"/>
                <a:gd name="connsiteX611" fmla="*/ 1266411 w 1994354"/>
                <a:gd name="connsiteY611" fmla="*/ 387888 h 2027849"/>
                <a:gd name="connsiteX612" fmla="*/ 1275840 w 1994354"/>
                <a:gd name="connsiteY612" fmla="*/ 406283 h 2027849"/>
                <a:gd name="connsiteX613" fmla="*/ 1257463 w 1994354"/>
                <a:gd name="connsiteY613" fmla="*/ 415711 h 2027849"/>
                <a:gd name="connsiteX614" fmla="*/ 1248000 w 1994354"/>
                <a:gd name="connsiteY614" fmla="*/ 397372 h 2027849"/>
                <a:gd name="connsiteX615" fmla="*/ 1266034 w 1994354"/>
                <a:gd name="connsiteY615" fmla="*/ 387779 h 2027849"/>
                <a:gd name="connsiteX616" fmla="*/ 1266411 w 1994354"/>
                <a:gd name="connsiteY616" fmla="*/ 387895 h 2027849"/>
                <a:gd name="connsiteX617" fmla="*/ 873291 w 1994354"/>
                <a:gd name="connsiteY617" fmla="*/ 1654176 h 2027849"/>
                <a:gd name="connsiteX618" fmla="*/ 882994 w 1994354"/>
                <a:gd name="connsiteY618" fmla="*/ 1672386 h 2027849"/>
                <a:gd name="connsiteX619" fmla="*/ 864754 w 1994354"/>
                <a:gd name="connsiteY619" fmla="*/ 1682075 h 2027849"/>
                <a:gd name="connsiteX620" fmla="*/ 855052 w 1994354"/>
                <a:gd name="connsiteY620" fmla="*/ 1663968 h 2027849"/>
                <a:gd name="connsiteX621" fmla="*/ 872674 w 1994354"/>
                <a:gd name="connsiteY621" fmla="*/ 1653988 h 2027849"/>
                <a:gd name="connsiteX622" fmla="*/ 873291 w 1994354"/>
                <a:gd name="connsiteY622" fmla="*/ 1654176 h 2027849"/>
                <a:gd name="connsiteX623" fmla="*/ 831360 w 1994354"/>
                <a:gd name="connsiteY623" fmla="*/ 1789067 h 2027849"/>
                <a:gd name="connsiteX624" fmla="*/ 841269 w 1994354"/>
                <a:gd name="connsiteY624" fmla="*/ 1807389 h 2027849"/>
                <a:gd name="connsiteX625" fmla="*/ 823234 w 1994354"/>
                <a:gd name="connsiteY625" fmla="*/ 1817630 h 2027849"/>
                <a:gd name="connsiteX626" fmla="*/ 812983 w 1994354"/>
                <a:gd name="connsiteY626" fmla="*/ 1799603 h 2027849"/>
                <a:gd name="connsiteX627" fmla="*/ 813120 w 1994354"/>
                <a:gd name="connsiteY627" fmla="*/ 1799191 h 2027849"/>
                <a:gd name="connsiteX628" fmla="*/ 831360 w 1994354"/>
                <a:gd name="connsiteY628" fmla="*/ 1789067 h 2027849"/>
                <a:gd name="connsiteX629" fmla="*/ 1129611 w 1994354"/>
                <a:gd name="connsiteY629" fmla="*/ 829200 h 2027849"/>
                <a:gd name="connsiteX630" fmla="*/ 1119737 w 1994354"/>
                <a:gd name="connsiteY630" fmla="*/ 810998 h 2027849"/>
                <a:gd name="connsiteX631" fmla="*/ 1137943 w 1994354"/>
                <a:gd name="connsiteY631" fmla="*/ 801131 h 2027849"/>
                <a:gd name="connsiteX632" fmla="*/ 1147817 w 1994354"/>
                <a:gd name="connsiteY632" fmla="*/ 819316 h 2027849"/>
                <a:gd name="connsiteX633" fmla="*/ 1129886 w 1994354"/>
                <a:gd name="connsiteY633" fmla="*/ 829283 h 2027849"/>
                <a:gd name="connsiteX634" fmla="*/ 1129611 w 1994354"/>
                <a:gd name="connsiteY634" fmla="*/ 829200 h 2027849"/>
                <a:gd name="connsiteX635" fmla="*/ 1096251 w 1994354"/>
                <a:gd name="connsiteY635" fmla="*/ 936172 h 2027849"/>
                <a:gd name="connsiteX636" fmla="*/ 1106057 w 1994354"/>
                <a:gd name="connsiteY636" fmla="*/ 954604 h 2027849"/>
                <a:gd name="connsiteX637" fmla="*/ 1087646 w 1994354"/>
                <a:gd name="connsiteY637" fmla="*/ 964420 h 2027849"/>
                <a:gd name="connsiteX638" fmla="*/ 1077806 w 1994354"/>
                <a:gd name="connsiteY638" fmla="*/ 945988 h 2027849"/>
                <a:gd name="connsiteX639" fmla="*/ 1077840 w 1994354"/>
                <a:gd name="connsiteY639" fmla="*/ 945916 h 2027849"/>
                <a:gd name="connsiteX640" fmla="*/ 1096251 w 1994354"/>
                <a:gd name="connsiteY640" fmla="*/ 936162 h 2027849"/>
                <a:gd name="connsiteX641" fmla="*/ 1044206 w 1994354"/>
                <a:gd name="connsiteY641" fmla="*/ 1105811 h 2027849"/>
                <a:gd name="connsiteX642" fmla="*/ 1053326 w 1994354"/>
                <a:gd name="connsiteY642" fmla="*/ 1124603 h 2027849"/>
                <a:gd name="connsiteX643" fmla="*/ 1034537 w 1994354"/>
                <a:gd name="connsiteY643" fmla="*/ 1133712 h 2027849"/>
                <a:gd name="connsiteX644" fmla="*/ 1025417 w 1994354"/>
                <a:gd name="connsiteY644" fmla="*/ 1114924 h 2027849"/>
                <a:gd name="connsiteX645" fmla="*/ 1025451 w 1994354"/>
                <a:gd name="connsiteY645" fmla="*/ 1114817 h 2027849"/>
                <a:gd name="connsiteX646" fmla="*/ 1044206 w 1994354"/>
                <a:gd name="connsiteY646" fmla="*/ 1105800 h 2027849"/>
                <a:gd name="connsiteX647" fmla="*/ 992709 w 1994354"/>
                <a:gd name="connsiteY647" fmla="*/ 1268832 h 2027849"/>
                <a:gd name="connsiteX648" fmla="*/ 983451 w 1994354"/>
                <a:gd name="connsiteY648" fmla="*/ 1250222 h 2027849"/>
                <a:gd name="connsiteX649" fmla="*/ 1002034 w 1994354"/>
                <a:gd name="connsiteY649" fmla="*/ 1241044 h 2027849"/>
                <a:gd name="connsiteX650" fmla="*/ 1011189 w 1994354"/>
                <a:gd name="connsiteY650" fmla="*/ 1259616 h 2027849"/>
                <a:gd name="connsiteX651" fmla="*/ 992709 w 1994354"/>
                <a:gd name="connsiteY651" fmla="*/ 1268822 h 2027849"/>
                <a:gd name="connsiteX652" fmla="*/ 925097 w 1994354"/>
                <a:gd name="connsiteY652" fmla="*/ 1537214 h 2027849"/>
                <a:gd name="connsiteX653" fmla="*/ 906789 w 1994354"/>
                <a:gd name="connsiteY653" fmla="*/ 1546941 h 2027849"/>
                <a:gd name="connsiteX654" fmla="*/ 897052 w 1994354"/>
                <a:gd name="connsiteY654" fmla="*/ 1528636 h 2027849"/>
                <a:gd name="connsiteX655" fmla="*/ 915223 w 1994354"/>
                <a:gd name="connsiteY655" fmla="*/ 1518864 h 2027849"/>
                <a:gd name="connsiteX656" fmla="*/ 925097 w 1994354"/>
                <a:gd name="connsiteY656" fmla="*/ 1537204 h 2027849"/>
                <a:gd name="connsiteX657" fmla="*/ 959623 w 1994354"/>
                <a:gd name="connsiteY657" fmla="*/ 1375763 h 2027849"/>
                <a:gd name="connsiteX658" fmla="*/ 969497 w 1994354"/>
                <a:gd name="connsiteY658" fmla="*/ 1394095 h 2027849"/>
                <a:gd name="connsiteX659" fmla="*/ 951291 w 1994354"/>
                <a:gd name="connsiteY659" fmla="*/ 1404000 h 2027849"/>
                <a:gd name="connsiteX660" fmla="*/ 941383 w 1994354"/>
                <a:gd name="connsiteY660" fmla="*/ 1385791 h 2027849"/>
                <a:gd name="connsiteX661" fmla="*/ 959623 w 1994354"/>
                <a:gd name="connsiteY661" fmla="*/ 1375752 h 2027849"/>
                <a:gd name="connsiteX662" fmla="*/ 1205966 w 1994354"/>
                <a:gd name="connsiteY662" fmla="*/ 532900 h 2027849"/>
                <a:gd name="connsiteX663" fmla="*/ 1223931 w 1994354"/>
                <a:gd name="connsiteY663" fmla="*/ 522532 h 2027849"/>
                <a:gd name="connsiteX664" fmla="*/ 1234286 w 1994354"/>
                <a:gd name="connsiteY664" fmla="*/ 540494 h 2027849"/>
                <a:gd name="connsiteX665" fmla="*/ 1234149 w 1994354"/>
                <a:gd name="connsiteY665" fmla="*/ 540998 h 2027849"/>
                <a:gd name="connsiteX666" fmla="*/ 1216012 w 1994354"/>
                <a:gd name="connsiteY666" fmla="*/ 551033 h 2027849"/>
                <a:gd name="connsiteX667" fmla="*/ 1205966 w 1994354"/>
                <a:gd name="connsiteY667" fmla="*/ 532889 h 2027849"/>
                <a:gd name="connsiteX668" fmla="*/ 1171337 w 1994354"/>
                <a:gd name="connsiteY668" fmla="*/ 694242 h 2027849"/>
                <a:gd name="connsiteX669" fmla="*/ 1161497 w 1994354"/>
                <a:gd name="connsiteY669" fmla="*/ 675799 h 2027849"/>
                <a:gd name="connsiteX670" fmla="*/ 1179943 w 1994354"/>
                <a:gd name="connsiteY670" fmla="*/ 665959 h 2027849"/>
                <a:gd name="connsiteX671" fmla="*/ 1189132 w 1994354"/>
                <a:gd name="connsiteY671" fmla="*/ 684737 h 2027849"/>
                <a:gd name="connsiteX672" fmla="*/ 1171337 w 1994354"/>
                <a:gd name="connsiteY672" fmla="*/ 694221 h 2027849"/>
                <a:gd name="connsiteX673" fmla="*/ 967029 w 1994354"/>
                <a:gd name="connsiteY673" fmla="*/ 1831156 h 2027849"/>
                <a:gd name="connsiteX674" fmla="*/ 976354 w 1994354"/>
                <a:gd name="connsiteY674" fmla="*/ 1849838 h 2027849"/>
                <a:gd name="connsiteX675" fmla="*/ 958012 w 1994354"/>
                <a:gd name="connsiteY675" fmla="*/ 1859647 h 2027849"/>
                <a:gd name="connsiteX676" fmla="*/ 948206 w 1994354"/>
                <a:gd name="connsiteY676" fmla="*/ 1841304 h 2027849"/>
                <a:gd name="connsiteX677" fmla="*/ 948411 w 1994354"/>
                <a:gd name="connsiteY677" fmla="*/ 1840667 h 2027849"/>
                <a:gd name="connsiteX678" fmla="*/ 967029 w 1994354"/>
                <a:gd name="connsiteY678" fmla="*/ 1831135 h 2027849"/>
                <a:gd name="connsiteX679" fmla="*/ 1041669 w 1994354"/>
                <a:gd name="connsiteY679" fmla="*/ 1589099 h 2027849"/>
                <a:gd name="connsiteX680" fmla="*/ 1032000 w 1994354"/>
                <a:gd name="connsiteY680" fmla="*/ 1570516 h 2027849"/>
                <a:gd name="connsiteX681" fmla="*/ 1050583 w 1994354"/>
                <a:gd name="connsiteY681" fmla="*/ 1560837 h 2027849"/>
                <a:gd name="connsiteX682" fmla="*/ 1060251 w 1994354"/>
                <a:gd name="connsiteY682" fmla="*/ 1579420 h 2027849"/>
                <a:gd name="connsiteX683" fmla="*/ 1060217 w 1994354"/>
                <a:gd name="connsiteY683" fmla="*/ 1579526 h 2027849"/>
                <a:gd name="connsiteX684" fmla="*/ 1041669 w 1994354"/>
                <a:gd name="connsiteY684" fmla="*/ 1589102 h 2027849"/>
                <a:gd name="connsiteX685" fmla="*/ 1104686 w 1994354"/>
                <a:gd name="connsiteY685" fmla="*/ 1436184 h 2027849"/>
                <a:gd name="connsiteX686" fmla="*/ 1086309 w 1994354"/>
                <a:gd name="connsiteY686" fmla="*/ 1445925 h 2027849"/>
                <a:gd name="connsiteX687" fmla="*/ 1076571 w 1994354"/>
                <a:gd name="connsiteY687" fmla="*/ 1427548 h 2027849"/>
                <a:gd name="connsiteX688" fmla="*/ 1094949 w 1994354"/>
                <a:gd name="connsiteY688" fmla="*/ 1417814 h 2027849"/>
                <a:gd name="connsiteX689" fmla="*/ 1104686 w 1994354"/>
                <a:gd name="connsiteY689" fmla="*/ 1436191 h 2027849"/>
                <a:gd name="connsiteX690" fmla="*/ 1128275 w 1994354"/>
                <a:gd name="connsiteY690" fmla="*/ 1310873 h 2027849"/>
                <a:gd name="connsiteX691" fmla="*/ 1118469 w 1994354"/>
                <a:gd name="connsiteY691" fmla="*/ 1292517 h 2027849"/>
                <a:gd name="connsiteX692" fmla="*/ 1136880 w 1994354"/>
                <a:gd name="connsiteY692" fmla="*/ 1282883 h 2027849"/>
                <a:gd name="connsiteX693" fmla="*/ 1146617 w 1994354"/>
                <a:gd name="connsiteY693" fmla="*/ 1301010 h 2027849"/>
                <a:gd name="connsiteX694" fmla="*/ 1128275 w 1994354"/>
                <a:gd name="connsiteY694" fmla="*/ 1310880 h 2027849"/>
                <a:gd name="connsiteX695" fmla="*/ 1359874 w 1994354"/>
                <a:gd name="connsiteY695" fmla="*/ 564816 h 2027849"/>
                <a:gd name="connsiteX696" fmla="*/ 1369303 w 1994354"/>
                <a:gd name="connsiteY696" fmla="*/ 583457 h 2027849"/>
                <a:gd name="connsiteX697" fmla="*/ 1350652 w 1994354"/>
                <a:gd name="connsiteY697" fmla="*/ 592876 h 2027849"/>
                <a:gd name="connsiteX698" fmla="*/ 1341291 w 1994354"/>
                <a:gd name="connsiteY698" fmla="*/ 574279 h 2027849"/>
                <a:gd name="connsiteX699" fmla="*/ 1359874 w 1994354"/>
                <a:gd name="connsiteY699" fmla="*/ 564816 h 2027849"/>
                <a:gd name="connsiteX700" fmla="*/ 1314960 w 1994354"/>
                <a:gd name="connsiteY700" fmla="*/ 707836 h 2027849"/>
                <a:gd name="connsiteX701" fmla="*/ 1325109 w 1994354"/>
                <a:gd name="connsiteY701" fmla="*/ 726103 h 2027849"/>
                <a:gd name="connsiteX702" fmla="*/ 1306869 w 1994354"/>
                <a:gd name="connsiteY702" fmla="*/ 736265 h 2027849"/>
                <a:gd name="connsiteX703" fmla="*/ 1296686 w 1994354"/>
                <a:gd name="connsiteY703" fmla="*/ 717998 h 2027849"/>
                <a:gd name="connsiteX704" fmla="*/ 1296720 w 1994354"/>
                <a:gd name="connsiteY704" fmla="*/ 717909 h 2027849"/>
                <a:gd name="connsiteX705" fmla="*/ 1314960 w 1994354"/>
                <a:gd name="connsiteY705" fmla="*/ 707836 h 2027849"/>
                <a:gd name="connsiteX706" fmla="*/ 1273097 w 1994354"/>
                <a:gd name="connsiteY706" fmla="*/ 843072 h 2027849"/>
                <a:gd name="connsiteX707" fmla="*/ 1282834 w 1994354"/>
                <a:gd name="connsiteY707" fmla="*/ 861319 h 2027849"/>
                <a:gd name="connsiteX708" fmla="*/ 1264594 w 1994354"/>
                <a:gd name="connsiteY708" fmla="*/ 871070 h 2027849"/>
                <a:gd name="connsiteX709" fmla="*/ 1254823 w 1994354"/>
                <a:gd name="connsiteY709" fmla="*/ 852916 h 2027849"/>
                <a:gd name="connsiteX710" fmla="*/ 1272994 w 1994354"/>
                <a:gd name="connsiteY710" fmla="*/ 843041 h 2027849"/>
                <a:gd name="connsiteX711" fmla="*/ 1273097 w 1994354"/>
                <a:gd name="connsiteY711" fmla="*/ 843072 h 2027849"/>
                <a:gd name="connsiteX712" fmla="*/ 1212994 w 1994354"/>
                <a:gd name="connsiteY712" fmla="*/ 987813 h 2027849"/>
                <a:gd name="connsiteX713" fmla="*/ 1231440 w 1994354"/>
                <a:gd name="connsiteY713" fmla="*/ 978240 h 2027849"/>
                <a:gd name="connsiteX714" fmla="*/ 1241040 w 1994354"/>
                <a:gd name="connsiteY714" fmla="*/ 996700 h 2027849"/>
                <a:gd name="connsiteX715" fmla="*/ 1222594 w 1994354"/>
                <a:gd name="connsiteY715" fmla="*/ 1006279 h 2027849"/>
                <a:gd name="connsiteX716" fmla="*/ 1212994 w 1994354"/>
                <a:gd name="connsiteY716" fmla="*/ 987813 h 2027849"/>
                <a:gd name="connsiteX717" fmla="*/ 1170275 w 1994354"/>
                <a:gd name="connsiteY717" fmla="*/ 1175829 h 2027849"/>
                <a:gd name="connsiteX718" fmla="*/ 1160229 w 1994354"/>
                <a:gd name="connsiteY718" fmla="*/ 1157510 h 2027849"/>
                <a:gd name="connsiteX719" fmla="*/ 1178537 w 1994354"/>
                <a:gd name="connsiteY719" fmla="*/ 1147464 h 2027849"/>
                <a:gd name="connsiteX720" fmla="*/ 1188583 w 1994354"/>
                <a:gd name="connsiteY720" fmla="*/ 1165783 h 2027849"/>
                <a:gd name="connsiteX721" fmla="*/ 1188583 w 1994354"/>
                <a:gd name="connsiteY721" fmla="*/ 1165817 h 2027849"/>
                <a:gd name="connsiteX722" fmla="*/ 1170275 w 1994354"/>
                <a:gd name="connsiteY722" fmla="*/ 1175829 h 2027849"/>
                <a:gd name="connsiteX723" fmla="*/ 1101806 w 1994354"/>
                <a:gd name="connsiteY723" fmla="*/ 1872964 h 2027849"/>
                <a:gd name="connsiteX724" fmla="*/ 1111817 w 1994354"/>
                <a:gd name="connsiteY724" fmla="*/ 1891420 h 2027849"/>
                <a:gd name="connsiteX725" fmla="*/ 1093269 w 1994354"/>
                <a:gd name="connsiteY725" fmla="*/ 1901524 h 2027849"/>
                <a:gd name="connsiteX726" fmla="*/ 1083394 w 1994354"/>
                <a:gd name="connsiteY726" fmla="*/ 1882955 h 2027849"/>
                <a:gd name="connsiteX727" fmla="*/ 1101806 w 1994354"/>
                <a:gd name="connsiteY727" fmla="*/ 1872964 h 2027849"/>
                <a:gd name="connsiteX728" fmla="*/ 1671977 w 1994354"/>
                <a:gd name="connsiteY728" fmla="*/ 513710 h 2027849"/>
                <a:gd name="connsiteX729" fmla="*/ 1681543 w 1994354"/>
                <a:gd name="connsiteY729" fmla="*/ 531744 h 2027849"/>
                <a:gd name="connsiteX730" fmla="*/ 1681406 w 1994354"/>
                <a:gd name="connsiteY730" fmla="*/ 532135 h 2027849"/>
                <a:gd name="connsiteX731" fmla="*/ 1662994 w 1994354"/>
                <a:gd name="connsiteY731" fmla="*/ 541543 h 2027849"/>
                <a:gd name="connsiteX732" fmla="*/ 1653566 w 1994354"/>
                <a:gd name="connsiteY732" fmla="*/ 523121 h 2027849"/>
                <a:gd name="connsiteX733" fmla="*/ 1671977 w 1994354"/>
                <a:gd name="connsiteY733" fmla="*/ 513707 h 2027849"/>
                <a:gd name="connsiteX734" fmla="*/ 1611497 w 1994354"/>
                <a:gd name="connsiteY734" fmla="*/ 658739 h 2027849"/>
                <a:gd name="connsiteX735" fmla="*/ 1629566 w 1994354"/>
                <a:gd name="connsiteY735" fmla="*/ 648669 h 2027849"/>
                <a:gd name="connsiteX736" fmla="*/ 1639646 w 1994354"/>
                <a:gd name="connsiteY736" fmla="*/ 666751 h 2027849"/>
                <a:gd name="connsiteX737" fmla="*/ 1621577 w 1994354"/>
                <a:gd name="connsiteY737" fmla="*/ 676817 h 2027849"/>
                <a:gd name="connsiteX738" fmla="*/ 1611497 w 1994354"/>
                <a:gd name="connsiteY738" fmla="*/ 658739 h 2027849"/>
                <a:gd name="connsiteX739" fmla="*/ 1577006 w 1994354"/>
                <a:gd name="connsiteY739" fmla="*/ 820077 h 2027849"/>
                <a:gd name="connsiteX740" fmla="*/ 1566789 w 1994354"/>
                <a:gd name="connsiteY740" fmla="*/ 801833 h 2027849"/>
                <a:gd name="connsiteX741" fmla="*/ 1585029 w 1994354"/>
                <a:gd name="connsiteY741" fmla="*/ 791630 h 2027849"/>
                <a:gd name="connsiteX742" fmla="*/ 1595246 w 1994354"/>
                <a:gd name="connsiteY742" fmla="*/ 809870 h 2027849"/>
                <a:gd name="connsiteX743" fmla="*/ 1595212 w 1994354"/>
                <a:gd name="connsiteY743" fmla="*/ 809997 h 2027849"/>
                <a:gd name="connsiteX744" fmla="*/ 1577006 w 1994354"/>
                <a:gd name="connsiteY744" fmla="*/ 820077 h 2027849"/>
                <a:gd name="connsiteX745" fmla="*/ 1543714 w 1994354"/>
                <a:gd name="connsiteY745" fmla="*/ 927011 h 2027849"/>
                <a:gd name="connsiteX746" fmla="*/ 1553246 w 1994354"/>
                <a:gd name="connsiteY746" fmla="*/ 945391 h 2027849"/>
                <a:gd name="connsiteX747" fmla="*/ 1534869 w 1994354"/>
                <a:gd name="connsiteY747" fmla="*/ 954930 h 2027849"/>
                <a:gd name="connsiteX748" fmla="*/ 1525337 w 1994354"/>
                <a:gd name="connsiteY748" fmla="*/ 936549 h 2027849"/>
                <a:gd name="connsiteX749" fmla="*/ 1525337 w 1994354"/>
                <a:gd name="connsiteY749" fmla="*/ 936532 h 2027849"/>
                <a:gd name="connsiteX750" fmla="*/ 1543372 w 1994354"/>
                <a:gd name="connsiteY750" fmla="*/ 926908 h 2027849"/>
                <a:gd name="connsiteX751" fmla="*/ 1543714 w 1994354"/>
                <a:gd name="connsiteY751" fmla="*/ 927021 h 2027849"/>
                <a:gd name="connsiteX752" fmla="*/ 1501440 w 1994354"/>
                <a:gd name="connsiteY752" fmla="*/ 1061880 h 2027849"/>
                <a:gd name="connsiteX753" fmla="*/ 1511520 w 1994354"/>
                <a:gd name="connsiteY753" fmla="*/ 1080155 h 2027849"/>
                <a:gd name="connsiteX754" fmla="*/ 1493246 w 1994354"/>
                <a:gd name="connsiteY754" fmla="*/ 1090235 h 2027849"/>
                <a:gd name="connsiteX755" fmla="*/ 1483166 w 1994354"/>
                <a:gd name="connsiteY755" fmla="*/ 1071960 h 2027849"/>
                <a:gd name="connsiteX756" fmla="*/ 1501440 w 1994354"/>
                <a:gd name="connsiteY756" fmla="*/ 1061880 h 2027849"/>
                <a:gd name="connsiteX757" fmla="*/ 1449326 w 1994354"/>
                <a:gd name="connsiteY757" fmla="*/ 1231468 h 2027849"/>
                <a:gd name="connsiteX758" fmla="*/ 1459029 w 1994354"/>
                <a:gd name="connsiteY758" fmla="*/ 1249968 h 2027849"/>
                <a:gd name="connsiteX759" fmla="*/ 1440549 w 1994354"/>
                <a:gd name="connsiteY759" fmla="*/ 1259678 h 2027849"/>
                <a:gd name="connsiteX760" fmla="*/ 1430812 w 1994354"/>
                <a:gd name="connsiteY760" fmla="*/ 1241177 h 2027849"/>
                <a:gd name="connsiteX761" fmla="*/ 1430880 w 1994354"/>
                <a:gd name="connsiteY761" fmla="*/ 1241006 h 2027849"/>
                <a:gd name="connsiteX762" fmla="*/ 1449291 w 1994354"/>
                <a:gd name="connsiteY762" fmla="*/ 1231464 h 2027849"/>
                <a:gd name="connsiteX763" fmla="*/ 1449326 w 1994354"/>
                <a:gd name="connsiteY763" fmla="*/ 1231478 h 2027849"/>
                <a:gd name="connsiteX764" fmla="*/ 1312320 w 1994354"/>
                <a:gd name="connsiteY764" fmla="*/ 1673068 h 2027849"/>
                <a:gd name="connsiteX765" fmla="*/ 1302103 w 1994354"/>
                <a:gd name="connsiteY765" fmla="*/ 1654773 h 2027849"/>
                <a:gd name="connsiteX766" fmla="*/ 1320411 w 1994354"/>
                <a:gd name="connsiteY766" fmla="*/ 1644552 h 2027849"/>
                <a:gd name="connsiteX767" fmla="*/ 1330629 w 1994354"/>
                <a:gd name="connsiteY767" fmla="*/ 1662851 h 2027849"/>
                <a:gd name="connsiteX768" fmla="*/ 1330560 w 1994354"/>
                <a:gd name="connsiteY768" fmla="*/ 1663043 h 2027849"/>
                <a:gd name="connsiteX769" fmla="*/ 1312320 w 1994354"/>
                <a:gd name="connsiteY769" fmla="*/ 1673078 h 2027849"/>
                <a:gd name="connsiteX770" fmla="*/ 1366046 w 1994354"/>
                <a:gd name="connsiteY770" fmla="*/ 1501855 h 2027849"/>
                <a:gd name="connsiteX771" fmla="*/ 1374960 w 1994354"/>
                <a:gd name="connsiteY771" fmla="*/ 1520702 h 2027849"/>
                <a:gd name="connsiteX772" fmla="*/ 1356103 w 1994354"/>
                <a:gd name="connsiteY772" fmla="*/ 1529616 h 2027849"/>
                <a:gd name="connsiteX773" fmla="*/ 1347189 w 1994354"/>
                <a:gd name="connsiteY773" fmla="*/ 1510770 h 2027849"/>
                <a:gd name="connsiteX774" fmla="*/ 1347223 w 1994354"/>
                <a:gd name="connsiteY774" fmla="*/ 1510701 h 2027849"/>
                <a:gd name="connsiteX775" fmla="*/ 1365909 w 1994354"/>
                <a:gd name="connsiteY775" fmla="*/ 1501811 h 2027849"/>
                <a:gd name="connsiteX776" fmla="*/ 1366046 w 1994354"/>
                <a:gd name="connsiteY776" fmla="*/ 1501859 h 2027849"/>
                <a:gd name="connsiteX777" fmla="*/ 1407737 w 1994354"/>
                <a:gd name="connsiteY777" fmla="*/ 1366807 h 2027849"/>
                <a:gd name="connsiteX778" fmla="*/ 1416823 w 1994354"/>
                <a:gd name="connsiteY778" fmla="*/ 1385500 h 2027849"/>
                <a:gd name="connsiteX779" fmla="*/ 1398137 w 1994354"/>
                <a:gd name="connsiteY779" fmla="*/ 1394592 h 2027849"/>
                <a:gd name="connsiteX780" fmla="*/ 1389052 w 1994354"/>
                <a:gd name="connsiteY780" fmla="*/ 1375900 h 2027849"/>
                <a:gd name="connsiteX781" fmla="*/ 1389086 w 1994354"/>
                <a:gd name="connsiteY781" fmla="*/ 1375783 h 2027849"/>
                <a:gd name="connsiteX782" fmla="*/ 1407463 w 1994354"/>
                <a:gd name="connsiteY782" fmla="*/ 1366718 h 2027849"/>
                <a:gd name="connsiteX783" fmla="*/ 1407737 w 1994354"/>
                <a:gd name="connsiteY783" fmla="*/ 1366811 h 2027849"/>
                <a:gd name="connsiteX784" fmla="*/ 1278652 w 1994354"/>
                <a:gd name="connsiteY784" fmla="*/ 1779950 h 2027849"/>
                <a:gd name="connsiteX785" fmla="*/ 1288594 w 1994354"/>
                <a:gd name="connsiteY785" fmla="*/ 1798008 h 2027849"/>
                <a:gd name="connsiteX786" fmla="*/ 1270560 w 1994354"/>
                <a:gd name="connsiteY786" fmla="*/ 1807965 h 2027849"/>
                <a:gd name="connsiteX787" fmla="*/ 1260583 w 1994354"/>
                <a:gd name="connsiteY787" fmla="*/ 1789941 h 2027849"/>
                <a:gd name="connsiteX788" fmla="*/ 1278069 w 1994354"/>
                <a:gd name="connsiteY788" fmla="*/ 1779768 h 2027849"/>
                <a:gd name="connsiteX789" fmla="*/ 1278652 w 1994354"/>
                <a:gd name="connsiteY789" fmla="*/ 1779936 h 2027849"/>
                <a:gd name="connsiteX790" fmla="*/ 1236823 w 1994354"/>
                <a:gd name="connsiteY790" fmla="*/ 1914871 h 2027849"/>
                <a:gd name="connsiteX791" fmla="*/ 1246766 w 1994354"/>
                <a:gd name="connsiteY791" fmla="*/ 1933149 h 2027849"/>
                <a:gd name="connsiteX792" fmla="*/ 1246766 w 1994354"/>
                <a:gd name="connsiteY792" fmla="*/ 1933169 h 2027849"/>
                <a:gd name="connsiteX793" fmla="*/ 1228937 w 1994354"/>
                <a:gd name="connsiteY793" fmla="*/ 1943616 h 2027849"/>
                <a:gd name="connsiteX794" fmla="*/ 1218480 w 1994354"/>
                <a:gd name="connsiteY794" fmla="*/ 1925774 h 2027849"/>
                <a:gd name="connsiteX795" fmla="*/ 1218686 w 1994354"/>
                <a:gd name="connsiteY795" fmla="*/ 1925054 h 2027849"/>
                <a:gd name="connsiteX796" fmla="*/ 1236789 w 1994354"/>
                <a:gd name="connsiteY796" fmla="*/ 1914851 h 2027849"/>
                <a:gd name="connsiteX797" fmla="*/ 1236823 w 1994354"/>
                <a:gd name="connsiteY797" fmla="*/ 1914857 h 2027849"/>
                <a:gd name="connsiteX798" fmla="*/ 1414389 w 1994354"/>
                <a:gd name="connsiteY798" fmla="*/ 1822056 h 2027849"/>
                <a:gd name="connsiteX799" fmla="*/ 1423440 w 1994354"/>
                <a:gd name="connsiteY799" fmla="*/ 1840584 h 2027849"/>
                <a:gd name="connsiteX800" fmla="*/ 1404926 w 1994354"/>
                <a:gd name="connsiteY800" fmla="*/ 1849636 h 2027849"/>
                <a:gd name="connsiteX801" fmla="*/ 1395806 w 1994354"/>
                <a:gd name="connsiteY801" fmla="*/ 1831269 h 2027849"/>
                <a:gd name="connsiteX802" fmla="*/ 1414389 w 1994354"/>
                <a:gd name="connsiteY802" fmla="*/ 1822039 h 2027849"/>
                <a:gd name="connsiteX803" fmla="*/ 1414389 w 1994354"/>
                <a:gd name="connsiteY803" fmla="*/ 1822043 h 2027849"/>
                <a:gd name="connsiteX804" fmla="*/ 1372320 w 1994354"/>
                <a:gd name="connsiteY804" fmla="*/ 1956909 h 2027849"/>
                <a:gd name="connsiteX805" fmla="*/ 1381989 w 1994354"/>
                <a:gd name="connsiteY805" fmla="*/ 1975495 h 2027849"/>
                <a:gd name="connsiteX806" fmla="*/ 1363372 w 1994354"/>
                <a:gd name="connsiteY806" fmla="*/ 1985332 h 2027849"/>
                <a:gd name="connsiteX807" fmla="*/ 1353840 w 1994354"/>
                <a:gd name="connsiteY807" fmla="*/ 1966615 h 2027849"/>
                <a:gd name="connsiteX808" fmla="*/ 1372320 w 1994354"/>
                <a:gd name="connsiteY808" fmla="*/ 1956895 h 2027849"/>
                <a:gd name="connsiteX809" fmla="*/ 1456115 w 1994354"/>
                <a:gd name="connsiteY809" fmla="*/ 1686669 h 2027849"/>
                <a:gd name="connsiteX810" fmla="*/ 1465852 w 1994354"/>
                <a:gd name="connsiteY810" fmla="*/ 1705214 h 2027849"/>
                <a:gd name="connsiteX811" fmla="*/ 1447303 w 1994354"/>
                <a:gd name="connsiteY811" fmla="*/ 1714951 h 2027849"/>
                <a:gd name="connsiteX812" fmla="*/ 1437566 w 1994354"/>
                <a:gd name="connsiteY812" fmla="*/ 1696396 h 2027849"/>
                <a:gd name="connsiteX813" fmla="*/ 1456115 w 1994354"/>
                <a:gd name="connsiteY813" fmla="*/ 1686655 h 2027849"/>
                <a:gd name="connsiteX814" fmla="*/ 1500480 w 1994354"/>
                <a:gd name="connsiteY814" fmla="*/ 1543560 h 2027849"/>
                <a:gd name="connsiteX815" fmla="*/ 1510251 w 1994354"/>
                <a:gd name="connsiteY815" fmla="*/ 1562075 h 2027849"/>
                <a:gd name="connsiteX816" fmla="*/ 1491737 w 1994354"/>
                <a:gd name="connsiteY816" fmla="*/ 1571767 h 2027849"/>
                <a:gd name="connsiteX817" fmla="*/ 1482069 w 1994354"/>
                <a:gd name="connsiteY817" fmla="*/ 1553263 h 2027849"/>
                <a:gd name="connsiteX818" fmla="*/ 1500480 w 1994354"/>
                <a:gd name="connsiteY818" fmla="*/ 1543547 h 2027849"/>
                <a:gd name="connsiteX819" fmla="*/ 1575806 w 1994354"/>
                <a:gd name="connsiteY819" fmla="*/ 1301640 h 2027849"/>
                <a:gd name="connsiteX820" fmla="*/ 1565897 w 1994354"/>
                <a:gd name="connsiteY820" fmla="*/ 1283256 h 2027849"/>
                <a:gd name="connsiteX821" fmla="*/ 1584103 w 1994354"/>
                <a:gd name="connsiteY821" fmla="*/ 1273289 h 2027849"/>
                <a:gd name="connsiteX822" fmla="*/ 1594697 w 1994354"/>
                <a:gd name="connsiteY822" fmla="*/ 1291300 h 2027849"/>
                <a:gd name="connsiteX823" fmla="*/ 1576663 w 1994354"/>
                <a:gd name="connsiteY823" fmla="*/ 1301880 h 2027849"/>
                <a:gd name="connsiteX824" fmla="*/ 1575806 w 1994354"/>
                <a:gd name="connsiteY824" fmla="*/ 1301627 h 2027849"/>
                <a:gd name="connsiteX825" fmla="*/ 1628229 w 1994354"/>
                <a:gd name="connsiteY825" fmla="*/ 1132135 h 2027849"/>
                <a:gd name="connsiteX826" fmla="*/ 1618492 w 1994354"/>
                <a:gd name="connsiteY826" fmla="*/ 1113665 h 2027849"/>
                <a:gd name="connsiteX827" fmla="*/ 1636800 w 1994354"/>
                <a:gd name="connsiteY827" fmla="*/ 1103880 h 2027849"/>
                <a:gd name="connsiteX828" fmla="*/ 1646674 w 1994354"/>
                <a:gd name="connsiteY828" fmla="*/ 1122326 h 2027849"/>
                <a:gd name="connsiteX829" fmla="*/ 1628229 w 1994354"/>
                <a:gd name="connsiteY829" fmla="*/ 1132121 h 2027849"/>
                <a:gd name="connsiteX830" fmla="*/ 1507475 w 1994354"/>
                <a:gd name="connsiteY830" fmla="*/ 1998854 h 2027849"/>
                <a:gd name="connsiteX831" fmla="*/ 1517006 w 1994354"/>
                <a:gd name="connsiteY831" fmla="*/ 2016230 h 2027849"/>
                <a:gd name="connsiteX832" fmla="*/ 1516629 w 1994354"/>
                <a:gd name="connsiteY832" fmla="*/ 2017303 h 2027849"/>
                <a:gd name="connsiteX833" fmla="*/ 1499006 w 1994354"/>
                <a:gd name="connsiteY833" fmla="*/ 2027332 h 2027849"/>
                <a:gd name="connsiteX834" fmla="*/ 1498457 w 1994354"/>
                <a:gd name="connsiteY834" fmla="*/ 2027174 h 2027849"/>
                <a:gd name="connsiteX835" fmla="*/ 1488994 w 1994354"/>
                <a:gd name="connsiteY835" fmla="*/ 2008499 h 2027849"/>
                <a:gd name="connsiteX836" fmla="*/ 1507475 w 1994354"/>
                <a:gd name="connsiteY836" fmla="*/ 1998840 h 2027849"/>
                <a:gd name="connsiteX837" fmla="*/ 1626994 w 1994354"/>
                <a:gd name="connsiteY837" fmla="*/ 1613682 h 2027849"/>
                <a:gd name="connsiteX838" fmla="*/ 1617532 w 1994354"/>
                <a:gd name="connsiteY838" fmla="*/ 1595102 h 2027849"/>
                <a:gd name="connsiteX839" fmla="*/ 1635429 w 1994354"/>
                <a:gd name="connsiteY839" fmla="*/ 1585437 h 2027849"/>
                <a:gd name="connsiteX840" fmla="*/ 1644617 w 1994354"/>
                <a:gd name="connsiteY840" fmla="*/ 1604150 h 2027849"/>
                <a:gd name="connsiteX841" fmla="*/ 1626994 w 1994354"/>
                <a:gd name="connsiteY841" fmla="*/ 1613668 h 2027849"/>
                <a:gd name="connsiteX842" fmla="*/ 1814023 w 1994354"/>
                <a:gd name="connsiteY842" fmla="*/ 1010887 h 2027849"/>
                <a:gd name="connsiteX843" fmla="*/ 1822972 w 1994354"/>
                <a:gd name="connsiteY843" fmla="*/ 1029559 h 2027849"/>
                <a:gd name="connsiteX844" fmla="*/ 1805040 w 1994354"/>
                <a:gd name="connsiteY844" fmla="*/ 1038744 h 2027849"/>
                <a:gd name="connsiteX845" fmla="*/ 1795611 w 1994354"/>
                <a:gd name="connsiteY845" fmla="*/ 1020316 h 2027849"/>
                <a:gd name="connsiteX846" fmla="*/ 1814023 w 1994354"/>
                <a:gd name="connsiteY846" fmla="*/ 1010873 h 2027849"/>
                <a:gd name="connsiteX847" fmla="*/ 1855749 w 1994354"/>
                <a:gd name="connsiteY847" fmla="*/ 875599 h 2027849"/>
                <a:gd name="connsiteX848" fmla="*/ 1864972 w 1994354"/>
                <a:gd name="connsiteY848" fmla="*/ 894357 h 2027849"/>
                <a:gd name="connsiteX849" fmla="*/ 1847109 w 1994354"/>
                <a:gd name="connsiteY849" fmla="*/ 903854 h 2027849"/>
                <a:gd name="connsiteX850" fmla="*/ 1837303 w 1994354"/>
                <a:gd name="connsiteY850" fmla="*/ 885405 h 2027849"/>
                <a:gd name="connsiteX851" fmla="*/ 1855749 w 1994354"/>
                <a:gd name="connsiteY851" fmla="*/ 875592 h 2027849"/>
                <a:gd name="connsiteX852" fmla="*/ 1686789 w 1994354"/>
                <a:gd name="connsiteY852" fmla="*/ 1468807 h 2027849"/>
                <a:gd name="connsiteX853" fmla="*/ 1669783 w 1994354"/>
                <a:gd name="connsiteY853" fmla="*/ 1478863 h 2027849"/>
                <a:gd name="connsiteX854" fmla="*/ 1668686 w 1994354"/>
                <a:gd name="connsiteY854" fmla="*/ 1478538 h 2027849"/>
                <a:gd name="connsiteX855" fmla="*/ 1659291 w 1994354"/>
                <a:gd name="connsiteY855" fmla="*/ 1459999 h 2027849"/>
                <a:gd name="connsiteX856" fmla="*/ 1677532 w 1994354"/>
                <a:gd name="connsiteY856" fmla="*/ 1450512 h 2027849"/>
                <a:gd name="connsiteX857" fmla="*/ 1687166 w 1994354"/>
                <a:gd name="connsiteY857" fmla="*/ 1467635 h 2027849"/>
                <a:gd name="connsiteX858" fmla="*/ 1686789 w 1994354"/>
                <a:gd name="connsiteY858" fmla="*/ 1468793 h 2027849"/>
                <a:gd name="connsiteX859" fmla="*/ 1719223 w 1994354"/>
                <a:gd name="connsiteY859" fmla="*/ 1315207 h 2027849"/>
                <a:gd name="connsiteX860" fmla="*/ 1728686 w 1994354"/>
                <a:gd name="connsiteY860" fmla="*/ 1333828 h 2027849"/>
                <a:gd name="connsiteX861" fmla="*/ 1710857 w 1994354"/>
                <a:gd name="connsiteY861" fmla="*/ 1343534 h 2027849"/>
                <a:gd name="connsiteX862" fmla="*/ 1700880 w 1994354"/>
                <a:gd name="connsiteY862" fmla="*/ 1325181 h 2027849"/>
                <a:gd name="connsiteX863" fmla="*/ 1719223 w 1994354"/>
                <a:gd name="connsiteY863" fmla="*/ 1315193 h 2027849"/>
                <a:gd name="connsiteX864" fmla="*/ 1549543 w 1994354"/>
                <a:gd name="connsiteY864" fmla="*/ 1863988 h 2027849"/>
                <a:gd name="connsiteX865" fmla="*/ 1558457 w 1994354"/>
                <a:gd name="connsiteY865" fmla="*/ 1882584 h 2027849"/>
                <a:gd name="connsiteX866" fmla="*/ 1540251 w 1994354"/>
                <a:gd name="connsiteY866" fmla="*/ 1891636 h 2027849"/>
                <a:gd name="connsiteX867" fmla="*/ 1531063 w 1994354"/>
                <a:gd name="connsiteY867" fmla="*/ 1873159 h 2027849"/>
                <a:gd name="connsiteX868" fmla="*/ 1549543 w 1994354"/>
                <a:gd name="connsiteY868" fmla="*/ 1863974 h 2027849"/>
                <a:gd name="connsiteX869" fmla="*/ 1591372 w 1994354"/>
                <a:gd name="connsiteY869" fmla="*/ 1728635 h 2027849"/>
                <a:gd name="connsiteX870" fmla="*/ 1600697 w 1994354"/>
                <a:gd name="connsiteY870" fmla="*/ 1746384 h 2027849"/>
                <a:gd name="connsiteX871" fmla="*/ 1600423 w 1994354"/>
                <a:gd name="connsiteY871" fmla="*/ 1747149 h 2027849"/>
                <a:gd name="connsiteX872" fmla="*/ 1583383 w 1994354"/>
                <a:gd name="connsiteY872" fmla="*/ 1757119 h 2027849"/>
                <a:gd name="connsiteX873" fmla="*/ 1582251 w 1994354"/>
                <a:gd name="connsiteY873" fmla="*/ 1756776 h 2027849"/>
                <a:gd name="connsiteX874" fmla="*/ 1572720 w 1994354"/>
                <a:gd name="connsiteY874" fmla="*/ 1738139 h 2027849"/>
                <a:gd name="connsiteX875" fmla="*/ 1591372 w 1994354"/>
                <a:gd name="connsiteY875" fmla="*/ 1728621 h 2027849"/>
                <a:gd name="connsiteX876" fmla="*/ 1933132 w 1994354"/>
                <a:gd name="connsiteY876" fmla="*/ 625320 h 2027849"/>
                <a:gd name="connsiteX877" fmla="*/ 1923874 w 1994354"/>
                <a:gd name="connsiteY877" fmla="*/ 606844 h 2027849"/>
                <a:gd name="connsiteX878" fmla="*/ 1942354 w 1994354"/>
                <a:gd name="connsiteY878" fmla="*/ 597593 h 2027849"/>
                <a:gd name="connsiteX879" fmla="*/ 1951783 w 1994354"/>
                <a:gd name="connsiteY879" fmla="*/ 614729 h 2027849"/>
                <a:gd name="connsiteX880" fmla="*/ 1951337 w 1994354"/>
                <a:gd name="connsiteY880" fmla="*/ 615998 h 2027849"/>
                <a:gd name="connsiteX881" fmla="*/ 1934674 w 1994354"/>
                <a:gd name="connsiteY881" fmla="*/ 625800 h 2027849"/>
                <a:gd name="connsiteX882" fmla="*/ 1933132 w 1994354"/>
                <a:gd name="connsiteY882" fmla="*/ 625307 h 2027849"/>
                <a:gd name="connsiteX883" fmla="*/ 1909577 w 1994354"/>
                <a:gd name="connsiteY883" fmla="*/ 750669 h 2027849"/>
                <a:gd name="connsiteX884" fmla="*/ 1892640 w 1994354"/>
                <a:gd name="connsiteY884" fmla="*/ 760999 h 2027849"/>
                <a:gd name="connsiteX885" fmla="*/ 1891611 w 1994354"/>
                <a:gd name="connsiteY885" fmla="*/ 760704 h 2027849"/>
                <a:gd name="connsiteX886" fmla="*/ 1881703 w 1994354"/>
                <a:gd name="connsiteY886" fmla="*/ 742348 h 2027849"/>
                <a:gd name="connsiteX887" fmla="*/ 1900046 w 1994354"/>
                <a:gd name="connsiteY887" fmla="*/ 732429 h 2027849"/>
                <a:gd name="connsiteX888" fmla="*/ 1909955 w 1994354"/>
                <a:gd name="connsiteY888" fmla="*/ 749441 h 2027849"/>
                <a:gd name="connsiteX889" fmla="*/ 1909577 w 1994354"/>
                <a:gd name="connsiteY889" fmla="*/ 750669 h 2027849"/>
                <a:gd name="connsiteX890" fmla="*/ 1763006 w 1994354"/>
                <a:gd name="connsiteY890" fmla="*/ 1173947 h 2027849"/>
                <a:gd name="connsiteX891" fmla="*/ 1753577 w 1994354"/>
                <a:gd name="connsiteY891" fmla="*/ 1155316 h 2027849"/>
                <a:gd name="connsiteX892" fmla="*/ 1772194 w 1994354"/>
                <a:gd name="connsiteY892" fmla="*/ 1145877 h 2027849"/>
                <a:gd name="connsiteX893" fmla="*/ 1781109 w 1994354"/>
                <a:gd name="connsiteY893" fmla="*/ 1164775 h 2027849"/>
                <a:gd name="connsiteX894" fmla="*/ 1763006 w 1994354"/>
                <a:gd name="connsiteY894" fmla="*/ 1173947 h 202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Lst>
              <a:rect l="l" t="t" r="r" b="b"/>
              <a:pathLst>
                <a:path w="1994354" h="2027849">
                  <a:moveTo>
                    <a:pt x="1991760" y="484629"/>
                  </a:moveTo>
                  <a:cubicBezTo>
                    <a:pt x="1988229" y="489871"/>
                    <a:pt x="1981783" y="492281"/>
                    <a:pt x="1975680" y="490615"/>
                  </a:cubicBezTo>
                  <a:cubicBezTo>
                    <a:pt x="1969372" y="488719"/>
                    <a:pt x="1965052" y="482980"/>
                    <a:pt x="1964914" y="476410"/>
                  </a:cubicBezTo>
                  <a:cubicBezTo>
                    <a:pt x="1964949" y="469567"/>
                    <a:pt x="1969680" y="463639"/>
                    <a:pt x="1976332" y="462086"/>
                  </a:cubicBezTo>
                  <a:cubicBezTo>
                    <a:pt x="1977806" y="461699"/>
                    <a:pt x="1979280" y="461325"/>
                    <a:pt x="1980754" y="460944"/>
                  </a:cubicBezTo>
                  <a:cubicBezTo>
                    <a:pt x="1982914" y="461630"/>
                    <a:pt x="1985109" y="462292"/>
                    <a:pt x="1987269" y="462967"/>
                  </a:cubicBezTo>
                  <a:cubicBezTo>
                    <a:pt x="1988160" y="463927"/>
                    <a:pt x="1989052" y="464897"/>
                    <a:pt x="1989977" y="465847"/>
                  </a:cubicBezTo>
                  <a:cubicBezTo>
                    <a:pt x="1995052" y="470839"/>
                    <a:pt x="1995806" y="478769"/>
                    <a:pt x="1991760" y="484629"/>
                  </a:cubicBezTo>
                  <a:close/>
                  <a:moveTo>
                    <a:pt x="1670160" y="996885"/>
                  </a:moveTo>
                  <a:cubicBezTo>
                    <a:pt x="1662411" y="994629"/>
                    <a:pt x="1657955" y="986507"/>
                    <a:pt x="1660183" y="978748"/>
                  </a:cubicBezTo>
                  <a:cubicBezTo>
                    <a:pt x="1662446" y="970985"/>
                    <a:pt x="1670571" y="966525"/>
                    <a:pt x="1678320" y="968784"/>
                  </a:cubicBezTo>
                  <a:cubicBezTo>
                    <a:pt x="1678457" y="968819"/>
                    <a:pt x="1678560" y="968856"/>
                    <a:pt x="1678697" y="968894"/>
                  </a:cubicBezTo>
                  <a:cubicBezTo>
                    <a:pt x="1686446" y="971150"/>
                    <a:pt x="1690903" y="979272"/>
                    <a:pt x="1688674" y="987031"/>
                  </a:cubicBezTo>
                  <a:cubicBezTo>
                    <a:pt x="1686411" y="994793"/>
                    <a:pt x="1678286" y="999254"/>
                    <a:pt x="1670537" y="996995"/>
                  </a:cubicBezTo>
                  <a:cubicBezTo>
                    <a:pt x="1670400" y="996960"/>
                    <a:pt x="1670297" y="996923"/>
                    <a:pt x="1670160" y="996885"/>
                  </a:cubicBezTo>
                  <a:close/>
                  <a:moveTo>
                    <a:pt x="1712194" y="862015"/>
                  </a:moveTo>
                  <a:cubicBezTo>
                    <a:pt x="1704377" y="859711"/>
                    <a:pt x="1699886" y="851493"/>
                    <a:pt x="1702183" y="843662"/>
                  </a:cubicBezTo>
                  <a:cubicBezTo>
                    <a:pt x="1704480" y="835831"/>
                    <a:pt x="1712709" y="831353"/>
                    <a:pt x="1720526" y="833657"/>
                  </a:cubicBezTo>
                  <a:cubicBezTo>
                    <a:pt x="1728343" y="835951"/>
                    <a:pt x="1732834" y="844115"/>
                    <a:pt x="1730571" y="851925"/>
                  </a:cubicBezTo>
                  <a:cubicBezTo>
                    <a:pt x="1728137" y="859673"/>
                    <a:pt x="1720046" y="864127"/>
                    <a:pt x="1712194" y="862015"/>
                  </a:cubicBezTo>
                  <a:close/>
                  <a:moveTo>
                    <a:pt x="1756526" y="718790"/>
                  </a:moveTo>
                  <a:cubicBezTo>
                    <a:pt x="1748743" y="716380"/>
                    <a:pt x="1744354" y="708110"/>
                    <a:pt x="1746789" y="700317"/>
                  </a:cubicBezTo>
                  <a:cubicBezTo>
                    <a:pt x="1749154" y="692623"/>
                    <a:pt x="1757246" y="688252"/>
                    <a:pt x="1764994" y="690490"/>
                  </a:cubicBezTo>
                  <a:cubicBezTo>
                    <a:pt x="1772709" y="692983"/>
                    <a:pt x="1777063" y="701119"/>
                    <a:pt x="1774903" y="708926"/>
                  </a:cubicBezTo>
                  <a:cubicBezTo>
                    <a:pt x="1772469" y="716657"/>
                    <a:pt x="1764309" y="721039"/>
                    <a:pt x="1756526" y="718790"/>
                  </a:cubicBezTo>
                  <a:close/>
                  <a:moveTo>
                    <a:pt x="1798046" y="583409"/>
                  </a:moveTo>
                  <a:cubicBezTo>
                    <a:pt x="1790332" y="580992"/>
                    <a:pt x="1786080" y="572794"/>
                    <a:pt x="1788480" y="565097"/>
                  </a:cubicBezTo>
                  <a:cubicBezTo>
                    <a:pt x="1790914" y="557397"/>
                    <a:pt x="1799109" y="553115"/>
                    <a:pt x="1806789" y="555532"/>
                  </a:cubicBezTo>
                  <a:cubicBezTo>
                    <a:pt x="1806960" y="555583"/>
                    <a:pt x="1807097" y="555635"/>
                    <a:pt x="1807269" y="555689"/>
                  </a:cubicBezTo>
                  <a:cubicBezTo>
                    <a:pt x="1814983" y="558106"/>
                    <a:pt x="1819234" y="566304"/>
                    <a:pt x="1816834" y="574002"/>
                  </a:cubicBezTo>
                  <a:cubicBezTo>
                    <a:pt x="1814400" y="581702"/>
                    <a:pt x="1806206" y="585984"/>
                    <a:pt x="1798526" y="583567"/>
                  </a:cubicBezTo>
                  <a:cubicBezTo>
                    <a:pt x="1798354" y="583516"/>
                    <a:pt x="1798217" y="583464"/>
                    <a:pt x="1798046" y="583409"/>
                  </a:cubicBezTo>
                  <a:close/>
                  <a:moveTo>
                    <a:pt x="1839874" y="448499"/>
                  </a:moveTo>
                  <a:cubicBezTo>
                    <a:pt x="1833669" y="446359"/>
                    <a:pt x="1829623" y="440397"/>
                    <a:pt x="1829897" y="433841"/>
                  </a:cubicBezTo>
                  <a:cubicBezTo>
                    <a:pt x="1830137" y="427019"/>
                    <a:pt x="1835074" y="421276"/>
                    <a:pt x="1841795" y="420038"/>
                  </a:cubicBezTo>
                  <a:cubicBezTo>
                    <a:pt x="1843303" y="419729"/>
                    <a:pt x="1844846" y="419517"/>
                    <a:pt x="1846389" y="419260"/>
                  </a:cubicBezTo>
                  <a:cubicBezTo>
                    <a:pt x="1848137" y="419801"/>
                    <a:pt x="1849852" y="420340"/>
                    <a:pt x="1851600" y="420878"/>
                  </a:cubicBezTo>
                  <a:cubicBezTo>
                    <a:pt x="1852732" y="421955"/>
                    <a:pt x="1853897" y="422997"/>
                    <a:pt x="1854960" y="424115"/>
                  </a:cubicBezTo>
                  <a:cubicBezTo>
                    <a:pt x="1859589" y="428757"/>
                    <a:pt x="1860617" y="435895"/>
                    <a:pt x="1857463" y="441648"/>
                  </a:cubicBezTo>
                  <a:cubicBezTo>
                    <a:pt x="1853931" y="447772"/>
                    <a:pt x="1846629" y="450617"/>
                    <a:pt x="1839874" y="448499"/>
                  </a:cubicBezTo>
                  <a:close/>
                  <a:moveTo>
                    <a:pt x="1542446" y="1408602"/>
                  </a:moveTo>
                  <a:cubicBezTo>
                    <a:pt x="1550160" y="1411070"/>
                    <a:pt x="1554480" y="1419271"/>
                    <a:pt x="1552149" y="1427033"/>
                  </a:cubicBezTo>
                  <a:cubicBezTo>
                    <a:pt x="1549543" y="1434696"/>
                    <a:pt x="1541315" y="1438924"/>
                    <a:pt x="1533566" y="1436610"/>
                  </a:cubicBezTo>
                  <a:cubicBezTo>
                    <a:pt x="1525852" y="1434100"/>
                    <a:pt x="1521566" y="1425854"/>
                    <a:pt x="1523966" y="1418095"/>
                  </a:cubicBezTo>
                  <a:cubicBezTo>
                    <a:pt x="1526434" y="1410371"/>
                    <a:pt x="1534732" y="1406119"/>
                    <a:pt x="1542446" y="1408602"/>
                  </a:cubicBezTo>
                  <a:close/>
                  <a:moveTo>
                    <a:pt x="1705269" y="406742"/>
                  </a:moveTo>
                  <a:cubicBezTo>
                    <a:pt x="1698994" y="404781"/>
                    <a:pt x="1694709" y="398997"/>
                    <a:pt x="1694640" y="392424"/>
                  </a:cubicBezTo>
                  <a:cubicBezTo>
                    <a:pt x="1694709" y="385564"/>
                    <a:pt x="1699543" y="379667"/>
                    <a:pt x="1706229" y="378199"/>
                  </a:cubicBezTo>
                  <a:cubicBezTo>
                    <a:pt x="1707703" y="377832"/>
                    <a:pt x="1709212" y="377513"/>
                    <a:pt x="1710720" y="377171"/>
                  </a:cubicBezTo>
                  <a:cubicBezTo>
                    <a:pt x="1712880" y="377856"/>
                    <a:pt x="1715074" y="378518"/>
                    <a:pt x="1717234" y="379193"/>
                  </a:cubicBezTo>
                  <a:cubicBezTo>
                    <a:pt x="1718263" y="380342"/>
                    <a:pt x="1719257" y="381491"/>
                    <a:pt x="1720286" y="382643"/>
                  </a:cubicBezTo>
                  <a:cubicBezTo>
                    <a:pt x="1724880" y="387710"/>
                    <a:pt x="1725394" y="395280"/>
                    <a:pt x="1721520" y="400920"/>
                  </a:cubicBezTo>
                  <a:cubicBezTo>
                    <a:pt x="1717852" y="406060"/>
                    <a:pt x="1711372" y="408381"/>
                    <a:pt x="1705269" y="406742"/>
                  </a:cubicBezTo>
                  <a:close/>
                  <a:moveTo>
                    <a:pt x="1135269" y="1765992"/>
                  </a:moveTo>
                  <a:cubicBezTo>
                    <a:pt x="1127520" y="1763747"/>
                    <a:pt x="1123097" y="1755655"/>
                    <a:pt x="1125326" y="1747920"/>
                  </a:cubicBezTo>
                  <a:cubicBezTo>
                    <a:pt x="1127589" y="1740189"/>
                    <a:pt x="1135680" y="1735739"/>
                    <a:pt x="1143394" y="1737988"/>
                  </a:cubicBezTo>
                  <a:cubicBezTo>
                    <a:pt x="1143497" y="1738015"/>
                    <a:pt x="1143600" y="1738046"/>
                    <a:pt x="1143703" y="1738077"/>
                  </a:cubicBezTo>
                  <a:cubicBezTo>
                    <a:pt x="1151451" y="1740220"/>
                    <a:pt x="1156012" y="1748253"/>
                    <a:pt x="1153886" y="1756015"/>
                  </a:cubicBezTo>
                  <a:cubicBezTo>
                    <a:pt x="1151726" y="1763781"/>
                    <a:pt x="1143703" y="1768337"/>
                    <a:pt x="1135955" y="1766195"/>
                  </a:cubicBezTo>
                  <a:cubicBezTo>
                    <a:pt x="1135714" y="1766133"/>
                    <a:pt x="1135509" y="1766064"/>
                    <a:pt x="1135269" y="1765992"/>
                  </a:cubicBezTo>
                  <a:close/>
                  <a:moveTo>
                    <a:pt x="1527943" y="499615"/>
                  </a:moveTo>
                  <a:cubicBezTo>
                    <a:pt x="1520229" y="497243"/>
                    <a:pt x="1515909" y="489072"/>
                    <a:pt x="1518275" y="481365"/>
                  </a:cubicBezTo>
                  <a:cubicBezTo>
                    <a:pt x="1520640" y="473657"/>
                    <a:pt x="1528834" y="469331"/>
                    <a:pt x="1536514" y="471703"/>
                  </a:cubicBezTo>
                  <a:cubicBezTo>
                    <a:pt x="1536583" y="471720"/>
                    <a:pt x="1536652" y="471741"/>
                    <a:pt x="1536720" y="471761"/>
                  </a:cubicBezTo>
                  <a:cubicBezTo>
                    <a:pt x="1544469" y="474011"/>
                    <a:pt x="1548926" y="482112"/>
                    <a:pt x="1546663" y="489861"/>
                  </a:cubicBezTo>
                  <a:cubicBezTo>
                    <a:pt x="1544434" y="497606"/>
                    <a:pt x="1536309" y="502063"/>
                    <a:pt x="1528560" y="499814"/>
                  </a:cubicBezTo>
                  <a:cubicBezTo>
                    <a:pt x="1528354" y="499752"/>
                    <a:pt x="1528149" y="499687"/>
                    <a:pt x="1527943" y="499615"/>
                  </a:cubicBezTo>
                  <a:close/>
                  <a:moveTo>
                    <a:pt x="1569326" y="364553"/>
                  </a:moveTo>
                  <a:cubicBezTo>
                    <a:pt x="1562949" y="362184"/>
                    <a:pt x="1558937" y="355831"/>
                    <a:pt x="1559554" y="349053"/>
                  </a:cubicBezTo>
                  <a:cubicBezTo>
                    <a:pt x="1560275" y="342525"/>
                    <a:pt x="1565212" y="337255"/>
                    <a:pt x="1571692" y="336124"/>
                  </a:cubicBezTo>
                  <a:cubicBezTo>
                    <a:pt x="1573234" y="335843"/>
                    <a:pt x="1574812" y="335699"/>
                    <a:pt x="1576354" y="335489"/>
                  </a:cubicBezTo>
                  <a:cubicBezTo>
                    <a:pt x="1578103" y="336031"/>
                    <a:pt x="1579852" y="336569"/>
                    <a:pt x="1581566" y="337108"/>
                  </a:cubicBezTo>
                  <a:cubicBezTo>
                    <a:pt x="1582800" y="338380"/>
                    <a:pt x="1584103" y="339593"/>
                    <a:pt x="1585269" y="340931"/>
                  </a:cubicBezTo>
                  <a:cubicBezTo>
                    <a:pt x="1589623" y="345827"/>
                    <a:pt x="1590172" y="353051"/>
                    <a:pt x="1586571" y="358536"/>
                  </a:cubicBezTo>
                  <a:cubicBezTo>
                    <a:pt x="1582903" y="364279"/>
                    <a:pt x="1575771" y="366765"/>
                    <a:pt x="1569326" y="364553"/>
                  </a:cubicBezTo>
                  <a:close/>
                  <a:moveTo>
                    <a:pt x="1450594" y="749925"/>
                  </a:moveTo>
                  <a:cubicBezTo>
                    <a:pt x="1458275" y="752551"/>
                    <a:pt x="1462526" y="760793"/>
                    <a:pt x="1460160" y="768569"/>
                  </a:cubicBezTo>
                  <a:cubicBezTo>
                    <a:pt x="1457417" y="776198"/>
                    <a:pt x="1449189" y="780347"/>
                    <a:pt x="1441406" y="778015"/>
                  </a:cubicBezTo>
                  <a:cubicBezTo>
                    <a:pt x="1433657" y="775478"/>
                    <a:pt x="1429406" y="767129"/>
                    <a:pt x="1431943" y="759371"/>
                  </a:cubicBezTo>
                  <a:cubicBezTo>
                    <a:pt x="1434480" y="751612"/>
                    <a:pt x="1442846" y="747377"/>
                    <a:pt x="1450594" y="749915"/>
                  </a:cubicBezTo>
                  <a:close/>
                  <a:moveTo>
                    <a:pt x="1494617" y="606611"/>
                  </a:moveTo>
                  <a:cubicBezTo>
                    <a:pt x="1502332" y="609100"/>
                    <a:pt x="1506754" y="617188"/>
                    <a:pt x="1504697" y="625032"/>
                  </a:cubicBezTo>
                  <a:cubicBezTo>
                    <a:pt x="1502229" y="632757"/>
                    <a:pt x="1494069" y="637135"/>
                    <a:pt x="1486251" y="634937"/>
                  </a:cubicBezTo>
                  <a:cubicBezTo>
                    <a:pt x="1478400" y="632678"/>
                    <a:pt x="1473909" y="624497"/>
                    <a:pt x="1476137" y="616660"/>
                  </a:cubicBezTo>
                  <a:cubicBezTo>
                    <a:pt x="1478400" y="608822"/>
                    <a:pt x="1486594" y="604300"/>
                    <a:pt x="1494446" y="606559"/>
                  </a:cubicBezTo>
                  <a:cubicBezTo>
                    <a:pt x="1494480" y="606576"/>
                    <a:pt x="1494549" y="606593"/>
                    <a:pt x="1494617" y="606614"/>
                  </a:cubicBezTo>
                  <a:close/>
                  <a:moveTo>
                    <a:pt x="1408594" y="885100"/>
                  </a:moveTo>
                  <a:cubicBezTo>
                    <a:pt x="1416343" y="887455"/>
                    <a:pt x="1420697" y="895636"/>
                    <a:pt x="1418332" y="903371"/>
                  </a:cubicBezTo>
                  <a:cubicBezTo>
                    <a:pt x="1415966" y="911105"/>
                    <a:pt x="1407806" y="915467"/>
                    <a:pt x="1400057" y="913108"/>
                  </a:cubicBezTo>
                  <a:cubicBezTo>
                    <a:pt x="1399920" y="913063"/>
                    <a:pt x="1399749" y="913015"/>
                    <a:pt x="1399611" y="912964"/>
                  </a:cubicBezTo>
                  <a:cubicBezTo>
                    <a:pt x="1391863" y="910653"/>
                    <a:pt x="1387440" y="902496"/>
                    <a:pt x="1389771" y="894751"/>
                  </a:cubicBezTo>
                  <a:cubicBezTo>
                    <a:pt x="1392069" y="887003"/>
                    <a:pt x="1400229" y="882593"/>
                    <a:pt x="1407977" y="884904"/>
                  </a:cubicBezTo>
                  <a:cubicBezTo>
                    <a:pt x="1408183" y="884966"/>
                    <a:pt x="1408389" y="885031"/>
                    <a:pt x="1408594" y="885103"/>
                  </a:cubicBezTo>
                  <a:close/>
                  <a:moveTo>
                    <a:pt x="1185943" y="1602844"/>
                  </a:moveTo>
                  <a:cubicBezTo>
                    <a:pt x="1193760" y="1605295"/>
                    <a:pt x="1198080" y="1613610"/>
                    <a:pt x="1195646" y="1621413"/>
                  </a:cubicBezTo>
                  <a:cubicBezTo>
                    <a:pt x="1193177" y="1629216"/>
                    <a:pt x="1184880" y="1633557"/>
                    <a:pt x="1177063" y="1631105"/>
                  </a:cubicBezTo>
                  <a:cubicBezTo>
                    <a:pt x="1176994" y="1631082"/>
                    <a:pt x="1176892" y="1631054"/>
                    <a:pt x="1176823" y="1631027"/>
                  </a:cubicBezTo>
                  <a:cubicBezTo>
                    <a:pt x="1169074" y="1628373"/>
                    <a:pt x="1164960" y="1619952"/>
                    <a:pt x="1167600" y="1612214"/>
                  </a:cubicBezTo>
                  <a:cubicBezTo>
                    <a:pt x="1170206" y="1604661"/>
                    <a:pt x="1178297" y="1600519"/>
                    <a:pt x="1185943" y="1602847"/>
                  </a:cubicBezTo>
                  <a:close/>
                  <a:moveTo>
                    <a:pt x="1229966" y="1459626"/>
                  </a:moveTo>
                  <a:cubicBezTo>
                    <a:pt x="1237714" y="1462080"/>
                    <a:pt x="1242137" y="1470172"/>
                    <a:pt x="1240080" y="1478020"/>
                  </a:cubicBezTo>
                  <a:cubicBezTo>
                    <a:pt x="1237611" y="1485758"/>
                    <a:pt x="1229451" y="1490136"/>
                    <a:pt x="1221635" y="1487904"/>
                  </a:cubicBezTo>
                  <a:cubicBezTo>
                    <a:pt x="1213817" y="1485607"/>
                    <a:pt x="1209360" y="1477437"/>
                    <a:pt x="1211623" y="1469627"/>
                  </a:cubicBezTo>
                  <a:cubicBezTo>
                    <a:pt x="1213989" y="1461857"/>
                    <a:pt x="1222149" y="1457411"/>
                    <a:pt x="1229966" y="1459629"/>
                  </a:cubicBezTo>
                  <a:close/>
                  <a:moveTo>
                    <a:pt x="1263429" y="1352801"/>
                  </a:moveTo>
                  <a:cubicBezTo>
                    <a:pt x="1255680" y="1350388"/>
                    <a:pt x="1251291" y="1342204"/>
                    <a:pt x="1253589" y="1334417"/>
                  </a:cubicBezTo>
                  <a:cubicBezTo>
                    <a:pt x="1255955" y="1326665"/>
                    <a:pt x="1264149" y="1322294"/>
                    <a:pt x="1271897" y="1324656"/>
                  </a:cubicBezTo>
                  <a:cubicBezTo>
                    <a:pt x="1271931" y="1324663"/>
                    <a:pt x="1271931" y="1324670"/>
                    <a:pt x="1271966" y="1324677"/>
                  </a:cubicBezTo>
                  <a:cubicBezTo>
                    <a:pt x="1279714" y="1327056"/>
                    <a:pt x="1284172" y="1335196"/>
                    <a:pt x="1281977" y="1343013"/>
                  </a:cubicBezTo>
                  <a:cubicBezTo>
                    <a:pt x="1279406" y="1350703"/>
                    <a:pt x="1271246" y="1355013"/>
                    <a:pt x="1263429" y="1352805"/>
                  </a:cubicBezTo>
                  <a:close/>
                  <a:moveTo>
                    <a:pt x="1348046" y="1029960"/>
                  </a:moveTo>
                  <a:cubicBezTo>
                    <a:pt x="1350411" y="1022184"/>
                    <a:pt x="1358571" y="1017737"/>
                    <a:pt x="1366389" y="1019969"/>
                  </a:cubicBezTo>
                  <a:cubicBezTo>
                    <a:pt x="1374240" y="1022232"/>
                    <a:pt x="1378732" y="1030420"/>
                    <a:pt x="1376469" y="1038254"/>
                  </a:cubicBezTo>
                  <a:cubicBezTo>
                    <a:pt x="1374206" y="1046088"/>
                    <a:pt x="1366046" y="1050607"/>
                    <a:pt x="1358194" y="1048344"/>
                  </a:cubicBezTo>
                  <a:cubicBezTo>
                    <a:pt x="1358126" y="1048324"/>
                    <a:pt x="1358057" y="1048303"/>
                    <a:pt x="1357989" y="1048283"/>
                  </a:cubicBezTo>
                  <a:cubicBezTo>
                    <a:pt x="1350206" y="1045931"/>
                    <a:pt x="1345783" y="1037764"/>
                    <a:pt x="1348046" y="1029964"/>
                  </a:cubicBezTo>
                  <a:close/>
                  <a:moveTo>
                    <a:pt x="1305052" y="1217630"/>
                  </a:moveTo>
                  <a:cubicBezTo>
                    <a:pt x="1297303" y="1215103"/>
                    <a:pt x="1293052" y="1206765"/>
                    <a:pt x="1295589" y="1199010"/>
                  </a:cubicBezTo>
                  <a:cubicBezTo>
                    <a:pt x="1298126" y="1191254"/>
                    <a:pt x="1306457" y="1187016"/>
                    <a:pt x="1314206" y="1189543"/>
                  </a:cubicBezTo>
                  <a:cubicBezTo>
                    <a:pt x="1321955" y="1192070"/>
                    <a:pt x="1326206" y="1200408"/>
                    <a:pt x="1323669" y="1208167"/>
                  </a:cubicBezTo>
                  <a:cubicBezTo>
                    <a:pt x="1321132" y="1215923"/>
                    <a:pt x="1312800" y="1220160"/>
                    <a:pt x="1305052" y="1217633"/>
                  </a:cubicBezTo>
                  <a:close/>
                  <a:moveTo>
                    <a:pt x="1434549" y="322752"/>
                  </a:moveTo>
                  <a:cubicBezTo>
                    <a:pt x="1428343" y="320675"/>
                    <a:pt x="1424229" y="314777"/>
                    <a:pt x="1424400" y="308229"/>
                  </a:cubicBezTo>
                  <a:cubicBezTo>
                    <a:pt x="1424537" y="301396"/>
                    <a:pt x="1429406" y="295584"/>
                    <a:pt x="1436126" y="294278"/>
                  </a:cubicBezTo>
                  <a:cubicBezTo>
                    <a:pt x="1437635" y="293935"/>
                    <a:pt x="1439177" y="293688"/>
                    <a:pt x="1440686" y="293400"/>
                  </a:cubicBezTo>
                  <a:cubicBezTo>
                    <a:pt x="1442434" y="293939"/>
                    <a:pt x="1444183" y="294477"/>
                    <a:pt x="1445897" y="295019"/>
                  </a:cubicBezTo>
                  <a:cubicBezTo>
                    <a:pt x="1447063" y="296075"/>
                    <a:pt x="1448263" y="297076"/>
                    <a:pt x="1449394" y="298193"/>
                  </a:cubicBezTo>
                  <a:cubicBezTo>
                    <a:pt x="1454263" y="302976"/>
                    <a:pt x="1455223" y="310454"/>
                    <a:pt x="1451726" y="316310"/>
                  </a:cubicBezTo>
                  <a:cubicBezTo>
                    <a:pt x="1448091" y="322073"/>
                    <a:pt x="1441063" y="324710"/>
                    <a:pt x="1434549" y="322756"/>
                  </a:cubicBezTo>
                  <a:close/>
                  <a:moveTo>
                    <a:pt x="1401463" y="429796"/>
                  </a:moveTo>
                  <a:cubicBezTo>
                    <a:pt x="1409212" y="432062"/>
                    <a:pt x="1413635" y="440177"/>
                    <a:pt x="1411372" y="447919"/>
                  </a:cubicBezTo>
                  <a:cubicBezTo>
                    <a:pt x="1409109" y="455661"/>
                    <a:pt x="1400983" y="460097"/>
                    <a:pt x="1393234" y="457828"/>
                  </a:cubicBezTo>
                  <a:cubicBezTo>
                    <a:pt x="1393132" y="457790"/>
                    <a:pt x="1392994" y="457749"/>
                    <a:pt x="1392857" y="457708"/>
                  </a:cubicBezTo>
                  <a:cubicBezTo>
                    <a:pt x="1385109" y="455489"/>
                    <a:pt x="1380617" y="447405"/>
                    <a:pt x="1382846" y="439649"/>
                  </a:cubicBezTo>
                  <a:cubicBezTo>
                    <a:pt x="1385040" y="431894"/>
                    <a:pt x="1393132" y="427406"/>
                    <a:pt x="1400880" y="429621"/>
                  </a:cubicBezTo>
                  <a:cubicBezTo>
                    <a:pt x="1401086" y="429676"/>
                    <a:pt x="1401257" y="429737"/>
                    <a:pt x="1401463" y="429799"/>
                  </a:cubicBezTo>
                  <a:close/>
                  <a:moveTo>
                    <a:pt x="1008686" y="1696173"/>
                  </a:moveTo>
                  <a:cubicBezTo>
                    <a:pt x="1016332" y="1698655"/>
                    <a:pt x="1020549" y="1706877"/>
                    <a:pt x="1018080" y="1714540"/>
                  </a:cubicBezTo>
                  <a:cubicBezTo>
                    <a:pt x="1015577" y="1722199"/>
                    <a:pt x="1007349" y="1726399"/>
                    <a:pt x="999703" y="1723917"/>
                  </a:cubicBezTo>
                  <a:cubicBezTo>
                    <a:pt x="992091" y="1721455"/>
                    <a:pt x="987874" y="1713326"/>
                    <a:pt x="990275" y="1705698"/>
                  </a:cubicBezTo>
                  <a:cubicBezTo>
                    <a:pt x="992640" y="1698038"/>
                    <a:pt x="1000731" y="1693735"/>
                    <a:pt x="1008411" y="1696084"/>
                  </a:cubicBezTo>
                  <a:cubicBezTo>
                    <a:pt x="1008480" y="1696115"/>
                    <a:pt x="1008583" y="1696146"/>
                    <a:pt x="1008686" y="1696176"/>
                  </a:cubicBezTo>
                  <a:close/>
                  <a:moveTo>
                    <a:pt x="1299874" y="280968"/>
                  </a:moveTo>
                  <a:cubicBezTo>
                    <a:pt x="1293840" y="279131"/>
                    <a:pt x="1289554" y="273737"/>
                    <a:pt x="1289143" y="267429"/>
                  </a:cubicBezTo>
                  <a:cubicBezTo>
                    <a:pt x="1288903" y="260846"/>
                    <a:pt x="1293017" y="254890"/>
                    <a:pt x="1299257" y="252782"/>
                  </a:cubicBezTo>
                  <a:cubicBezTo>
                    <a:pt x="1301143" y="252161"/>
                    <a:pt x="1303097" y="251795"/>
                    <a:pt x="1305017" y="251311"/>
                  </a:cubicBezTo>
                  <a:cubicBezTo>
                    <a:pt x="1307212" y="251997"/>
                    <a:pt x="1309372" y="252658"/>
                    <a:pt x="1311532" y="253334"/>
                  </a:cubicBezTo>
                  <a:cubicBezTo>
                    <a:pt x="1312732" y="254633"/>
                    <a:pt x="1314000" y="255885"/>
                    <a:pt x="1315132" y="257236"/>
                  </a:cubicBezTo>
                  <a:cubicBezTo>
                    <a:pt x="1319383" y="262289"/>
                    <a:pt x="1319760" y="269537"/>
                    <a:pt x="1316057" y="275003"/>
                  </a:cubicBezTo>
                  <a:cubicBezTo>
                    <a:pt x="1312457" y="280200"/>
                    <a:pt x="1305977" y="282587"/>
                    <a:pt x="1299874" y="280972"/>
                  </a:cubicBezTo>
                  <a:close/>
                  <a:moveTo>
                    <a:pt x="729771" y="1640191"/>
                  </a:moveTo>
                  <a:cubicBezTo>
                    <a:pt x="722023" y="1638017"/>
                    <a:pt x="717497" y="1629971"/>
                    <a:pt x="719657" y="1622212"/>
                  </a:cubicBezTo>
                  <a:cubicBezTo>
                    <a:pt x="721817" y="1614456"/>
                    <a:pt x="729874" y="1609931"/>
                    <a:pt x="737623" y="1612101"/>
                  </a:cubicBezTo>
                  <a:cubicBezTo>
                    <a:pt x="737829" y="1612152"/>
                    <a:pt x="738000" y="1612204"/>
                    <a:pt x="738172" y="1612262"/>
                  </a:cubicBezTo>
                  <a:cubicBezTo>
                    <a:pt x="745920" y="1614491"/>
                    <a:pt x="750377" y="1622572"/>
                    <a:pt x="748148" y="1630314"/>
                  </a:cubicBezTo>
                  <a:cubicBezTo>
                    <a:pt x="745920" y="1638055"/>
                    <a:pt x="737829" y="1642523"/>
                    <a:pt x="730115" y="1640294"/>
                  </a:cubicBezTo>
                  <a:cubicBezTo>
                    <a:pt x="729977" y="1640263"/>
                    <a:pt x="729874" y="1640229"/>
                    <a:pt x="729771" y="1640195"/>
                  </a:cubicBezTo>
                  <a:close/>
                  <a:moveTo>
                    <a:pt x="994354" y="787235"/>
                  </a:moveTo>
                  <a:cubicBezTo>
                    <a:pt x="986606" y="784886"/>
                    <a:pt x="982251" y="776712"/>
                    <a:pt x="984617" y="768977"/>
                  </a:cubicBezTo>
                  <a:cubicBezTo>
                    <a:pt x="986949" y="761243"/>
                    <a:pt x="995109" y="756874"/>
                    <a:pt x="1002857" y="759223"/>
                  </a:cubicBezTo>
                  <a:cubicBezTo>
                    <a:pt x="1010640" y="761455"/>
                    <a:pt x="1015132" y="769567"/>
                    <a:pt x="1012869" y="777336"/>
                  </a:cubicBezTo>
                  <a:cubicBezTo>
                    <a:pt x="1010640" y="785109"/>
                    <a:pt x="1002549" y="789597"/>
                    <a:pt x="994766" y="787365"/>
                  </a:cubicBezTo>
                  <a:cubicBezTo>
                    <a:pt x="994629" y="787324"/>
                    <a:pt x="994492" y="787283"/>
                    <a:pt x="994354" y="787238"/>
                  </a:cubicBezTo>
                  <a:close/>
                  <a:moveTo>
                    <a:pt x="1122823" y="373934"/>
                  </a:moveTo>
                  <a:cubicBezTo>
                    <a:pt x="1115040" y="371805"/>
                    <a:pt x="1110446" y="363768"/>
                    <a:pt x="1112571" y="355982"/>
                  </a:cubicBezTo>
                  <a:cubicBezTo>
                    <a:pt x="1114732" y="348199"/>
                    <a:pt x="1122754" y="343615"/>
                    <a:pt x="1130537" y="345744"/>
                  </a:cubicBezTo>
                  <a:cubicBezTo>
                    <a:pt x="1130640" y="345775"/>
                    <a:pt x="1130777" y="345809"/>
                    <a:pt x="1130880" y="345844"/>
                  </a:cubicBezTo>
                  <a:cubicBezTo>
                    <a:pt x="1138629" y="348069"/>
                    <a:pt x="1143120" y="356160"/>
                    <a:pt x="1140892" y="363919"/>
                  </a:cubicBezTo>
                  <a:cubicBezTo>
                    <a:pt x="1138663" y="371678"/>
                    <a:pt x="1130571" y="376163"/>
                    <a:pt x="1122823" y="373937"/>
                  </a:cubicBezTo>
                  <a:close/>
                  <a:moveTo>
                    <a:pt x="1163966" y="238817"/>
                  </a:moveTo>
                  <a:cubicBezTo>
                    <a:pt x="1157520" y="236555"/>
                    <a:pt x="1153475" y="230205"/>
                    <a:pt x="1154091" y="223416"/>
                  </a:cubicBezTo>
                  <a:cubicBezTo>
                    <a:pt x="1154674" y="216871"/>
                    <a:pt x="1159543" y="211526"/>
                    <a:pt x="1166023" y="210357"/>
                  </a:cubicBezTo>
                  <a:cubicBezTo>
                    <a:pt x="1167566" y="210059"/>
                    <a:pt x="1169109" y="209867"/>
                    <a:pt x="1170652" y="209630"/>
                  </a:cubicBezTo>
                  <a:cubicBezTo>
                    <a:pt x="1172400" y="210168"/>
                    <a:pt x="1174149" y="210707"/>
                    <a:pt x="1175863" y="211248"/>
                  </a:cubicBezTo>
                  <a:cubicBezTo>
                    <a:pt x="1177132" y="212500"/>
                    <a:pt x="1178469" y="213689"/>
                    <a:pt x="1179669" y="215020"/>
                  </a:cubicBezTo>
                  <a:cubicBezTo>
                    <a:pt x="1184091" y="219861"/>
                    <a:pt x="1184743" y="227078"/>
                    <a:pt x="1181212" y="232618"/>
                  </a:cubicBezTo>
                  <a:cubicBezTo>
                    <a:pt x="1177543" y="238385"/>
                    <a:pt x="1170446" y="240940"/>
                    <a:pt x="1163966" y="238821"/>
                  </a:cubicBezTo>
                  <a:close/>
                  <a:moveTo>
                    <a:pt x="1089120" y="480813"/>
                  </a:moveTo>
                  <a:cubicBezTo>
                    <a:pt x="1096869" y="483275"/>
                    <a:pt x="1101291" y="491387"/>
                    <a:pt x="1099166" y="499221"/>
                  </a:cubicBezTo>
                  <a:cubicBezTo>
                    <a:pt x="1096732" y="506962"/>
                    <a:pt x="1088571" y="511358"/>
                    <a:pt x="1080754" y="509143"/>
                  </a:cubicBezTo>
                  <a:cubicBezTo>
                    <a:pt x="1072903" y="506966"/>
                    <a:pt x="1068275" y="498827"/>
                    <a:pt x="1070469" y="490965"/>
                  </a:cubicBezTo>
                  <a:cubicBezTo>
                    <a:pt x="1072629" y="483103"/>
                    <a:pt x="1080789" y="478498"/>
                    <a:pt x="1088640" y="480676"/>
                  </a:cubicBezTo>
                  <a:cubicBezTo>
                    <a:pt x="1088812" y="480720"/>
                    <a:pt x="1088949" y="480768"/>
                    <a:pt x="1089120" y="480816"/>
                  </a:cubicBezTo>
                  <a:close/>
                  <a:moveTo>
                    <a:pt x="1045166" y="624127"/>
                  </a:moveTo>
                  <a:cubicBezTo>
                    <a:pt x="1052914" y="626699"/>
                    <a:pt x="1057097" y="635064"/>
                    <a:pt x="1054526" y="642813"/>
                  </a:cubicBezTo>
                  <a:cubicBezTo>
                    <a:pt x="1051955" y="650558"/>
                    <a:pt x="1043589" y="654755"/>
                    <a:pt x="1035840" y="652183"/>
                  </a:cubicBezTo>
                  <a:cubicBezTo>
                    <a:pt x="1028091" y="649608"/>
                    <a:pt x="1023909" y="641246"/>
                    <a:pt x="1026480" y="633497"/>
                  </a:cubicBezTo>
                  <a:cubicBezTo>
                    <a:pt x="1029120" y="625793"/>
                    <a:pt x="1037417" y="621624"/>
                    <a:pt x="1045166" y="624134"/>
                  </a:cubicBezTo>
                  <a:close/>
                  <a:moveTo>
                    <a:pt x="952012" y="922330"/>
                  </a:moveTo>
                  <a:cubicBezTo>
                    <a:pt x="944229" y="919852"/>
                    <a:pt x="939943" y="911544"/>
                    <a:pt x="942446" y="903775"/>
                  </a:cubicBezTo>
                  <a:cubicBezTo>
                    <a:pt x="944914" y="896010"/>
                    <a:pt x="953212" y="891724"/>
                    <a:pt x="960994" y="894203"/>
                  </a:cubicBezTo>
                  <a:cubicBezTo>
                    <a:pt x="961132" y="894244"/>
                    <a:pt x="961234" y="894285"/>
                    <a:pt x="961372" y="894329"/>
                  </a:cubicBezTo>
                  <a:cubicBezTo>
                    <a:pt x="969120" y="896915"/>
                    <a:pt x="973269" y="905280"/>
                    <a:pt x="970697" y="913012"/>
                  </a:cubicBezTo>
                  <a:cubicBezTo>
                    <a:pt x="968126" y="920747"/>
                    <a:pt x="959760" y="924923"/>
                    <a:pt x="952012" y="922337"/>
                  </a:cubicBezTo>
                  <a:close/>
                  <a:moveTo>
                    <a:pt x="899554" y="1091829"/>
                  </a:moveTo>
                  <a:cubicBezTo>
                    <a:pt x="891771" y="1089408"/>
                    <a:pt x="887417" y="1081132"/>
                    <a:pt x="889817" y="1073342"/>
                  </a:cubicBezTo>
                  <a:cubicBezTo>
                    <a:pt x="892251" y="1065549"/>
                    <a:pt x="900549" y="1061198"/>
                    <a:pt x="908332" y="1063619"/>
                  </a:cubicBezTo>
                  <a:cubicBezTo>
                    <a:pt x="908434" y="1063660"/>
                    <a:pt x="908571" y="1063701"/>
                    <a:pt x="908709" y="1063745"/>
                  </a:cubicBezTo>
                  <a:cubicBezTo>
                    <a:pt x="916457" y="1066272"/>
                    <a:pt x="920709" y="1074611"/>
                    <a:pt x="918172" y="1082369"/>
                  </a:cubicBezTo>
                  <a:cubicBezTo>
                    <a:pt x="915635" y="1090125"/>
                    <a:pt x="907303" y="1094363"/>
                    <a:pt x="899554" y="1091836"/>
                  </a:cubicBezTo>
                  <a:close/>
                  <a:moveTo>
                    <a:pt x="866709" y="1198955"/>
                  </a:moveTo>
                  <a:cubicBezTo>
                    <a:pt x="874423" y="1201461"/>
                    <a:pt x="878709" y="1209683"/>
                    <a:pt x="876343" y="1217441"/>
                  </a:cubicBezTo>
                  <a:cubicBezTo>
                    <a:pt x="873669" y="1225091"/>
                    <a:pt x="865440" y="1229273"/>
                    <a:pt x="857692" y="1226922"/>
                  </a:cubicBezTo>
                  <a:cubicBezTo>
                    <a:pt x="849943" y="1224569"/>
                    <a:pt x="845520" y="1216372"/>
                    <a:pt x="847886" y="1208603"/>
                  </a:cubicBezTo>
                  <a:cubicBezTo>
                    <a:pt x="850251" y="1200837"/>
                    <a:pt x="858446" y="1196448"/>
                    <a:pt x="866194" y="1198800"/>
                  </a:cubicBezTo>
                  <a:cubicBezTo>
                    <a:pt x="866366" y="1198848"/>
                    <a:pt x="866537" y="1198903"/>
                    <a:pt x="866709" y="1198961"/>
                  </a:cubicBezTo>
                  <a:close/>
                  <a:moveTo>
                    <a:pt x="806194" y="1343640"/>
                  </a:moveTo>
                  <a:cubicBezTo>
                    <a:pt x="808663" y="1335899"/>
                    <a:pt x="816857" y="1331551"/>
                    <a:pt x="824640" y="1333872"/>
                  </a:cubicBezTo>
                  <a:cubicBezTo>
                    <a:pt x="832354" y="1336413"/>
                    <a:pt x="836674" y="1344576"/>
                    <a:pt x="834480" y="1352387"/>
                  </a:cubicBezTo>
                  <a:cubicBezTo>
                    <a:pt x="831977" y="1360108"/>
                    <a:pt x="823749" y="1364404"/>
                    <a:pt x="815966" y="1362052"/>
                  </a:cubicBezTo>
                  <a:cubicBezTo>
                    <a:pt x="808183" y="1359665"/>
                    <a:pt x="803829" y="1351430"/>
                    <a:pt x="806194" y="1343651"/>
                  </a:cubicBezTo>
                  <a:close/>
                  <a:moveTo>
                    <a:pt x="771429" y="1505256"/>
                  </a:moveTo>
                  <a:cubicBezTo>
                    <a:pt x="763611" y="1502795"/>
                    <a:pt x="759291" y="1494473"/>
                    <a:pt x="761760" y="1486673"/>
                  </a:cubicBezTo>
                  <a:cubicBezTo>
                    <a:pt x="764229" y="1478873"/>
                    <a:pt x="772526" y="1474543"/>
                    <a:pt x="780343" y="1477005"/>
                  </a:cubicBezTo>
                  <a:cubicBezTo>
                    <a:pt x="788160" y="1479467"/>
                    <a:pt x="792480" y="1487788"/>
                    <a:pt x="790012" y="1495595"/>
                  </a:cubicBezTo>
                  <a:cubicBezTo>
                    <a:pt x="787543" y="1503398"/>
                    <a:pt x="779246" y="1507728"/>
                    <a:pt x="771429" y="1505267"/>
                  </a:cubicBezTo>
                  <a:close/>
                  <a:moveTo>
                    <a:pt x="1028709" y="196835"/>
                  </a:moveTo>
                  <a:cubicBezTo>
                    <a:pt x="1022777" y="194644"/>
                    <a:pt x="1018834" y="188993"/>
                    <a:pt x="1018834" y="182675"/>
                  </a:cubicBezTo>
                  <a:cubicBezTo>
                    <a:pt x="1018903" y="175814"/>
                    <a:pt x="1023737" y="169927"/>
                    <a:pt x="1030457" y="168508"/>
                  </a:cubicBezTo>
                  <a:cubicBezTo>
                    <a:pt x="1031966" y="168165"/>
                    <a:pt x="1033475" y="167856"/>
                    <a:pt x="1034983" y="167534"/>
                  </a:cubicBezTo>
                  <a:lnTo>
                    <a:pt x="1041532" y="169557"/>
                  </a:lnTo>
                  <a:cubicBezTo>
                    <a:pt x="1042526" y="170716"/>
                    <a:pt x="1043486" y="171875"/>
                    <a:pt x="1044480" y="173030"/>
                  </a:cubicBezTo>
                  <a:cubicBezTo>
                    <a:pt x="1049074" y="178115"/>
                    <a:pt x="1049554" y="185685"/>
                    <a:pt x="1045646" y="191308"/>
                  </a:cubicBezTo>
                  <a:cubicBezTo>
                    <a:pt x="1041806" y="196646"/>
                    <a:pt x="1034949" y="198888"/>
                    <a:pt x="1028709" y="196845"/>
                  </a:cubicBezTo>
                  <a:close/>
                  <a:moveTo>
                    <a:pt x="724012" y="703368"/>
                  </a:moveTo>
                  <a:cubicBezTo>
                    <a:pt x="716263" y="701123"/>
                    <a:pt x="711771" y="693011"/>
                    <a:pt x="714034" y="685245"/>
                  </a:cubicBezTo>
                  <a:cubicBezTo>
                    <a:pt x="716263" y="677483"/>
                    <a:pt x="724389" y="673008"/>
                    <a:pt x="732137" y="675254"/>
                  </a:cubicBezTo>
                  <a:cubicBezTo>
                    <a:pt x="732275" y="675288"/>
                    <a:pt x="732377" y="675326"/>
                    <a:pt x="732514" y="675367"/>
                  </a:cubicBezTo>
                  <a:cubicBezTo>
                    <a:pt x="740263" y="677613"/>
                    <a:pt x="744754" y="685725"/>
                    <a:pt x="742492" y="693490"/>
                  </a:cubicBezTo>
                  <a:cubicBezTo>
                    <a:pt x="740263" y="701253"/>
                    <a:pt x="732137" y="705727"/>
                    <a:pt x="724389" y="703481"/>
                  </a:cubicBezTo>
                  <a:cubicBezTo>
                    <a:pt x="724251" y="703447"/>
                    <a:pt x="724148" y="703409"/>
                    <a:pt x="724012" y="703368"/>
                  </a:cubicBezTo>
                  <a:close/>
                  <a:moveTo>
                    <a:pt x="800469" y="406848"/>
                  </a:moveTo>
                  <a:cubicBezTo>
                    <a:pt x="802903" y="399100"/>
                    <a:pt x="811097" y="394718"/>
                    <a:pt x="818880" y="396984"/>
                  </a:cubicBezTo>
                  <a:cubicBezTo>
                    <a:pt x="826629" y="399480"/>
                    <a:pt x="830983" y="407657"/>
                    <a:pt x="828754" y="415475"/>
                  </a:cubicBezTo>
                  <a:cubicBezTo>
                    <a:pt x="826286" y="423213"/>
                    <a:pt x="818057" y="427550"/>
                    <a:pt x="810275" y="425243"/>
                  </a:cubicBezTo>
                  <a:cubicBezTo>
                    <a:pt x="802492" y="422849"/>
                    <a:pt x="798137" y="414631"/>
                    <a:pt x="800469" y="406848"/>
                  </a:cubicBezTo>
                  <a:close/>
                  <a:moveTo>
                    <a:pt x="765909" y="568451"/>
                  </a:moveTo>
                  <a:cubicBezTo>
                    <a:pt x="758091" y="566088"/>
                    <a:pt x="753669" y="557839"/>
                    <a:pt x="756034" y="550025"/>
                  </a:cubicBezTo>
                  <a:cubicBezTo>
                    <a:pt x="758400" y="542212"/>
                    <a:pt x="766663" y="537792"/>
                    <a:pt x="774446" y="540155"/>
                  </a:cubicBezTo>
                  <a:cubicBezTo>
                    <a:pt x="782263" y="542507"/>
                    <a:pt x="786686" y="550711"/>
                    <a:pt x="784354" y="558508"/>
                  </a:cubicBezTo>
                  <a:cubicBezTo>
                    <a:pt x="781920" y="566291"/>
                    <a:pt x="773726" y="570707"/>
                    <a:pt x="765909" y="568451"/>
                  </a:cubicBezTo>
                  <a:close/>
                  <a:moveTo>
                    <a:pt x="852034" y="289931"/>
                  </a:moveTo>
                  <a:cubicBezTo>
                    <a:pt x="844320" y="287541"/>
                    <a:pt x="840034" y="279353"/>
                    <a:pt x="842400" y="271649"/>
                  </a:cubicBezTo>
                  <a:cubicBezTo>
                    <a:pt x="844800" y="263942"/>
                    <a:pt x="852994" y="259632"/>
                    <a:pt x="860709" y="262025"/>
                  </a:cubicBezTo>
                  <a:cubicBezTo>
                    <a:pt x="860777" y="262056"/>
                    <a:pt x="860880" y="262087"/>
                    <a:pt x="860983" y="262118"/>
                  </a:cubicBezTo>
                  <a:cubicBezTo>
                    <a:pt x="868697" y="264508"/>
                    <a:pt x="872983" y="272695"/>
                    <a:pt x="870617" y="280399"/>
                  </a:cubicBezTo>
                  <a:cubicBezTo>
                    <a:pt x="868217" y="288107"/>
                    <a:pt x="860023" y="292416"/>
                    <a:pt x="852308" y="290023"/>
                  </a:cubicBezTo>
                  <a:cubicBezTo>
                    <a:pt x="852240" y="289992"/>
                    <a:pt x="852137" y="289961"/>
                    <a:pt x="852034" y="289931"/>
                  </a:cubicBezTo>
                  <a:close/>
                  <a:moveTo>
                    <a:pt x="894549" y="155219"/>
                  </a:moveTo>
                  <a:cubicBezTo>
                    <a:pt x="888206" y="153419"/>
                    <a:pt x="883783" y="147693"/>
                    <a:pt x="883646" y="141103"/>
                  </a:cubicBezTo>
                  <a:cubicBezTo>
                    <a:pt x="883577" y="134760"/>
                    <a:pt x="887589" y="129093"/>
                    <a:pt x="893589" y="127022"/>
                  </a:cubicBezTo>
                  <a:cubicBezTo>
                    <a:pt x="895475" y="126388"/>
                    <a:pt x="897429" y="125973"/>
                    <a:pt x="899314" y="125455"/>
                  </a:cubicBezTo>
                  <a:cubicBezTo>
                    <a:pt x="901509" y="126141"/>
                    <a:pt x="903669" y="126806"/>
                    <a:pt x="905863" y="127481"/>
                  </a:cubicBezTo>
                  <a:cubicBezTo>
                    <a:pt x="907063" y="128760"/>
                    <a:pt x="908366" y="129991"/>
                    <a:pt x="909532" y="131335"/>
                  </a:cubicBezTo>
                  <a:cubicBezTo>
                    <a:pt x="913714" y="136108"/>
                    <a:pt x="914297" y="143037"/>
                    <a:pt x="911006" y="148454"/>
                  </a:cubicBezTo>
                  <a:cubicBezTo>
                    <a:pt x="907646" y="154125"/>
                    <a:pt x="900926" y="156881"/>
                    <a:pt x="894549" y="155219"/>
                  </a:cubicBezTo>
                  <a:close/>
                  <a:moveTo>
                    <a:pt x="758674" y="113078"/>
                  </a:moveTo>
                  <a:cubicBezTo>
                    <a:pt x="752469" y="110976"/>
                    <a:pt x="748354" y="105055"/>
                    <a:pt x="748594" y="98503"/>
                  </a:cubicBezTo>
                  <a:cubicBezTo>
                    <a:pt x="748766" y="91670"/>
                    <a:pt x="753669" y="85879"/>
                    <a:pt x="760389" y="84611"/>
                  </a:cubicBezTo>
                  <a:cubicBezTo>
                    <a:pt x="761897" y="84268"/>
                    <a:pt x="763440" y="84052"/>
                    <a:pt x="764949" y="83774"/>
                  </a:cubicBezTo>
                  <a:lnTo>
                    <a:pt x="770194" y="85392"/>
                  </a:lnTo>
                  <a:cubicBezTo>
                    <a:pt x="771326" y="86459"/>
                    <a:pt x="772526" y="87480"/>
                    <a:pt x="773623" y="88595"/>
                  </a:cubicBezTo>
                  <a:cubicBezTo>
                    <a:pt x="778457" y="93391"/>
                    <a:pt x="779383" y="100886"/>
                    <a:pt x="775817" y="106697"/>
                  </a:cubicBezTo>
                  <a:cubicBezTo>
                    <a:pt x="772217" y="112461"/>
                    <a:pt x="765189" y="115080"/>
                    <a:pt x="758674" y="113078"/>
                  </a:cubicBezTo>
                  <a:close/>
                  <a:moveTo>
                    <a:pt x="725554" y="220108"/>
                  </a:moveTo>
                  <a:cubicBezTo>
                    <a:pt x="733269" y="222491"/>
                    <a:pt x="737589" y="230668"/>
                    <a:pt x="735189" y="238379"/>
                  </a:cubicBezTo>
                  <a:cubicBezTo>
                    <a:pt x="732823" y="246086"/>
                    <a:pt x="724629" y="250406"/>
                    <a:pt x="716914" y="248023"/>
                  </a:cubicBezTo>
                  <a:cubicBezTo>
                    <a:pt x="709269" y="245657"/>
                    <a:pt x="704949" y="237559"/>
                    <a:pt x="707246" y="229879"/>
                  </a:cubicBezTo>
                  <a:cubicBezTo>
                    <a:pt x="709577" y="222141"/>
                    <a:pt x="717737" y="217756"/>
                    <a:pt x="725451" y="220080"/>
                  </a:cubicBezTo>
                  <a:cubicBezTo>
                    <a:pt x="725486" y="220091"/>
                    <a:pt x="725520" y="220097"/>
                    <a:pt x="725554" y="220108"/>
                  </a:cubicBezTo>
                  <a:close/>
                  <a:moveTo>
                    <a:pt x="332777" y="1486495"/>
                  </a:moveTo>
                  <a:cubicBezTo>
                    <a:pt x="340457" y="1488943"/>
                    <a:pt x="344674" y="1497148"/>
                    <a:pt x="342240" y="1504821"/>
                  </a:cubicBezTo>
                  <a:cubicBezTo>
                    <a:pt x="339771" y="1512491"/>
                    <a:pt x="331577" y="1516725"/>
                    <a:pt x="323897" y="1514277"/>
                  </a:cubicBezTo>
                  <a:cubicBezTo>
                    <a:pt x="316286" y="1511850"/>
                    <a:pt x="312069" y="1503755"/>
                    <a:pt x="314400" y="1496119"/>
                  </a:cubicBezTo>
                  <a:cubicBezTo>
                    <a:pt x="316731" y="1488425"/>
                    <a:pt x="324891" y="1484088"/>
                    <a:pt x="332571" y="1486433"/>
                  </a:cubicBezTo>
                  <a:cubicBezTo>
                    <a:pt x="332640" y="1486454"/>
                    <a:pt x="332709" y="1486475"/>
                    <a:pt x="332777" y="1486495"/>
                  </a:cubicBezTo>
                  <a:close/>
                  <a:moveTo>
                    <a:pt x="624000" y="71301"/>
                  </a:moveTo>
                  <a:cubicBezTo>
                    <a:pt x="617726" y="69364"/>
                    <a:pt x="613406" y="63600"/>
                    <a:pt x="613337" y="57031"/>
                  </a:cubicBezTo>
                  <a:cubicBezTo>
                    <a:pt x="613372" y="50181"/>
                    <a:pt x="618137" y="44263"/>
                    <a:pt x="624823" y="42761"/>
                  </a:cubicBezTo>
                  <a:cubicBezTo>
                    <a:pt x="626297" y="42388"/>
                    <a:pt x="627806" y="42045"/>
                    <a:pt x="629280" y="41685"/>
                  </a:cubicBezTo>
                  <a:cubicBezTo>
                    <a:pt x="631475" y="42371"/>
                    <a:pt x="633635" y="43036"/>
                    <a:pt x="635829" y="43711"/>
                  </a:cubicBezTo>
                  <a:cubicBezTo>
                    <a:pt x="636857" y="44849"/>
                    <a:pt x="637886" y="45984"/>
                    <a:pt x="638880" y="47140"/>
                  </a:cubicBezTo>
                  <a:cubicBezTo>
                    <a:pt x="643509" y="52180"/>
                    <a:pt x="644057" y="59747"/>
                    <a:pt x="640217" y="65407"/>
                  </a:cubicBezTo>
                  <a:cubicBezTo>
                    <a:pt x="636583" y="70574"/>
                    <a:pt x="630103" y="72926"/>
                    <a:pt x="624000" y="71301"/>
                  </a:cubicBezTo>
                  <a:close/>
                  <a:moveTo>
                    <a:pt x="185692" y="1017909"/>
                  </a:moveTo>
                  <a:cubicBezTo>
                    <a:pt x="178903" y="1017590"/>
                    <a:pt x="173212" y="1012663"/>
                    <a:pt x="171909" y="1005984"/>
                  </a:cubicBezTo>
                  <a:cubicBezTo>
                    <a:pt x="171463" y="1004051"/>
                    <a:pt x="170846" y="1002155"/>
                    <a:pt x="170332" y="1000242"/>
                  </a:cubicBezTo>
                  <a:cubicBezTo>
                    <a:pt x="170743" y="998939"/>
                    <a:pt x="171154" y="997632"/>
                    <a:pt x="171532" y="996329"/>
                  </a:cubicBezTo>
                  <a:cubicBezTo>
                    <a:pt x="173074" y="995105"/>
                    <a:pt x="174686" y="993957"/>
                    <a:pt x="176160" y="992647"/>
                  </a:cubicBezTo>
                  <a:cubicBezTo>
                    <a:pt x="181097" y="987971"/>
                    <a:pt x="188571" y="987213"/>
                    <a:pt x="194332" y="990802"/>
                  </a:cubicBezTo>
                  <a:cubicBezTo>
                    <a:pt x="199749" y="994430"/>
                    <a:pt x="202320" y="1001095"/>
                    <a:pt x="200674" y="1007421"/>
                  </a:cubicBezTo>
                  <a:cubicBezTo>
                    <a:pt x="198617" y="1013894"/>
                    <a:pt x="192480" y="1018190"/>
                    <a:pt x="185692" y="1017909"/>
                  </a:cubicBezTo>
                  <a:close/>
                  <a:moveTo>
                    <a:pt x="408720" y="300134"/>
                  </a:moveTo>
                  <a:cubicBezTo>
                    <a:pt x="401931" y="299890"/>
                    <a:pt x="396137" y="295084"/>
                    <a:pt x="394663" y="288443"/>
                  </a:cubicBezTo>
                  <a:cubicBezTo>
                    <a:pt x="394217" y="286560"/>
                    <a:pt x="393463" y="284743"/>
                    <a:pt x="392880" y="282895"/>
                  </a:cubicBezTo>
                  <a:cubicBezTo>
                    <a:pt x="393291" y="281589"/>
                    <a:pt x="393669" y="280286"/>
                    <a:pt x="394080" y="278983"/>
                  </a:cubicBezTo>
                  <a:cubicBezTo>
                    <a:pt x="395589" y="277660"/>
                    <a:pt x="397132" y="276381"/>
                    <a:pt x="398606" y="275009"/>
                  </a:cubicBezTo>
                  <a:cubicBezTo>
                    <a:pt x="403372" y="270131"/>
                    <a:pt x="410880" y="269212"/>
                    <a:pt x="416674" y="272805"/>
                  </a:cubicBezTo>
                  <a:cubicBezTo>
                    <a:pt x="422468" y="276336"/>
                    <a:pt x="425212" y="283327"/>
                    <a:pt x="423291" y="289852"/>
                  </a:cubicBezTo>
                  <a:cubicBezTo>
                    <a:pt x="421097" y="296016"/>
                    <a:pt x="415269" y="300134"/>
                    <a:pt x="408720" y="300134"/>
                  </a:cubicBezTo>
                  <a:close/>
                  <a:moveTo>
                    <a:pt x="451029" y="164973"/>
                  </a:moveTo>
                  <a:cubicBezTo>
                    <a:pt x="443966" y="164949"/>
                    <a:pt x="437897" y="159936"/>
                    <a:pt x="436526" y="153000"/>
                  </a:cubicBezTo>
                  <a:cubicBezTo>
                    <a:pt x="436080" y="151067"/>
                    <a:pt x="435463" y="149167"/>
                    <a:pt x="434949" y="147251"/>
                  </a:cubicBezTo>
                  <a:lnTo>
                    <a:pt x="436183" y="143339"/>
                  </a:lnTo>
                  <a:cubicBezTo>
                    <a:pt x="437692" y="142115"/>
                    <a:pt x="439303" y="140966"/>
                    <a:pt x="440743" y="139656"/>
                  </a:cubicBezTo>
                  <a:cubicBezTo>
                    <a:pt x="445680" y="134973"/>
                    <a:pt x="453154" y="134205"/>
                    <a:pt x="458949" y="137784"/>
                  </a:cubicBezTo>
                  <a:cubicBezTo>
                    <a:pt x="465840" y="142070"/>
                    <a:pt x="467966" y="151135"/>
                    <a:pt x="463680" y="158030"/>
                  </a:cubicBezTo>
                  <a:cubicBezTo>
                    <a:pt x="460972" y="162398"/>
                    <a:pt x="456172" y="165028"/>
                    <a:pt x="451029" y="164973"/>
                  </a:cubicBezTo>
                  <a:close/>
                  <a:moveTo>
                    <a:pt x="491280" y="29863"/>
                  </a:moveTo>
                  <a:cubicBezTo>
                    <a:pt x="485246" y="29119"/>
                    <a:pt x="480240" y="24765"/>
                    <a:pt x="478697" y="18868"/>
                  </a:cubicBezTo>
                  <a:cubicBezTo>
                    <a:pt x="478080" y="16468"/>
                    <a:pt x="477600" y="14030"/>
                    <a:pt x="477017" y="11606"/>
                  </a:cubicBezTo>
                  <a:lnTo>
                    <a:pt x="477840" y="8997"/>
                  </a:lnTo>
                  <a:cubicBezTo>
                    <a:pt x="482674" y="4354"/>
                    <a:pt x="487577" y="-147"/>
                    <a:pt x="494949" y="4"/>
                  </a:cubicBezTo>
                  <a:cubicBezTo>
                    <a:pt x="496663" y="542"/>
                    <a:pt x="498411" y="1084"/>
                    <a:pt x="500160" y="1622"/>
                  </a:cubicBezTo>
                  <a:cubicBezTo>
                    <a:pt x="501429" y="2884"/>
                    <a:pt x="502731" y="4090"/>
                    <a:pt x="503931" y="5421"/>
                  </a:cubicBezTo>
                  <a:cubicBezTo>
                    <a:pt x="507806" y="9796"/>
                    <a:pt x="508766" y="16025"/>
                    <a:pt x="506366" y="21353"/>
                  </a:cubicBezTo>
                  <a:cubicBezTo>
                    <a:pt x="503589" y="27045"/>
                    <a:pt x="497589" y="30432"/>
                    <a:pt x="491280" y="29863"/>
                  </a:cubicBezTo>
                  <a:close/>
                  <a:moveTo>
                    <a:pt x="372720" y="416133"/>
                  </a:moveTo>
                  <a:cubicBezTo>
                    <a:pt x="379577" y="420446"/>
                    <a:pt x="381635" y="429491"/>
                    <a:pt x="377314" y="436337"/>
                  </a:cubicBezTo>
                  <a:cubicBezTo>
                    <a:pt x="374400" y="440952"/>
                    <a:pt x="369189" y="443572"/>
                    <a:pt x="363737" y="443133"/>
                  </a:cubicBezTo>
                  <a:cubicBezTo>
                    <a:pt x="357154" y="442766"/>
                    <a:pt x="351669" y="438045"/>
                    <a:pt x="350297" y="431609"/>
                  </a:cubicBezTo>
                  <a:lnTo>
                    <a:pt x="348754" y="425061"/>
                  </a:lnTo>
                  <a:lnTo>
                    <a:pt x="349577" y="422452"/>
                  </a:lnTo>
                  <a:cubicBezTo>
                    <a:pt x="351223" y="420916"/>
                    <a:pt x="352869" y="419366"/>
                    <a:pt x="354514" y="417844"/>
                  </a:cubicBezTo>
                  <a:cubicBezTo>
                    <a:pt x="359451" y="413099"/>
                    <a:pt x="366994" y="412389"/>
                    <a:pt x="372720" y="416133"/>
                  </a:cubicBezTo>
                  <a:close/>
                  <a:moveTo>
                    <a:pt x="330617" y="551150"/>
                  </a:moveTo>
                  <a:cubicBezTo>
                    <a:pt x="337474" y="555497"/>
                    <a:pt x="339532" y="564590"/>
                    <a:pt x="335177" y="571461"/>
                  </a:cubicBezTo>
                  <a:cubicBezTo>
                    <a:pt x="330857" y="578335"/>
                    <a:pt x="321737" y="580382"/>
                    <a:pt x="314880" y="576034"/>
                  </a:cubicBezTo>
                  <a:cubicBezTo>
                    <a:pt x="311451" y="573868"/>
                    <a:pt x="309086" y="570388"/>
                    <a:pt x="308297" y="566410"/>
                  </a:cubicBezTo>
                  <a:cubicBezTo>
                    <a:pt x="307852" y="564487"/>
                    <a:pt x="307234" y="562605"/>
                    <a:pt x="306686" y="560702"/>
                  </a:cubicBezTo>
                  <a:cubicBezTo>
                    <a:pt x="307097" y="559399"/>
                    <a:pt x="307509" y="558096"/>
                    <a:pt x="307886" y="556790"/>
                  </a:cubicBezTo>
                  <a:cubicBezTo>
                    <a:pt x="309429" y="555546"/>
                    <a:pt x="311006" y="554369"/>
                    <a:pt x="312480" y="553046"/>
                  </a:cubicBezTo>
                  <a:cubicBezTo>
                    <a:pt x="317383" y="548338"/>
                    <a:pt x="324857" y="547557"/>
                    <a:pt x="330617" y="551150"/>
                  </a:cubicBezTo>
                  <a:close/>
                  <a:moveTo>
                    <a:pt x="288411" y="686054"/>
                  </a:moveTo>
                  <a:cubicBezTo>
                    <a:pt x="295406" y="690113"/>
                    <a:pt x="297806" y="699086"/>
                    <a:pt x="293760" y="706097"/>
                  </a:cubicBezTo>
                  <a:cubicBezTo>
                    <a:pt x="291051" y="710771"/>
                    <a:pt x="285977" y="713579"/>
                    <a:pt x="280594" y="713407"/>
                  </a:cubicBezTo>
                  <a:cubicBezTo>
                    <a:pt x="273771" y="713311"/>
                    <a:pt x="267909" y="708518"/>
                    <a:pt x="266468" y="701850"/>
                  </a:cubicBezTo>
                  <a:cubicBezTo>
                    <a:pt x="265989" y="699981"/>
                    <a:pt x="265234" y="698181"/>
                    <a:pt x="264617" y="696347"/>
                  </a:cubicBezTo>
                  <a:cubicBezTo>
                    <a:pt x="265029" y="695044"/>
                    <a:pt x="265406" y="693737"/>
                    <a:pt x="265817" y="692435"/>
                  </a:cubicBezTo>
                  <a:cubicBezTo>
                    <a:pt x="267326" y="691097"/>
                    <a:pt x="268869" y="689801"/>
                    <a:pt x="270308" y="688416"/>
                  </a:cubicBezTo>
                  <a:cubicBezTo>
                    <a:pt x="275074" y="683517"/>
                    <a:pt x="282549" y="682540"/>
                    <a:pt x="288411" y="686054"/>
                  </a:cubicBezTo>
                  <a:close/>
                  <a:moveTo>
                    <a:pt x="236366" y="855868"/>
                  </a:moveTo>
                  <a:cubicBezTo>
                    <a:pt x="243189" y="860201"/>
                    <a:pt x="245212" y="869246"/>
                    <a:pt x="240891" y="876072"/>
                  </a:cubicBezTo>
                  <a:cubicBezTo>
                    <a:pt x="238080" y="880471"/>
                    <a:pt x="233177" y="883056"/>
                    <a:pt x="227966" y="882857"/>
                  </a:cubicBezTo>
                  <a:cubicBezTo>
                    <a:pt x="221143" y="882741"/>
                    <a:pt x="215280" y="877896"/>
                    <a:pt x="213909" y="871200"/>
                  </a:cubicBezTo>
                  <a:cubicBezTo>
                    <a:pt x="213394" y="869010"/>
                    <a:pt x="212914" y="866808"/>
                    <a:pt x="212400" y="864614"/>
                  </a:cubicBezTo>
                  <a:lnTo>
                    <a:pt x="213223" y="862005"/>
                  </a:lnTo>
                  <a:cubicBezTo>
                    <a:pt x="214869" y="860486"/>
                    <a:pt x="216514" y="858960"/>
                    <a:pt x="218194" y="857448"/>
                  </a:cubicBezTo>
                  <a:cubicBezTo>
                    <a:pt x="223132" y="852707"/>
                    <a:pt x="230709" y="852048"/>
                    <a:pt x="236366" y="855868"/>
                  </a:cubicBezTo>
                  <a:close/>
                  <a:moveTo>
                    <a:pt x="152057" y="1125789"/>
                  </a:moveTo>
                  <a:cubicBezTo>
                    <a:pt x="157852" y="1129324"/>
                    <a:pt x="160560" y="1136321"/>
                    <a:pt x="158640" y="1142843"/>
                  </a:cubicBezTo>
                  <a:cubicBezTo>
                    <a:pt x="156514" y="1149031"/>
                    <a:pt x="150686" y="1153166"/>
                    <a:pt x="144137" y="1153097"/>
                  </a:cubicBezTo>
                  <a:cubicBezTo>
                    <a:pt x="137314" y="1152888"/>
                    <a:pt x="131520" y="1148088"/>
                    <a:pt x="130046" y="1141440"/>
                  </a:cubicBezTo>
                  <a:cubicBezTo>
                    <a:pt x="129600" y="1139555"/>
                    <a:pt x="128846" y="1137734"/>
                    <a:pt x="128263" y="1135886"/>
                  </a:cubicBezTo>
                  <a:cubicBezTo>
                    <a:pt x="128640" y="1134580"/>
                    <a:pt x="129051" y="1133277"/>
                    <a:pt x="129463" y="1131974"/>
                  </a:cubicBezTo>
                  <a:cubicBezTo>
                    <a:pt x="130972" y="1130651"/>
                    <a:pt x="132514" y="1129372"/>
                    <a:pt x="133955" y="1128000"/>
                  </a:cubicBezTo>
                  <a:cubicBezTo>
                    <a:pt x="138720" y="1123128"/>
                    <a:pt x="146263" y="1122213"/>
                    <a:pt x="152057" y="1125789"/>
                  </a:cubicBezTo>
                  <a:close/>
                  <a:moveTo>
                    <a:pt x="107520" y="1268709"/>
                  </a:moveTo>
                  <a:cubicBezTo>
                    <a:pt x="113314" y="1272275"/>
                    <a:pt x="116091" y="1279242"/>
                    <a:pt x="114308" y="1285817"/>
                  </a:cubicBezTo>
                  <a:cubicBezTo>
                    <a:pt x="112183" y="1292311"/>
                    <a:pt x="105943" y="1296546"/>
                    <a:pt x="99120" y="1296103"/>
                  </a:cubicBezTo>
                  <a:cubicBezTo>
                    <a:pt x="92537" y="1295757"/>
                    <a:pt x="87051" y="1291039"/>
                    <a:pt x="85680" y="1284604"/>
                  </a:cubicBezTo>
                  <a:lnTo>
                    <a:pt x="84137" y="1278045"/>
                  </a:lnTo>
                  <a:lnTo>
                    <a:pt x="84960" y="1275439"/>
                  </a:lnTo>
                  <a:cubicBezTo>
                    <a:pt x="86606" y="1273900"/>
                    <a:pt x="88251" y="1272353"/>
                    <a:pt x="89897" y="1270831"/>
                  </a:cubicBezTo>
                  <a:cubicBezTo>
                    <a:pt x="94628" y="1266278"/>
                    <a:pt x="101829" y="1265414"/>
                    <a:pt x="107520" y="1268709"/>
                  </a:cubicBezTo>
                  <a:close/>
                  <a:moveTo>
                    <a:pt x="66034" y="1404138"/>
                  </a:moveTo>
                  <a:cubicBezTo>
                    <a:pt x="72960" y="1408409"/>
                    <a:pt x="75086" y="1417475"/>
                    <a:pt x="70800" y="1424383"/>
                  </a:cubicBezTo>
                  <a:cubicBezTo>
                    <a:pt x="68126" y="1428734"/>
                    <a:pt x="63360" y="1431374"/>
                    <a:pt x="58251" y="1431357"/>
                  </a:cubicBezTo>
                  <a:cubicBezTo>
                    <a:pt x="51189" y="1431333"/>
                    <a:pt x="45086" y="1426348"/>
                    <a:pt x="43680" y="1419419"/>
                  </a:cubicBezTo>
                  <a:cubicBezTo>
                    <a:pt x="43234" y="1417495"/>
                    <a:pt x="42617" y="1415613"/>
                    <a:pt x="42069" y="1413710"/>
                  </a:cubicBezTo>
                  <a:cubicBezTo>
                    <a:pt x="42480" y="1412407"/>
                    <a:pt x="42891" y="1411101"/>
                    <a:pt x="43269" y="1409798"/>
                  </a:cubicBezTo>
                  <a:cubicBezTo>
                    <a:pt x="44812" y="1408553"/>
                    <a:pt x="46389" y="1407371"/>
                    <a:pt x="47863" y="1406047"/>
                  </a:cubicBezTo>
                  <a:cubicBezTo>
                    <a:pt x="52766" y="1401312"/>
                    <a:pt x="60240" y="1400517"/>
                    <a:pt x="66034" y="1404120"/>
                  </a:cubicBezTo>
                  <a:close/>
                  <a:moveTo>
                    <a:pt x="24343" y="1539477"/>
                  </a:moveTo>
                  <a:cubicBezTo>
                    <a:pt x="30000" y="1543245"/>
                    <a:pt x="32434" y="1550373"/>
                    <a:pt x="30206" y="1556812"/>
                  </a:cubicBezTo>
                  <a:cubicBezTo>
                    <a:pt x="27532" y="1563635"/>
                    <a:pt x="20366" y="1567602"/>
                    <a:pt x="13166" y="1566278"/>
                  </a:cubicBezTo>
                  <a:cubicBezTo>
                    <a:pt x="7474" y="1565044"/>
                    <a:pt x="3017" y="1560566"/>
                    <a:pt x="1852" y="1554857"/>
                  </a:cubicBezTo>
                  <a:cubicBezTo>
                    <a:pt x="1337" y="1552989"/>
                    <a:pt x="617" y="1551185"/>
                    <a:pt x="0" y="1549355"/>
                  </a:cubicBezTo>
                  <a:cubicBezTo>
                    <a:pt x="377" y="1548052"/>
                    <a:pt x="789" y="1546745"/>
                    <a:pt x="1200" y="1545443"/>
                  </a:cubicBezTo>
                  <a:cubicBezTo>
                    <a:pt x="2709" y="1544102"/>
                    <a:pt x="4251" y="1542806"/>
                    <a:pt x="5692" y="1541421"/>
                  </a:cubicBezTo>
                  <a:cubicBezTo>
                    <a:pt x="10628" y="1536357"/>
                    <a:pt x="18480" y="1535531"/>
                    <a:pt x="24343" y="1539460"/>
                  </a:cubicBezTo>
                  <a:close/>
                  <a:moveTo>
                    <a:pt x="155897" y="1579526"/>
                  </a:moveTo>
                  <a:cubicBezTo>
                    <a:pt x="163680" y="1582180"/>
                    <a:pt x="167829" y="1590635"/>
                    <a:pt x="165189" y="1598414"/>
                  </a:cubicBezTo>
                  <a:cubicBezTo>
                    <a:pt x="162617" y="1605964"/>
                    <a:pt x="154526" y="1610140"/>
                    <a:pt x="146880" y="1607880"/>
                  </a:cubicBezTo>
                  <a:cubicBezTo>
                    <a:pt x="139200" y="1605247"/>
                    <a:pt x="135017" y="1596967"/>
                    <a:pt x="137451" y="1589219"/>
                  </a:cubicBezTo>
                  <a:cubicBezTo>
                    <a:pt x="139886" y="1581463"/>
                    <a:pt x="148115" y="1577126"/>
                    <a:pt x="155897" y="1579509"/>
                  </a:cubicBezTo>
                  <a:close/>
                  <a:moveTo>
                    <a:pt x="317314" y="1059326"/>
                  </a:moveTo>
                  <a:cubicBezTo>
                    <a:pt x="309566" y="1056977"/>
                    <a:pt x="305177" y="1048783"/>
                    <a:pt x="307509" y="1041021"/>
                  </a:cubicBezTo>
                  <a:cubicBezTo>
                    <a:pt x="307509" y="1041021"/>
                    <a:pt x="307509" y="1041017"/>
                    <a:pt x="307509" y="1041017"/>
                  </a:cubicBezTo>
                  <a:cubicBezTo>
                    <a:pt x="309874" y="1033300"/>
                    <a:pt x="318034" y="1028959"/>
                    <a:pt x="325749" y="1031325"/>
                  </a:cubicBezTo>
                  <a:cubicBezTo>
                    <a:pt x="333497" y="1033691"/>
                    <a:pt x="337817" y="1041864"/>
                    <a:pt x="335451" y="1049582"/>
                  </a:cubicBezTo>
                  <a:cubicBezTo>
                    <a:pt x="333120" y="1057255"/>
                    <a:pt x="324994" y="1061599"/>
                    <a:pt x="317314" y="1059309"/>
                  </a:cubicBezTo>
                  <a:close/>
                  <a:moveTo>
                    <a:pt x="590606" y="178252"/>
                  </a:moveTo>
                  <a:cubicBezTo>
                    <a:pt x="598217" y="180563"/>
                    <a:pt x="602503" y="188603"/>
                    <a:pt x="600206" y="196214"/>
                  </a:cubicBezTo>
                  <a:cubicBezTo>
                    <a:pt x="600172" y="196354"/>
                    <a:pt x="600103" y="196492"/>
                    <a:pt x="600069" y="196629"/>
                  </a:cubicBezTo>
                  <a:cubicBezTo>
                    <a:pt x="597635" y="204316"/>
                    <a:pt x="589406" y="208564"/>
                    <a:pt x="581726" y="206112"/>
                  </a:cubicBezTo>
                  <a:cubicBezTo>
                    <a:pt x="574012" y="203661"/>
                    <a:pt x="569795" y="195443"/>
                    <a:pt x="572229" y="187756"/>
                  </a:cubicBezTo>
                  <a:cubicBezTo>
                    <a:pt x="574526" y="180120"/>
                    <a:pt x="582583" y="175797"/>
                    <a:pt x="590229" y="178097"/>
                  </a:cubicBezTo>
                  <a:cubicBezTo>
                    <a:pt x="590332" y="178139"/>
                    <a:pt x="590469" y="178180"/>
                    <a:pt x="590606" y="178221"/>
                  </a:cubicBezTo>
                  <a:close/>
                  <a:moveTo>
                    <a:pt x="513737" y="474857"/>
                  </a:moveTo>
                  <a:cubicBezTo>
                    <a:pt x="511200" y="482520"/>
                    <a:pt x="502937" y="486683"/>
                    <a:pt x="495291" y="484159"/>
                  </a:cubicBezTo>
                  <a:cubicBezTo>
                    <a:pt x="487611" y="481632"/>
                    <a:pt x="483463" y="473373"/>
                    <a:pt x="486000" y="465710"/>
                  </a:cubicBezTo>
                  <a:cubicBezTo>
                    <a:pt x="488503" y="458095"/>
                    <a:pt x="496663" y="453926"/>
                    <a:pt x="504308" y="456367"/>
                  </a:cubicBezTo>
                  <a:cubicBezTo>
                    <a:pt x="512023" y="458867"/>
                    <a:pt x="516240" y="467136"/>
                    <a:pt x="513737" y="474840"/>
                  </a:cubicBezTo>
                  <a:close/>
                  <a:moveTo>
                    <a:pt x="548503" y="313115"/>
                  </a:moveTo>
                  <a:cubicBezTo>
                    <a:pt x="556354" y="315388"/>
                    <a:pt x="560846" y="323582"/>
                    <a:pt x="558583" y="331416"/>
                  </a:cubicBezTo>
                  <a:cubicBezTo>
                    <a:pt x="556320" y="339254"/>
                    <a:pt x="548126" y="343766"/>
                    <a:pt x="540275" y="341493"/>
                  </a:cubicBezTo>
                  <a:cubicBezTo>
                    <a:pt x="532457" y="339223"/>
                    <a:pt x="527931" y="331029"/>
                    <a:pt x="530194" y="323191"/>
                  </a:cubicBezTo>
                  <a:cubicBezTo>
                    <a:pt x="530194" y="323160"/>
                    <a:pt x="530229" y="323126"/>
                    <a:pt x="530229" y="323095"/>
                  </a:cubicBezTo>
                  <a:cubicBezTo>
                    <a:pt x="532492" y="315299"/>
                    <a:pt x="540652" y="310814"/>
                    <a:pt x="548434" y="313080"/>
                  </a:cubicBezTo>
                  <a:cubicBezTo>
                    <a:pt x="548469" y="313087"/>
                    <a:pt x="548469" y="313091"/>
                    <a:pt x="548503" y="313097"/>
                  </a:cubicBezTo>
                  <a:close/>
                  <a:moveTo>
                    <a:pt x="462069" y="591473"/>
                  </a:moveTo>
                  <a:cubicBezTo>
                    <a:pt x="469817" y="593747"/>
                    <a:pt x="474275" y="601882"/>
                    <a:pt x="472012" y="609641"/>
                  </a:cubicBezTo>
                  <a:cubicBezTo>
                    <a:pt x="469714" y="617400"/>
                    <a:pt x="461589" y="621844"/>
                    <a:pt x="453840" y="619570"/>
                  </a:cubicBezTo>
                  <a:cubicBezTo>
                    <a:pt x="446091" y="617297"/>
                    <a:pt x="441635" y="609172"/>
                    <a:pt x="443897" y="601416"/>
                  </a:cubicBezTo>
                  <a:cubicBezTo>
                    <a:pt x="445989" y="593743"/>
                    <a:pt x="453909" y="589221"/>
                    <a:pt x="461589" y="591312"/>
                  </a:cubicBezTo>
                  <a:cubicBezTo>
                    <a:pt x="461760" y="591357"/>
                    <a:pt x="461897" y="591405"/>
                    <a:pt x="462069" y="591456"/>
                  </a:cubicBezTo>
                  <a:close/>
                  <a:moveTo>
                    <a:pt x="402034" y="736368"/>
                  </a:moveTo>
                  <a:cubicBezTo>
                    <a:pt x="404332" y="728630"/>
                    <a:pt x="412423" y="724204"/>
                    <a:pt x="420172" y="726487"/>
                  </a:cubicBezTo>
                  <a:cubicBezTo>
                    <a:pt x="427920" y="728767"/>
                    <a:pt x="432343" y="736893"/>
                    <a:pt x="430046" y="744631"/>
                  </a:cubicBezTo>
                  <a:cubicBezTo>
                    <a:pt x="430046" y="744720"/>
                    <a:pt x="430012" y="744813"/>
                    <a:pt x="429977" y="744902"/>
                  </a:cubicBezTo>
                  <a:cubicBezTo>
                    <a:pt x="427611" y="752620"/>
                    <a:pt x="419451" y="756960"/>
                    <a:pt x="411737" y="754598"/>
                  </a:cubicBezTo>
                  <a:cubicBezTo>
                    <a:pt x="404023" y="752236"/>
                    <a:pt x="399669" y="744069"/>
                    <a:pt x="402034" y="736351"/>
                  </a:cubicBezTo>
                  <a:close/>
                  <a:moveTo>
                    <a:pt x="359349" y="924271"/>
                  </a:moveTo>
                  <a:cubicBezTo>
                    <a:pt x="351497" y="922094"/>
                    <a:pt x="346869" y="913954"/>
                    <a:pt x="349063" y="906093"/>
                  </a:cubicBezTo>
                  <a:cubicBezTo>
                    <a:pt x="351223" y="898231"/>
                    <a:pt x="359383" y="893627"/>
                    <a:pt x="367234" y="895804"/>
                  </a:cubicBezTo>
                  <a:cubicBezTo>
                    <a:pt x="375086" y="897984"/>
                    <a:pt x="379714" y="906120"/>
                    <a:pt x="377520" y="913982"/>
                  </a:cubicBezTo>
                  <a:cubicBezTo>
                    <a:pt x="377520" y="914030"/>
                    <a:pt x="377486" y="914082"/>
                    <a:pt x="377486" y="914129"/>
                  </a:cubicBezTo>
                  <a:cubicBezTo>
                    <a:pt x="375291" y="921923"/>
                    <a:pt x="367200" y="926462"/>
                    <a:pt x="359417" y="924271"/>
                  </a:cubicBezTo>
                  <a:cubicBezTo>
                    <a:pt x="359383" y="924264"/>
                    <a:pt x="359383" y="924261"/>
                    <a:pt x="359349" y="924254"/>
                  </a:cubicBezTo>
                  <a:close/>
                  <a:moveTo>
                    <a:pt x="283749" y="1166095"/>
                  </a:moveTo>
                  <a:cubicBezTo>
                    <a:pt x="291600" y="1168303"/>
                    <a:pt x="296160" y="1176446"/>
                    <a:pt x="293931" y="1184284"/>
                  </a:cubicBezTo>
                  <a:cubicBezTo>
                    <a:pt x="291737" y="1192121"/>
                    <a:pt x="283577" y="1196685"/>
                    <a:pt x="275760" y="1194477"/>
                  </a:cubicBezTo>
                  <a:cubicBezTo>
                    <a:pt x="267909" y="1192265"/>
                    <a:pt x="263349" y="1184123"/>
                    <a:pt x="265543" y="1176285"/>
                  </a:cubicBezTo>
                  <a:cubicBezTo>
                    <a:pt x="265577" y="1176264"/>
                    <a:pt x="265577" y="1176244"/>
                    <a:pt x="265577" y="1176223"/>
                  </a:cubicBezTo>
                  <a:cubicBezTo>
                    <a:pt x="267737" y="1168430"/>
                    <a:pt x="275829" y="1163870"/>
                    <a:pt x="283611" y="1166040"/>
                  </a:cubicBezTo>
                  <a:cubicBezTo>
                    <a:pt x="283646" y="1166054"/>
                    <a:pt x="283714" y="1166064"/>
                    <a:pt x="283749" y="1166078"/>
                  </a:cubicBezTo>
                  <a:close/>
                  <a:moveTo>
                    <a:pt x="198069" y="1444732"/>
                  </a:moveTo>
                  <a:cubicBezTo>
                    <a:pt x="205680" y="1447382"/>
                    <a:pt x="209692" y="1455696"/>
                    <a:pt x="207051" y="1463304"/>
                  </a:cubicBezTo>
                  <a:cubicBezTo>
                    <a:pt x="204411" y="1470909"/>
                    <a:pt x="196080" y="1474927"/>
                    <a:pt x="188468" y="1472280"/>
                  </a:cubicBezTo>
                  <a:cubicBezTo>
                    <a:pt x="180891" y="1469633"/>
                    <a:pt x="176846" y="1461343"/>
                    <a:pt x="179486" y="1453742"/>
                  </a:cubicBezTo>
                  <a:cubicBezTo>
                    <a:pt x="181886" y="1446234"/>
                    <a:pt x="189909" y="1442092"/>
                    <a:pt x="197417" y="1444492"/>
                  </a:cubicBezTo>
                  <a:cubicBezTo>
                    <a:pt x="197623" y="1444560"/>
                    <a:pt x="197863" y="1444636"/>
                    <a:pt x="198069" y="1444715"/>
                  </a:cubicBezTo>
                  <a:close/>
                  <a:moveTo>
                    <a:pt x="240069" y="1309433"/>
                  </a:moveTo>
                  <a:cubicBezTo>
                    <a:pt x="247852" y="1312008"/>
                    <a:pt x="252034" y="1320391"/>
                    <a:pt x="249463" y="1328157"/>
                  </a:cubicBezTo>
                  <a:cubicBezTo>
                    <a:pt x="246891" y="1335923"/>
                    <a:pt x="238526" y="1340133"/>
                    <a:pt x="230743" y="1337558"/>
                  </a:cubicBezTo>
                  <a:cubicBezTo>
                    <a:pt x="222994" y="1334983"/>
                    <a:pt x="218777" y="1326600"/>
                    <a:pt x="221349" y="1318835"/>
                  </a:cubicBezTo>
                  <a:cubicBezTo>
                    <a:pt x="221383" y="1318763"/>
                    <a:pt x="221383" y="1318694"/>
                    <a:pt x="221417" y="1318622"/>
                  </a:cubicBezTo>
                  <a:cubicBezTo>
                    <a:pt x="223989" y="1310939"/>
                    <a:pt x="232320" y="1306811"/>
                    <a:pt x="240000" y="1309396"/>
                  </a:cubicBezTo>
                  <a:cubicBezTo>
                    <a:pt x="240034" y="1309403"/>
                    <a:pt x="240034" y="1309409"/>
                    <a:pt x="240069" y="1309416"/>
                  </a:cubicBezTo>
                  <a:close/>
                  <a:moveTo>
                    <a:pt x="291189" y="1621512"/>
                  </a:moveTo>
                  <a:cubicBezTo>
                    <a:pt x="298869" y="1624176"/>
                    <a:pt x="303017" y="1632450"/>
                    <a:pt x="300583" y="1640191"/>
                  </a:cubicBezTo>
                  <a:cubicBezTo>
                    <a:pt x="298217" y="1647974"/>
                    <a:pt x="289989" y="1652366"/>
                    <a:pt x="282206" y="1650004"/>
                  </a:cubicBezTo>
                  <a:cubicBezTo>
                    <a:pt x="274423" y="1647638"/>
                    <a:pt x="270034" y="1639413"/>
                    <a:pt x="272400" y="1631633"/>
                  </a:cubicBezTo>
                  <a:cubicBezTo>
                    <a:pt x="272468" y="1631424"/>
                    <a:pt x="272537" y="1631219"/>
                    <a:pt x="272606" y="1631013"/>
                  </a:cubicBezTo>
                  <a:cubicBezTo>
                    <a:pt x="275177" y="1623295"/>
                    <a:pt x="283440" y="1619057"/>
                    <a:pt x="291189" y="1621495"/>
                  </a:cubicBezTo>
                  <a:close/>
                  <a:moveTo>
                    <a:pt x="366103" y="1379541"/>
                  </a:moveTo>
                  <a:cubicBezTo>
                    <a:pt x="358251" y="1377203"/>
                    <a:pt x="353795" y="1368953"/>
                    <a:pt x="356126" y="1361112"/>
                  </a:cubicBezTo>
                  <a:cubicBezTo>
                    <a:pt x="358492" y="1353275"/>
                    <a:pt x="366720" y="1348817"/>
                    <a:pt x="374571" y="1351152"/>
                  </a:cubicBezTo>
                  <a:cubicBezTo>
                    <a:pt x="382423" y="1353491"/>
                    <a:pt x="386880" y="1361743"/>
                    <a:pt x="384514" y="1369581"/>
                  </a:cubicBezTo>
                  <a:cubicBezTo>
                    <a:pt x="384514" y="1369598"/>
                    <a:pt x="384514" y="1369615"/>
                    <a:pt x="384514" y="1369632"/>
                  </a:cubicBezTo>
                  <a:cubicBezTo>
                    <a:pt x="382080" y="1377391"/>
                    <a:pt x="373920" y="1381790"/>
                    <a:pt x="366103" y="1379524"/>
                  </a:cubicBezTo>
                  <a:close/>
                  <a:moveTo>
                    <a:pt x="410366" y="1236247"/>
                  </a:moveTo>
                  <a:cubicBezTo>
                    <a:pt x="402617" y="1233785"/>
                    <a:pt x="398297" y="1225495"/>
                    <a:pt x="400766" y="1217733"/>
                  </a:cubicBezTo>
                  <a:cubicBezTo>
                    <a:pt x="403234" y="1209971"/>
                    <a:pt x="411532" y="1205671"/>
                    <a:pt x="419280" y="1208133"/>
                  </a:cubicBezTo>
                  <a:cubicBezTo>
                    <a:pt x="426960" y="1210701"/>
                    <a:pt x="431212" y="1218936"/>
                    <a:pt x="428846" y="1226695"/>
                  </a:cubicBezTo>
                  <a:cubicBezTo>
                    <a:pt x="426343" y="1234416"/>
                    <a:pt x="418115" y="1238678"/>
                    <a:pt x="410366" y="1236230"/>
                  </a:cubicBezTo>
                  <a:close/>
                  <a:moveTo>
                    <a:pt x="546720" y="796615"/>
                  </a:moveTo>
                  <a:cubicBezTo>
                    <a:pt x="538972" y="794133"/>
                    <a:pt x="534686" y="785829"/>
                    <a:pt x="537154" y="778067"/>
                  </a:cubicBezTo>
                  <a:cubicBezTo>
                    <a:pt x="539623" y="770304"/>
                    <a:pt x="547955" y="766022"/>
                    <a:pt x="555703" y="768501"/>
                  </a:cubicBezTo>
                  <a:cubicBezTo>
                    <a:pt x="563451" y="770983"/>
                    <a:pt x="567737" y="779284"/>
                    <a:pt x="565269" y="787039"/>
                  </a:cubicBezTo>
                  <a:cubicBezTo>
                    <a:pt x="562766" y="794798"/>
                    <a:pt x="554469" y="799077"/>
                    <a:pt x="546720" y="796598"/>
                  </a:cubicBezTo>
                  <a:close/>
                  <a:moveTo>
                    <a:pt x="597703" y="633552"/>
                  </a:moveTo>
                  <a:cubicBezTo>
                    <a:pt x="605383" y="636079"/>
                    <a:pt x="609566" y="644352"/>
                    <a:pt x="607029" y="652032"/>
                  </a:cubicBezTo>
                  <a:cubicBezTo>
                    <a:pt x="604492" y="659709"/>
                    <a:pt x="596229" y="663885"/>
                    <a:pt x="588549" y="661358"/>
                  </a:cubicBezTo>
                  <a:cubicBezTo>
                    <a:pt x="580869" y="658831"/>
                    <a:pt x="576686" y="650551"/>
                    <a:pt x="579223" y="642868"/>
                  </a:cubicBezTo>
                  <a:cubicBezTo>
                    <a:pt x="581726" y="635188"/>
                    <a:pt x="590023" y="631008"/>
                    <a:pt x="597703" y="633535"/>
                  </a:cubicBezTo>
                  <a:close/>
                  <a:moveTo>
                    <a:pt x="494023" y="966048"/>
                  </a:moveTo>
                  <a:cubicBezTo>
                    <a:pt x="486275" y="963515"/>
                    <a:pt x="482023" y="955176"/>
                    <a:pt x="484560" y="947421"/>
                  </a:cubicBezTo>
                  <a:cubicBezTo>
                    <a:pt x="487097" y="939669"/>
                    <a:pt x="495429" y="935435"/>
                    <a:pt x="503177" y="937968"/>
                  </a:cubicBezTo>
                  <a:cubicBezTo>
                    <a:pt x="510960" y="940499"/>
                    <a:pt x="515177" y="948840"/>
                    <a:pt x="512640" y="956592"/>
                  </a:cubicBezTo>
                  <a:cubicBezTo>
                    <a:pt x="512640" y="956603"/>
                    <a:pt x="512640" y="956609"/>
                    <a:pt x="512640" y="956620"/>
                  </a:cubicBezTo>
                  <a:cubicBezTo>
                    <a:pt x="510069" y="964334"/>
                    <a:pt x="501771" y="968534"/>
                    <a:pt x="494023" y="966031"/>
                  </a:cubicBezTo>
                  <a:close/>
                  <a:moveTo>
                    <a:pt x="452537" y="1101254"/>
                  </a:moveTo>
                  <a:cubicBezTo>
                    <a:pt x="444754" y="1098909"/>
                    <a:pt x="440332" y="1090728"/>
                    <a:pt x="442629" y="1082939"/>
                  </a:cubicBezTo>
                  <a:cubicBezTo>
                    <a:pt x="445029" y="1075173"/>
                    <a:pt x="453257" y="1070819"/>
                    <a:pt x="461040" y="1073219"/>
                  </a:cubicBezTo>
                  <a:cubicBezTo>
                    <a:pt x="468686" y="1075581"/>
                    <a:pt x="473040" y="1083624"/>
                    <a:pt x="470846" y="1091321"/>
                  </a:cubicBezTo>
                  <a:cubicBezTo>
                    <a:pt x="468446" y="1099046"/>
                    <a:pt x="460320" y="1103445"/>
                    <a:pt x="452537" y="1101237"/>
                  </a:cubicBezTo>
                  <a:close/>
                  <a:moveTo>
                    <a:pt x="665349" y="365030"/>
                  </a:moveTo>
                  <a:cubicBezTo>
                    <a:pt x="667714" y="357261"/>
                    <a:pt x="675840" y="352821"/>
                    <a:pt x="683657" y="355056"/>
                  </a:cubicBezTo>
                  <a:cubicBezTo>
                    <a:pt x="691440" y="357446"/>
                    <a:pt x="695829" y="365702"/>
                    <a:pt x="693463" y="373502"/>
                  </a:cubicBezTo>
                  <a:cubicBezTo>
                    <a:pt x="691097" y="381213"/>
                    <a:pt x="682972" y="385605"/>
                    <a:pt x="675223" y="383359"/>
                  </a:cubicBezTo>
                  <a:cubicBezTo>
                    <a:pt x="667440" y="381035"/>
                    <a:pt x="663017" y="372837"/>
                    <a:pt x="665349" y="365051"/>
                  </a:cubicBezTo>
                  <a:cubicBezTo>
                    <a:pt x="665349" y="365040"/>
                    <a:pt x="665349" y="365027"/>
                    <a:pt x="665349" y="365013"/>
                  </a:cubicBezTo>
                  <a:close/>
                  <a:moveTo>
                    <a:pt x="630617" y="526495"/>
                  </a:moveTo>
                  <a:cubicBezTo>
                    <a:pt x="622834" y="524085"/>
                    <a:pt x="618446" y="515808"/>
                    <a:pt x="620846" y="508008"/>
                  </a:cubicBezTo>
                  <a:cubicBezTo>
                    <a:pt x="623280" y="500208"/>
                    <a:pt x="631543" y="495840"/>
                    <a:pt x="639360" y="498254"/>
                  </a:cubicBezTo>
                  <a:cubicBezTo>
                    <a:pt x="647143" y="500664"/>
                    <a:pt x="651532" y="508941"/>
                    <a:pt x="649097" y="516741"/>
                  </a:cubicBezTo>
                  <a:cubicBezTo>
                    <a:pt x="649097" y="516748"/>
                    <a:pt x="649097" y="516755"/>
                    <a:pt x="649097" y="516761"/>
                  </a:cubicBezTo>
                  <a:cubicBezTo>
                    <a:pt x="646629" y="524496"/>
                    <a:pt x="638400" y="528816"/>
                    <a:pt x="630617" y="526478"/>
                  </a:cubicBezTo>
                  <a:close/>
                  <a:moveTo>
                    <a:pt x="468137" y="1528505"/>
                  </a:moveTo>
                  <a:cubicBezTo>
                    <a:pt x="475783" y="1531080"/>
                    <a:pt x="479863" y="1539357"/>
                    <a:pt x="477291" y="1546992"/>
                  </a:cubicBezTo>
                  <a:cubicBezTo>
                    <a:pt x="474720" y="1554628"/>
                    <a:pt x="466457" y="1558728"/>
                    <a:pt x="458812" y="1556150"/>
                  </a:cubicBezTo>
                  <a:cubicBezTo>
                    <a:pt x="451234" y="1553599"/>
                    <a:pt x="447154" y="1545446"/>
                    <a:pt x="449589" y="1537852"/>
                  </a:cubicBezTo>
                  <a:cubicBezTo>
                    <a:pt x="452091" y="1530151"/>
                    <a:pt x="460389" y="1525955"/>
                    <a:pt x="468103" y="1528471"/>
                  </a:cubicBezTo>
                  <a:cubicBezTo>
                    <a:pt x="468103" y="1528478"/>
                    <a:pt x="468137" y="1528481"/>
                    <a:pt x="468137" y="1528488"/>
                  </a:cubicBezTo>
                  <a:close/>
                  <a:moveTo>
                    <a:pt x="425829" y="1663283"/>
                  </a:moveTo>
                  <a:cubicBezTo>
                    <a:pt x="433577" y="1665707"/>
                    <a:pt x="438034" y="1673801"/>
                    <a:pt x="435943" y="1681643"/>
                  </a:cubicBezTo>
                  <a:cubicBezTo>
                    <a:pt x="433406" y="1689323"/>
                    <a:pt x="425417" y="1693780"/>
                    <a:pt x="417532" y="1691904"/>
                  </a:cubicBezTo>
                  <a:cubicBezTo>
                    <a:pt x="409852" y="1689326"/>
                    <a:pt x="405497" y="1681242"/>
                    <a:pt x="407554" y="1673411"/>
                  </a:cubicBezTo>
                  <a:cubicBezTo>
                    <a:pt x="409852" y="1665611"/>
                    <a:pt x="417977" y="1661095"/>
                    <a:pt x="425829" y="1663265"/>
                  </a:cubicBezTo>
                  <a:close/>
                  <a:moveTo>
                    <a:pt x="587726" y="1143192"/>
                  </a:moveTo>
                  <a:cubicBezTo>
                    <a:pt x="579943" y="1140854"/>
                    <a:pt x="575486" y="1132708"/>
                    <a:pt x="577714" y="1124901"/>
                  </a:cubicBezTo>
                  <a:cubicBezTo>
                    <a:pt x="579977" y="1117132"/>
                    <a:pt x="588137" y="1112685"/>
                    <a:pt x="595920" y="1114965"/>
                  </a:cubicBezTo>
                  <a:cubicBezTo>
                    <a:pt x="595920" y="1114972"/>
                    <a:pt x="595955" y="1114982"/>
                    <a:pt x="595989" y="1114989"/>
                  </a:cubicBezTo>
                  <a:cubicBezTo>
                    <a:pt x="603771" y="1117276"/>
                    <a:pt x="608297" y="1125408"/>
                    <a:pt x="606103" y="1133232"/>
                  </a:cubicBezTo>
                  <a:cubicBezTo>
                    <a:pt x="603669" y="1140971"/>
                    <a:pt x="595543" y="1145376"/>
                    <a:pt x="587726" y="1143175"/>
                  </a:cubicBezTo>
                  <a:close/>
                  <a:moveTo>
                    <a:pt x="690926" y="810446"/>
                  </a:moveTo>
                  <a:cubicBezTo>
                    <a:pt x="698709" y="812873"/>
                    <a:pt x="703063" y="821154"/>
                    <a:pt x="700629" y="828940"/>
                  </a:cubicBezTo>
                  <a:cubicBezTo>
                    <a:pt x="698194" y="836726"/>
                    <a:pt x="689931" y="841070"/>
                    <a:pt x="682148" y="838639"/>
                  </a:cubicBezTo>
                  <a:cubicBezTo>
                    <a:pt x="682012" y="838601"/>
                    <a:pt x="681874" y="838564"/>
                    <a:pt x="681771" y="838523"/>
                  </a:cubicBezTo>
                  <a:cubicBezTo>
                    <a:pt x="674023" y="835996"/>
                    <a:pt x="669771" y="827657"/>
                    <a:pt x="672308" y="819899"/>
                  </a:cubicBezTo>
                  <a:cubicBezTo>
                    <a:pt x="674846" y="812140"/>
                    <a:pt x="683177" y="807902"/>
                    <a:pt x="690926" y="810429"/>
                  </a:cubicBezTo>
                  <a:close/>
                  <a:moveTo>
                    <a:pt x="638469" y="979934"/>
                  </a:moveTo>
                  <a:cubicBezTo>
                    <a:pt x="646217" y="982516"/>
                    <a:pt x="650366" y="990881"/>
                    <a:pt x="647795" y="998616"/>
                  </a:cubicBezTo>
                  <a:cubicBezTo>
                    <a:pt x="645223" y="1006355"/>
                    <a:pt x="636857" y="1010531"/>
                    <a:pt x="629109" y="1007949"/>
                  </a:cubicBezTo>
                  <a:cubicBezTo>
                    <a:pt x="621394" y="1005364"/>
                    <a:pt x="617212" y="997005"/>
                    <a:pt x="619783" y="989270"/>
                  </a:cubicBezTo>
                  <a:cubicBezTo>
                    <a:pt x="622457" y="981621"/>
                    <a:pt x="630720" y="977483"/>
                    <a:pt x="638469" y="979917"/>
                  </a:cubicBezTo>
                  <a:close/>
                  <a:moveTo>
                    <a:pt x="545589" y="1278196"/>
                  </a:moveTo>
                  <a:cubicBezTo>
                    <a:pt x="537840" y="1275803"/>
                    <a:pt x="533486" y="1267577"/>
                    <a:pt x="535886" y="1259819"/>
                  </a:cubicBezTo>
                  <a:cubicBezTo>
                    <a:pt x="535886" y="1259805"/>
                    <a:pt x="535886" y="1259791"/>
                    <a:pt x="535886" y="1259778"/>
                  </a:cubicBezTo>
                  <a:cubicBezTo>
                    <a:pt x="538354" y="1252049"/>
                    <a:pt x="546549" y="1247716"/>
                    <a:pt x="554332" y="1250037"/>
                  </a:cubicBezTo>
                  <a:cubicBezTo>
                    <a:pt x="562046" y="1252564"/>
                    <a:pt x="566366" y="1260755"/>
                    <a:pt x="564103" y="1268551"/>
                  </a:cubicBezTo>
                  <a:cubicBezTo>
                    <a:pt x="561600" y="1276289"/>
                    <a:pt x="553372" y="1280579"/>
                    <a:pt x="545589" y="1278179"/>
                  </a:cubicBezTo>
                  <a:close/>
                  <a:moveTo>
                    <a:pt x="500880" y="1421352"/>
                  </a:moveTo>
                  <a:cubicBezTo>
                    <a:pt x="493132" y="1418778"/>
                    <a:pt x="488914" y="1410398"/>
                    <a:pt x="491486" y="1402632"/>
                  </a:cubicBezTo>
                  <a:cubicBezTo>
                    <a:pt x="494057" y="1394870"/>
                    <a:pt x="502423" y="1390660"/>
                    <a:pt x="510206" y="1393235"/>
                  </a:cubicBezTo>
                  <a:cubicBezTo>
                    <a:pt x="517955" y="1395806"/>
                    <a:pt x="522172" y="1404185"/>
                    <a:pt x="519600" y="1411951"/>
                  </a:cubicBezTo>
                  <a:cubicBezTo>
                    <a:pt x="516857" y="1419583"/>
                    <a:pt x="508629" y="1423718"/>
                    <a:pt x="500880" y="1421335"/>
                  </a:cubicBezTo>
                  <a:close/>
                  <a:moveTo>
                    <a:pt x="995897" y="303981"/>
                  </a:moveTo>
                  <a:cubicBezTo>
                    <a:pt x="1003646" y="306257"/>
                    <a:pt x="1008069" y="314380"/>
                    <a:pt x="1005806" y="322121"/>
                  </a:cubicBezTo>
                  <a:cubicBezTo>
                    <a:pt x="1003509" y="329863"/>
                    <a:pt x="995383" y="334296"/>
                    <a:pt x="987669" y="332020"/>
                  </a:cubicBezTo>
                  <a:cubicBezTo>
                    <a:pt x="987566" y="331996"/>
                    <a:pt x="987497" y="331975"/>
                    <a:pt x="987429" y="331951"/>
                  </a:cubicBezTo>
                  <a:cubicBezTo>
                    <a:pt x="979714" y="329613"/>
                    <a:pt x="975326" y="321453"/>
                    <a:pt x="977657" y="313728"/>
                  </a:cubicBezTo>
                  <a:cubicBezTo>
                    <a:pt x="980023" y="306000"/>
                    <a:pt x="988183" y="301632"/>
                    <a:pt x="995897" y="303971"/>
                  </a:cubicBezTo>
                  <a:close/>
                  <a:moveTo>
                    <a:pt x="954377" y="439015"/>
                  </a:moveTo>
                  <a:cubicBezTo>
                    <a:pt x="962057" y="441635"/>
                    <a:pt x="966206" y="449966"/>
                    <a:pt x="963635" y="457670"/>
                  </a:cubicBezTo>
                  <a:cubicBezTo>
                    <a:pt x="960994" y="465302"/>
                    <a:pt x="952663" y="469351"/>
                    <a:pt x="945052" y="466711"/>
                  </a:cubicBezTo>
                  <a:cubicBezTo>
                    <a:pt x="937406" y="464075"/>
                    <a:pt x="933360" y="455750"/>
                    <a:pt x="936000" y="448118"/>
                  </a:cubicBezTo>
                  <a:cubicBezTo>
                    <a:pt x="938606" y="440572"/>
                    <a:pt x="946800" y="436512"/>
                    <a:pt x="954377" y="439005"/>
                  </a:cubicBezTo>
                  <a:close/>
                  <a:moveTo>
                    <a:pt x="909497" y="582052"/>
                  </a:moveTo>
                  <a:cubicBezTo>
                    <a:pt x="917349" y="584263"/>
                    <a:pt x="921943" y="592423"/>
                    <a:pt x="919714" y="600281"/>
                  </a:cubicBezTo>
                  <a:cubicBezTo>
                    <a:pt x="917520" y="608140"/>
                    <a:pt x="909360" y="612720"/>
                    <a:pt x="901509" y="610509"/>
                  </a:cubicBezTo>
                  <a:cubicBezTo>
                    <a:pt x="893623" y="608297"/>
                    <a:pt x="889063" y="600137"/>
                    <a:pt x="891257" y="592279"/>
                  </a:cubicBezTo>
                  <a:cubicBezTo>
                    <a:pt x="891291" y="592211"/>
                    <a:pt x="891291" y="592142"/>
                    <a:pt x="891326" y="592073"/>
                  </a:cubicBezTo>
                  <a:cubicBezTo>
                    <a:pt x="893554" y="584301"/>
                    <a:pt x="901680" y="579806"/>
                    <a:pt x="909429" y="582034"/>
                  </a:cubicBezTo>
                  <a:cubicBezTo>
                    <a:pt x="909463" y="582041"/>
                    <a:pt x="909463" y="582045"/>
                    <a:pt x="909497" y="582052"/>
                  </a:cubicBezTo>
                  <a:close/>
                  <a:moveTo>
                    <a:pt x="867532" y="717247"/>
                  </a:moveTo>
                  <a:cubicBezTo>
                    <a:pt x="875280" y="719500"/>
                    <a:pt x="879771" y="727622"/>
                    <a:pt x="877509" y="735384"/>
                  </a:cubicBezTo>
                  <a:cubicBezTo>
                    <a:pt x="875246" y="743147"/>
                    <a:pt x="867120" y="747614"/>
                    <a:pt x="859372" y="745358"/>
                  </a:cubicBezTo>
                  <a:cubicBezTo>
                    <a:pt x="851623" y="743105"/>
                    <a:pt x="847132" y="734983"/>
                    <a:pt x="849394" y="727221"/>
                  </a:cubicBezTo>
                  <a:cubicBezTo>
                    <a:pt x="849394" y="727221"/>
                    <a:pt x="849394" y="727221"/>
                    <a:pt x="849394" y="727221"/>
                  </a:cubicBezTo>
                  <a:cubicBezTo>
                    <a:pt x="851554" y="719520"/>
                    <a:pt x="859509" y="715012"/>
                    <a:pt x="867223" y="717158"/>
                  </a:cubicBezTo>
                  <a:cubicBezTo>
                    <a:pt x="867326" y="717185"/>
                    <a:pt x="867429" y="717216"/>
                    <a:pt x="867532" y="717247"/>
                  </a:cubicBezTo>
                  <a:close/>
                  <a:moveTo>
                    <a:pt x="782914" y="1040219"/>
                  </a:moveTo>
                  <a:cubicBezTo>
                    <a:pt x="780411" y="1047899"/>
                    <a:pt x="772183" y="1052109"/>
                    <a:pt x="764503" y="1049620"/>
                  </a:cubicBezTo>
                  <a:cubicBezTo>
                    <a:pt x="756823" y="1047131"/>
                    <a:pt x="752606" y="1038888"/>
                    <a:pt x="755109" y="1031205"/>
                  </a:cubicBezTo>
                  <a:cubicBezTo>
                    <a:pt x="757577" y="1023590"/>
                    <a:pt x="765703" y="1019373"/>
                    <a:pt x="773349" y="1021752"/>
                  </a:cubicBezTo>
                  <a:cubicBezTo>
                    <a:pt x="781097" y="1024204"/>
                    <a:pt x="785383" y="1032467"/>
                    <a:pt x="782914" y="1040205"/>
                  </a:cubicBezTo>
                  <a:cubicBezTo>
                    <a:pt x="782914" y="1040212"/>
                    <a:pt x="782914" y="1040219"/>
                    <a:pt x="782914" y="1040225"/>
                  </a:cubicBezTo>
                  <a:close/>
                  <a:moveTo>
                    <a:pt x="825669" y="852237"/>
                  </a:moveTo>
                  <a:cubicBezTo>
                    <a:pt x="833486" y="854537"/>
                    <a:pt x="837977" y="862742"/>
                    <a:pt x="835646" y="870559"/>
                  </a:cubicBezTo>
                  <a:cubicBezTo>
                    <a:pt x="833349" y="878380"/>
                    <a:pt x="825154" y="882854"/>
                    <a:pt x="817337" y="880553"/>
                  </a:cubicBezTo>
                  <a:cubicBezTo>
                    <a:pt x="809520" y="878253"/>
                    <a:pt x="805063" y="870052"/>
                    <a:pt x="807360" y="862231"/>
                  </a:cubicBezTo>
                  <a:cubicBezTo>
                    <a:pt x="809657" y="854414"/>
                    <a:pt x="817852" y="849943"/>
                    <a:pt x="825669" y="852244"/>
                  </a:cubicBezTo>
                  <a:close/>
                  <a:moveTo>
                    <a:pt x="731349" y="1156961"/>
                  </a:moveTo>
                  <a:cubicBezTo>
                    <a:pt x="739097" y="1159324"/>
                    <a:pt x="743486" y="1167532"/>
                    <a:pt x="741120" y="1175294"/>
                  </a:cubicBezTo>
                  <a:cubicBezTo>
                    <a:pt x="738789" y="1183060"/>
                    <a:pt x="730560" y="1187441"/>
                    <a:pt x="722812" y="1185079"/>
                  </a:cubicBezTo>
                  <a:cubicBezTo>
                    <a:pt x="715029" y="1182720"/>
                    <a:pt x="710640" y="1174512"/>
                    <a:pt x="713006" y="1166747"/>
                  </a:cubicBezTo>
                  <a:cubicBezTo>
                    <a:pt x="713040" y="1166719"/>
                    <a:pt x="713040" y="1166692"/>
                    <a:pt x="713040" y="1166664"/>
                  </a:cubicBezTo>
                  <a:cubicBezTo>
                    <a:pt x="715303" y="1158988"/>
                    <a:pt x="723360" y="1154606"/>
                    <a:pt x="731040" y="1156876"/>
                  </a:cubicBezTo>
                  <a:cubicBezTo>
                    <a:pt x="731143" y="1156907"/>
                    <a:pt x="731246" y="1156937"/>
                    <a:pt x="731349" y="1156968"/>
                  </a:cubicBezTo>
                  <a:close/>
                  <a:moveTo>
                    <a:pt x="603360" y="1570423"/>
                  </a:moveTo>
                  <a:cubicBezTo>
                    <a:pt x="611006" y="1572953"/>
                    <a:pt x="615154" y="1581206"/>
                    <a:pt x="612617" y="1588855"/>
                  </a:cubicBezTo>
                  <a:cubicBezTo>
                    <a:pt x="610115" y="1596504"/>
                    <a:pt x="601852" y="1600656"/>
                    <a:pt x="594206" y="1598126"/>
                  </a:cubicBezTo>
                  <a:cubicBezTo>
                    <a:pt x="586560" y="1595603"/>
                    <a:pt x="582411" y="1587378"/>
                    <a:pt x="584914" y="1579739"/>
                  </a:cubicBezTo>
                  <a:cubicBezTo>
                    <a:pt x="587246" y="1572179"/>
                    <a:pt x="595234" y="1567927"/>
                    <a:pt x="602812" y="1570245"/>
                  </a:cubicBezTo>
                  <a:cubicBezTo>
                    <a:pt x="602983" y="1570303"/>
                    <a:pt x="603189" y="1570365"/>
                    <a:pt x="603360" y="1570430"/>
                  </a:cubicBezTo>
                  <a:close/>
                  <a:moveTo>
                    <a:pt x="645257" y="1435091"/>
                  </a:moveTo>
                  <a:cubicBezTo>
                    <a:pt x="653074" y="1437484"/>
                    <a:pt x="657497" y="1445774"/>
                    <a:pt x="655097" y="1453605"/>
                  </a:cubicBezTo>
                  <a:cubicBezTo>
                    <a:pt x="652697" y="1461432"/>
                    <a:pt x="644400" y="1465838"/>
                    <a:pt x="636583" y="1463445"/>
                  </a:cubicBezTo>
                  <a:cubicBezTo>
                    <a:pt x="628766" y="1461048"/>
                    <a:pt x="624343" y="1452762"/>
                    <a:pt x="626743" y="1444931"/>
                  </a:cubicBezTo>
                  <a:cubicBezTo>
                    <a:pt x="626777" y="1444862"/>
                    <a:pt x="626777" y="1444790"/>
                    <a:pt x="626812" y="1444718"/>
                  </a:cubicBezTo>
                  <a:cubicBezTo>
                    <a:pt x="629280" y="1436980"/>
                    <a:pt x="637509" y="1432680"/>
                    <a:pt x="645257" y="1435097"/>
                  </a:cubicBezTo>
                  <a:close/>
                  <a:moveTo>
                    <a:pt x="689795" y="1292033"/>
                  </a:moveTo>
                  <a:cubicBezTo>
                    <a:pt x="697509" y="1294632"/>
                    <a:pt x="701623" y="1302977"/>
                    <a:pt x="699017" y="1310678"/>
                  </a:cubicBezTo>
                  <a:cubicBezTo>
                    <a:pt x="699017" y="1310688"/>
                    <a:pt x="699017" y="1310702"/>
                    <a:pt x="699017" y="1310712"/>
                  </a:cubicBezTo>
                  <a:cubicBezTo>
                    <a:pt x="696377" y="1318355"/>
                    <a:pt x="688046" y="1322411"/>
                    <a:pt x="680400" y="1319771"/>
                  </a:cubicBezTo>
                  <a:cubicBezTo>
                    <a:pt x="672754" y="1317134"/>
                    <a:pt x="668709" y="1308799"/>
                    <a:pt x="671349" y="1301157"/>
                  </a:cubicBezTo>
                  <a:cubicBezTo>
                    <a:pt x="673955" y="1293576"/>
                    <a:pt x="682183" y="1289513"/>
                    <a:pt x="689795" y="1292040"/>
                  </a:cubicBezTo>
                  <a:close/>
                  <a:moveTo>
                    <a:pt x="561463" y="1705327"/>
                  </a:moveTo>
                  <a:cubicBezTo>
                    <a:pt x="569177" y="1707916"/>
                    <a:pt x="573360" y="1716230"/>
                    <a:pt x="570823" y="1723958"/>
                  </a:cubicBezTo>
                  <a:cubicBezTo>
                    <a:pt x="568457" y="1731693"/>
                    <a:pt x="560297" y="1736061"/>
                    <a:pt x="552549" y="1733712"/>
                  </a:cubicBezTo>
                  <a:cubicBezTo>
                    <a:pt x="544834" y="1731360"/>
                    <a:pt x="540446" y="1723183"/>
                    <a:pt x="542812" y="1715448"/>
                  </a:cubicBezTo>
                  <a:cubicBezTo>
                    <a:pt x="542846" y="1715267"/>
                    <a:pt x="542914" y="1715085"/>
                    <a:pt x="542983" y="1714907"/>
                  </a:cubicBezTo>
                  <a:cubicBezTo>
                    <a:pt x="545451" y="1707162"/>
                    <a:pt x="553714" y="1702879"/>
                    <a:pt x="561463" y="1705334"/>
                  </a:cubicBezTo>
                  <a:close/>
                  <a:moveTo>
                    <a:pt x="696446" y="1747214"/>
                  </a:moveTo>
                  <a:cubicBezTo>
                    <a:pt x="704126" y="1749789"/>
                    <a:pt x="708446" y="1757952"/>
                    <a:pt x="706251" y="1765763"/>
                  </a:cubicBezTo>
                  <a:cubicBezTo>
                    <a:pt x="703509" y="1773381"/>
                    <a:pt x="695451" y="1777674"/>
                    <a:pt x="687600" y="1775675"/>
                  </a:cubicBezTo>
                  <a:cubicBezTo>
                    <a:pt x="679955" y="1772956"/>
                    <a:pt x="675737" y="1764779"/>
                    <a:pt x="677966" y="1756986"/>
                  </a:cubicBezTo>
                  <a:cubicBezTo>
                    <a:pt x="680434" y="1749237"/>
                    <a:pt x="688663" y="1744889"/>
                    <a:pt x="696446" y="1747221"/>
                  </a:cubicBezTo>
                  <a:close/>
                  <a:moveTo>
                    <a:pt x="1266411" y="387888"/>
                  </a:moveTo>
                  <a:cubicBezTo>
                    <a:pt x="1274091" y="390364"/>
                    <a:pt x="1278309" y="398599"/>
                    <a:pt x="1275840" y="406283"/>
                  </a:cubicBezTo>
                  <a:cubicBezTo>
                    <a:pt x="1273372" y="413966"/>
                    <a:pt x="1265143" y="418187"/>
                    <a:pt x="1257463" y="415711"/>
                  </a:cubicBezTo>
                  <a:cubicBezTo>
                    <a:pt x="1249783" y="413243"/>
                    <a:pt x="1245566" y="405045"/>
                    <a:pt x="1248000" y="397372"/>
                  </a:cubicBezTo>
                  <a:cubicBezTo>
                    <a:pt x="1250332" y="389740"/>
                    <a:pt x="1258423" y="385444"/>
                    <a:pt x="1266034" y="387779"/>
                  </a:cubicBezTo>
                  <a:cubicBezTo>
                    <a:pt x="1266172" y="387816"/>
                    <a:pt x="1266275" y="387854"/>
                    <a:pt x="1266411" y="387895"/>
                  </a:cubicBezTo>
                  <a:close/>
                  <a:moveTo>
                    <a:pt x="873291" y="1654176"/>
                  </a:moveTo>
                  <a:cubicBezTo>
                    <a:pt x="881006" y="1656528"/>
                    <a:pt x="885326" y="1664682"/>
                    <a:pt x="882994" y="1672386"/>
                  </a:cubicBezTo>
                  <a:cubicBezTo>
                    <a:pt x="880629" y="1680089"/>
                    <a:pt x="872469" y="1684427"/>
                    <a:pt x="864754" y="1682075"/>
                  </a:cubicBezTo>
                  <a:cubicBezTo>
                    <a:pt x="857109" y="1679733"/>
                    <a:pt x="852754" y="1671648"/>
                    <a:pt x="855052" y="1663968"/>
                  </a:cubicBezTo>
                  <a:cubicBezTo>
                    <a:pt x="857177" y="1656347"/>
                    <a:pt x="865063" y="1651879"/>
                    <a:pt x="872674" y="1653988"/>
                  </a:cubicBezTo>
                  <a:cubicBezTo>
                    <a:pt x="872880" y="1654046"/>
                    <a:pt x="873086" y="1654108"/>
                    <a:pt x="873291" y="1654176"/>
                  </a:cubicBezTo>
                  <a:close/>
                  <a:moveTo>
                    <a:pt x="831360" y="1789067"/>
                  </a:moveTo>
                  <a:cubicBezTo>
                    <a:pt x="839143" y="1791398"/>
                    <a:pt x="843600" y="1799596"/>
                    <a:pt x="841269" y="1807389"/>
                  </a:cubicBezTo>
                  <a:cubicBezTo>
                    <a:pt x="839109" y="1815196"/>
                    <a:pt x="831052" y="1819780"/>
                    <a:pt x="823234" y="1817630"/>
                  </a:cubicBezTo>
                  <a:cubicBezTo>
                    <a:pt x="815451" y="1815480"/>
                    <a:pt x="810857" y="1807409"/>
                    <a:pt x="812983" y="1799603"/>
                  </a:cubicBezTo>
                  <a:cubicBezTo>
                    <a:pt x="813052" y="1799466"/>
                    <a:pt x="813086" y="1799328"/>
                    <a:pt x="813120" y="1799191"/>
                  </a:cubicBezTo>
                  <a:cubicBezTo>
                    <a:pt x="815383" y="1791381"/>
                    <a:pt x="823543" y="1786859"/>
                    <a:pt x="831360" y="1789067"/>
                  </a:cubicBezTo>
                  <a:close/>
                  <a:moveTo>
                    <a:pt x="1129611" y="829200"/>
                  </a:moveTo>
                  <a:cubicBezTo>
                    <a:pt x="1121863" y="826900"/>
                    <a:pt x="1117440" y="818750"/>
                    <a:pt x="1119737" y="810998"/>
                  </a:cubicBezTo>
                  <a:cubicBezTo>
                    <a:pt x="1122034" y="803249"/>
                    <a:pt x="1130194" y="798830"/>
                    <a:pt x="1137943" y="801131"/>
                  </a:cubicBezTo>
                  <a:cubicBezTo>
                    <a:pt x="1145692" y="803431"/>
                    <a:pt x="1150115" y="811567"/>
                    <a:pt x="1147817" y="819316"/>
                  </a:cubicBezTo>
                  <a:cubicBezTo>
                    <a:pt x="1145623" y="827020"/>
                    <a:pt x="1137600" y="831480"/>
                    <a:pt x="1129886" y="829283"/>
                  </a:cubicBezTo>
                  <a:cubicBezTo>
                    <a:pt x="1129783" y="829255"/>
                    <a:pt x="1129714" y="829228"/>
                    <a:pt x="1129611" y="829200"/>
                  </a:cubicBezTo>
                  <a:close/>
                  <a:moveTo>
                    <a:pt x="1096251" y="936172"/>
                  </a:moveTo>
                  <a:cubicBezTo>
                    <a:pt x="1104069" y="938551"/>
                    <a:pt x="1108457" y="946804"/>
                    <a:pt x="1106057" y="954604"/>
                  </a:cubicBezTo>
                  <a:cubicBezTo>
                    <a:pt x="1103692" y="962407"/>
                    <a:pt x="1095429" y="966799"/>
                    <a:pt x="1087646" y="964420"/>
                  </a:cubicBezTo>
                  <a:cubicBezTo>
                    <a:pt x="1079829" y="962040"/>
                    <a:pt x="1075440" y="953788"/>
                    <a:pt x="1077806" y="945988"/>
                  </a:cubicBezTo>
                  <a:cubicBezTo>
                    <a:pt x="1077840" y="945964"/>
                    <a:pt x="1077840" y="945940"/>
                    <a:pt x="1077840" y="945916"/>
                  </a:cubicBezTo>
                  <a:cubicBezTo>
                    <a:pt x="1080240" y="938143"/>
                    <a:pt x="1088469" y="933775"/>
                    <a:pt x="1096251" y="936162"/>
                  </a:cubicBezTo>
                  <a:close/>
                  <a:moveTo>
                    <a:pt x="1044206" y="1105811"/>
                  </a:moveTo>
                  <a:cubicBezTo>
                    <a:pt x="1051920" y="1108485"/>
                    <a:pt x="1056000" y="1116895"/>
                    <a:pt x="1053326" y="1124603"/>
                  </a:cubicBezTo>
                  <a:cubicBezTo>
                    <a:pt x="1050652" y="1132307"/>
                    <a:pt x="1042217" y="1136387"/>
                    <a:pt x="1034537" y="1133712"/>
                  </a:cubicBezTo>
                  <a:cubicBezTo>
                    <a:pt x="1026823" y="1131041"/>
                    <a:pt x="1022743" y="1122628"/>
                    <a:pt x="1025417" y="1114924"/>
                  </a:cubicBezTo>
                  <a:cubicBezTo>
                    <a:pt x="1025417" y="1114886"/>
                    <a:pt x="1025451" y="1114852"/>
                    <a:pt x="1025451" y="1114817"/>
                  </a:cubicBezTo>
                  <a:cubicBezTo>
                    <a:pt x="1028160" y="1107151"/>
                    <a:pt x="1036526" y="1103116"/>
                    <a:pt x="1044206" y="1105800"/>
                  </a:cubicBezTo>
                  <a:close/>
                  <a:moveTo>
                    <a:pt x="992709" y="1268832"/>
                  </a:moveTo>
                  <a:cubicBezTo>
                    <a:pt x="985029" y="1266247"/>
                    <a:pt x="980880" y="1257916"/>
                    <a:pt x="983451" y="1250222"/>
                  </a:cubicBezTo>
                  <a:cubicBezTo>
                    <a:pt x="986057" y="1242559"/>
                    <a:pt x="994354" y="1238448"/>
                    <a:pt x="1002034" y="1241044"/>
                  </a:cubicBezTo>
                  <a:cubicBezTo>
                    <a:pt x="1009680" y="1243636"/>
                    <a:pt x="1013795" y="1251953"/>
                    <a:pt x="1011189" y="1259616"/>
                  </a:cubicBezTo>
                  <a:cubicBezTo>
                    <a:pt x="1008617" y="1267252"/>
                    <a:pt x="1000354" y="1271363"/>
                    <a:pt x="992709" y="1268822"/>
                  </a:cubicBezTo>
                  <a:close/>
                  <a:moveTo>
                    <a:pt x="925097" y="1537214"/>
                  </a:moveTo>
                  <a:cubicBezTo>
                    <a:pt x="922731" y="1544956"/>
                    <a:pt x="914537" y="1549310"/>
                    <a:pt x="906789" y="1546941"/>
                  </a:cubicBezTo>
                  <a:cubicBezTo>
                    <a:pt x="899040" y="1544572"/>
                    <a:pt x="894686" y="1536374"/>
                    <a:pt x="897052" y="1528636"/>
                  </a:cubicBezTo>
                  <a:cubicBezTo>
                    <a:pt x="899417" y="1520952"/>
                    <a:pt x="907509" y="1516595"/>
                    <a:pt x="915223" y="1518864"/>
                  </a:cubicBezTo>
                  <a:cubicBezTo>
                    <a:pt x="923006" y="1521227"/>
                    <a:pt x="927394" y="1529417"/>
                    <a:pt x="925097" y="1537204"/>
                  </a:cubicBezTo>
                  <a:close/>
                  <a:moveTo>
                    <a:pt x="959623" y="1375763"/>
                  </a:moveTo>
                  <a:cubicBezTo>
                    <a:pt x="967406" y="1378108"/>
                    <a:pt x="971829" y="1386309"/>
                    <a:pt x="969497" y="1394095"/>
                  </a:cubicBezTo>
                  <a:cubicBezTo>
                    <a:pt x="967200" y="1401857"/>
                    <a:pt x="959040" y="1406294"/>
                    <a:pt x="951291" y="1404000"/>
                  </a:cubicBezTo>
                  <a:cubicBezTo>
                    <a:pt x="943509" y="1401707"/>
                    <a:pt x="939086" y="1393553"/>
                    <a:pt x="941383" y="1385791"/>
                  </a:cubicBezTo>
                  <a:cubicBezTo>
                    <a:pt x="943646" y="1377991"/>
                    <a:pt x="951806" y="1373500"/>
                    <a:pt x="959623" y="1375752"/>
                  </a:cubicBezTo>
                  <a:close/>
                  <a:moveTo>
                    <a:pt x="1205966" y="532900"/>
                  </a:moveTo>
                  <a:cubicBezTo>
                    <a:pt x="1208057" y="525076"/>
                    <a:pt x="1216115" y="520437"/>
                    <a:pt x="1223931" y="522532"/>
                  </a:cubicBezTo>
                  <a:cubicBezTo>
                    <a:pt x="1231749" y="524630"/>
                    <a:pt x="1236377" y="532670"/>
                    <a:pt x="1234286" y="540494"/>
                  </a:cubicBezTo>
                  <a:cubicBezTo>
                    <a:pt x="1234251" y="540662"/>
                    <a:pt x="1234183" y="540830"/>
                    <a:pt x="1234149" y="540998"/>
                  </a:cubicBezTo>
                  <a:cubicBezTo>
                    <a:pt x="1231920" y="548781"/>
                    <a:pt x="1223795" y="553272"/>
                    <a:pt x="1216012" y="551033"/>
                  </a:cubicBezTo>
                  <a:cubicBezTo>
                    <a:pt x="1208229" y="548794"/>
                    <a:pt x="1203737" y="540672"/>
                    <a:pt x="1205966" y="532889"/>
                  </a:cubicBezTo>
                  <a:close/>
                  <a:moveTo>
                    <a:pt x="1171337" y="694242"/>
                  </a:moveTo>
                  <a:cubicBezTo>
                    <a:pt x="1163520" y="691865"/>
                    <a:pt x="1159132" y="683606"/>
                    <a:pt x="1161497" y="675799"/>
                  </a:cubicBezTo>
                  <a:cubicBezTo>
                    <a:pt x="1163863" y="667989"/>
                    <a:pt x="1172126" y="663583"/>
                    <a:pt x="1179943" y="665959"/>
                  </a:cubicBezTo>
                  <a:cubicBezTo>
                    <a:pt x="1187657" y="668609"/>
                    <a:pt x="1191771" y="677016"/>
                    <a:pt x="1189132" y="684737"/>
                  </a:cubicBezTo>
                  <a:cubicBezTo>
                    <a:pt x="1186594" y="692078"/>
                    <a:pt x="1178846" y="696220"/>
                    <a:pt x="1171337" y="694221"/>
                  </a:cubicBezTo>
                  <a:close/>
                  <a:moveTo>
                    <a:pt x="967029" y="1831156"/>
                  </a:moveTo>
                  <a:cubicBezTo>
                    <a:pt x="974709" y="1833792"/>
                    <a:pt x="978857" y="1842110"/>
                    <a:pt x="976354" y="1849838"/>
                  </a:cubicBezTo>
                  <a:cubicBezTo>
                    <a:pt x="973989" y="1857611"/>
                    <a:pt x="965795" y="1862003"/>
                    <a:pt x="958012" y="1859647"/>
                  </a:cubicBezTo>
                  <a:cubicBezTo>
                    <a:pt x="950229" y="1857292"/>
                    <a:pt x="945840" y="1849077"/>
                    <a:pt x="948206" y="1841304"/>
                  </a:cubicBezTo>
                  <a:cubicBezTo>
                    <a:pt x="948275" y="1841088"/>
                    <a:pt x="948343" y="1840879"/>
                    <a:pt x="948411" y="1840667"/>
                  </a:cubicBezTo>
                  <a:cubicBezTo>
                    <a:pt x="950983" y="1832942"/>
                    <a:pt x="959246" y="1828701"/>
                    <a:pt x="967029" y="1831135"/>
                  </a:cubicBezTo>
                  <a:close/>
                  <a:moveTo>
                    <a:pt x="1041669" y="1589099"/>
                  </a:moveTo>
                  <a:cubicBezTo>
                    <a:pt x="1033852" y="1586640"/>
                    <a:pt x="1029532" y="1578319"/>
                    <a:pt x="1032000" y="1570516"/>
                  </a:cubicBezTo>
                  <a:cubicBezTo>
                    <a:pt x="1034434" y="1562712"/>
                    <a:pt x="1042766" y="1558379"/>
                    <a:pt x="1050583" y="1560837"/>
                  </a:cubicBezTo>
                  <a:cubicBezTo>
                    <a:pt x="1058366" y="1563299"/>
                    <a:pt x="1062720" y="1571616"/>
                    <a:pt x="1060251" y="1579420"/>
                  </a:cubicBezTo>
                  <a:cubicBezTo>
                    <a:pt x="1060251" y="1579458"/>
                    <a:pt x="1060217" y="1579492"/>
                    <a:pt x="1060217" y="1579526"/>
                  </a:cubicBezTo>
                  <a:cubicBezTo>
                    <a:pt x="1057680" y="1587240"/>
                    <a:pt x="1049417" y="1591502"/>
                    <a:pt x="1041669" y="1589102"/>
                  </a:cubicBezTo>
                  <a:close/>
                  <a:moveTo>
                    <a:pt x="1104686" y="1436184"/>
                  </a:moveTo>
                  <a:cubicBezTo>
                    <a:pt x="1102286" y="1443947"/>
                    <a:pt x="1094057" y="1448308"/>
                    <a:pt x="1086309" y="1445925"/>
                  </a:cubicBezTo>
                  <a:cubicBezTo>
                    <a:pt x="1078560" y="1443539"/>
                    <a:pt x="1074172" y="1435310"/>
                    <a:pt x="1076571" y="1427548"/>
                  </a:cubicBezTo>
                  <a:cubicBezTo>
                    <a:pt x="1078972" y="1419785"/>
                    <a:pt x="1087200" y="1415424"/>
                    <a:pt x="1094949" y="1417814"/>
                  </a:cubicBezTo>
                  <a:cubicBezTo>
                    <a:pt x="1102697" y="1420200"/>
                    <a:pt x="1107086" y="1428429"/>
                    <a:pt x="1104686" y="1436191"/>
                  </a:cubicBezTo>
                  <a:close/>
                  <a:moveTo>
                    <a:pt x="1128275" y="1310873"/>
                  </a:moveTo>
                  <a:cubicBezTo>
                    <a:pt x="1120492" y="1308501"/>
                    <a:pt x="1116137" y="1300293"/>
                    <a:pt x="1118469" y="1292517"/>
                  </a:cubicBezTo>
                  <a:cubicBezTo>
                    <a:pt x="1120903" y="1284768"/>
                    <a:pt x="1129132" y="1280455"/>
                    <a:pt x="1136880" y="1282883"/>
                  </a:cubicBezTo>
                  <a:cubicBezTo>
                    <a:pt x="1144526" y="1285272"/>
                    <a:pt x="1148846" y="1293326"/>
                    <a:pt x="1146617" y="1301010"/>
                  </a:cubicBezTo>
                  <a:cubicBezTo>
                    <a:pt x="1144251" y="1308768"/>
                    <a:pt x="1136057" y="1313167"/>
                    <a:pt x="1128275" y="1310880"/>
                  </a:cubicBezTo>
                  <a:close/>
                  <a:moveTo>
                    <a:pt x="1359874" y="564816"/>
                  </a:moveTo>
                  <a:cubicBezTo>
                    <a:pt x="1367623" y="567364"/>
                    <a:pt x="1371840" y="575709"/>
                    <a:pt x="1369303" y="583457"/>
                  </a:cubicBezTo>
                  <a:cubicBezTo>
                    <a:pt x="1366732" y="591206"/>
                    <a:pt x="1358400" y="595423"/>
                    <a:pt x="1350652" y="592876"/>
                  </a:cubicBezTo>
                  <a:cubicBezTo>
                    <a:pt x="1342937" y="590325"/>
                    <a:pt x="1338754" y="582000"/>
                    <a:pt x="1341291" y="574279"/>
                  </a:cubicBezTo>
                  <a:cubicBezTo>
                    <a:pt x="1343863" y="566582"/>
                    <a:pt x="1352126" y="562372"/>
                    <a:pt x="1359874" y="564816"/>
                  </a:cubicBezTo>
                  <a:close/>
                  <a:moveTo>
                    <a:pt x="1314960" y="707836"/>
                  </a:moveTo>
                  <a:cubicBezTo>
                    <a:pt x="1322812" y="710075"/>
                    <a:pt x="1327372" y="718252"/>
                    <a:pt x="1325109" y="726103"/>
                  </a:cubicBezTo>
                  <a:cubicBezTo>
                    <a:pt x="1322880" y="733951"/>
                    <a:pt x="1314720" y="738501"/>
                    <a:pt x="1306869" y="736265"/>
                  </a:cubicBezTo>
                  <a:cubicBezTo>
                    <a:pt x="1299017" y="734026"/>
                    <a:pt x="1294457" y="725850"/>
                    <a:pt x="1296686" y="717998"/>
                  </a:cubicBezTo>
                  <a:cubicBezTo>
                    <a:pt x="1296686" y="717971"/>
                    <a:pt x="1296720" y="717940"/>
                    <a:pt x="1296720" y="717909"/>
                  </a:cubicBezTo>
                  <a:cubicBezTo>
                    <a:pt x="1299017" y="710116"/>
                    <a:pt x="1307143" y="705621"/>
                    <a:pt x="1314960" y="707836"/>
                  </a:cubicBezTo>
                  <a:close/>
                  <a:moveTo>
                    <a:pt x="1273097" y="843072"/>
                  </a:moveTo>
                  <a:cubicBezTo>
                    <a:pt x="1280846" y="845417"/>
                    <a:pt x="1285200" y="853588"/>
                    <a:pt x="1282834" y="861319"/>
                  </a:cubicBezTo>
                  <a:cubicBezTo>
                    <a:pt x="1280503" y="869051"/>
                    <a:pt x="1272343" y="873418"/>
                    <a:pt x="1264594" y="871070"/>
                  </a:cubicBezTo>
                  <a:cubicBezTo>
                    <a:pt x="1256914" y="868735"/>
                    <a:pt x="1252526" y="860627"/>
                    <a:pt x="1254823" y="852916"/>
                  </a:cubicBezTo>
                  <a:cubicBezTo>
                    <a:pt x="1257120" y="845171"/>
                    <a:pt x="1265246" y="840751"/>
                    <a:pt x="1272994" y="843041"/>
                  </a:cubicBezTo>
                  <a:cubicBezTo>
                    <a:pt x="1273029" y="843052"/>
                    <a:pt x="1273063" y="843062"/>
                    <a:pt x="1273097" y="843072"/>
                  </a:cubicBezTo>
                  <a:close/>
                  <a:moveTo>
                    <a:pt x="1212994" y="987813"/>
                  </a:moveTo>
                  <a:cubicBezTo>
                    <a:pt x="1215463" y="980075"/>
                    <a:pt x="1223726" y="975789"/>
                    <a:pt x="1231440" y="978240"/>
                  </a:cubicBezTo>
                  <a:cubicBezTo>
                    <a:pt x="1239189" y="980695"/>
                    <a:pt x="1243475" y="988958"/>
                    <a:pt x="1241040" y="996700"/>
                  </a:cubicBezTo>
                  <a:cubicBezTo>
                    <a:pt x="1238571" y="1004428"/>
                    <a:pt x="1230343" y="1008713"/>
                    <a:pt x="1222594" y="1006279"/>
                  </a:cubicBezTo>
                  <a:cubicBezTo>
                    <a:pt x="1214880" y="1003780"/>
                    <a:pt x="1210629" y="995558"/>
                    <a:pt x="1212994" y="987813"/>
                  </a:cubicBezTo>
                  <a:close/>
                  <a:moveTo>
                    <a:pt x="1170275" y="1175829"/>
                  </a:moveTo>
                  <a:cubicBezTo>
                    <a:pt x="1162457" y="1173546"/>
                    <a:pt x="1157931" y="1165344"/>
                    <a:pt x="1160229" y="1157510"/>
                  </a:cubicBezTo>
                  <a:cubicBezTo>
                    <a:pt x="1162526" y="1149676"/>
                    <a:pt x="1170720" y="1145177"/>
                    <a:pt x="1178537" y="1147464"/>
                  </a:cubicBezTo>
                  <a:cubicBezTo>
                    <a:pt x="1186389" y="1149748"/>
                    <a:pt x="1190880" y="1157949"/>
                    <a:pt x="1188583" y="1165783"/>
                  </a:cubicBezTo>
                  <a:cubicBezTo>
                    <a:pt x="1188583" y="1165793"/>
                    <a:pt x="1188583" y="1165807"/>
                    <a:pt x="1188583" y="1165817"/>
                  </a:cubicBezTo>
                  <a:cubicBezTo>
                    <a:pt x="1186286" y="1173635"/>
                    <a:pt x="1178091" y="1178112"/>
                    <a:pt x="1170275" y="1175829"/>
                  </a:cubicBezTo>
                  <a:close/>
                  <a:moveTo>
                    <a:pt x="1101806" y="1872964"/>
                  </a:moveTo>
                  <a:cubicBezTo>
                    <a:pt x="1109520" y="1875484"/>
                    <a:pt x="1113909" y="1883585"/>
                    <a:pt x="1111817" y="1891420"/>
                  </a:cubicBezTo>
                  <a:cubicBezTo>
                    <a:pt x="1109109" y="1899024"/>
                    <a:pt x="1101120" y="1903379"/>
                    <a:pt x="1093269" y="1901524"/>
                  </a:cubicBezTo>
                  <a:cubicBezTo>
                    <a:pt x="1085589" y="1898904"/>
                    <a:pt x="1081269" y="1890779"/>
                    <a:pt x="1083394" y="1882955"/>
                  </a:cubicBezTo>
                  <a:cubicBezTo>
                    <a:pt x="1085795" y="1875179"/>
                    <a:pt x="1093989" y="1870742"/>
                    <a:pt x="1101806" y="1872964"/>
                  </a:cubicBezTo>
                  <a:close/>
                  <a:moveTo>
                    <a:pt x="1671977" y="513710"/>
                  </a:moveTo>
                  <a:cubicBezTo>
                    <a:pt x="1679589" y="516052"/>
                    <a:pt x="1683874" y="524126"/>
                    <a:pt x="1681543" y="531744"/>
                  </a:cubicBezTo>
                  <a:cubicBezTo>
                    <a:pt x="1681509" y="531874"/>
                    <a:pt x="1681440" y="532005"/>
                    <a:pt x="1681406" y="532135"/>
                  </a:cubicBezTo>
                  <a:cubicBezTo>
                    <a:pt x="1678903" y="539819"/>
                    <a:pt x="1670674" y="544032"/>
                    <a:pt x="1662994" y="541543"/>
                  </a:cubicBezTo>
                  <a:cubicBezTo>
                    <a:pt x="1655315" y="539054"/>
                    <a:pt x="1651097" y="530805"/>
                    <a:pt x="1653566" y="523121"/>
                  </a:cubicBezTo>
                  <a:cubicBezTo>
                    <a:pt x="1656069" y="515445"/>
                    <a:pt x="1664297" y="511231"/>
                    <a:pt x="1671977" y="513707"/>
                  </a:cubicBezTo>
                  <a:close/>
                  <a:moveTo>
                    <a:pt x="1611497" y="658739"/>
                  </a:moveTo>
                  <a:cubicBezTo>
                    <a:pt x="1613726" y="650966"/>
                    <a:pt x="1621817" y="646457"/>
                    <a:pt x="1629566" y="648669"/>
                  </a:cubicBezTo>
                  <a:cubicBezTo>
                    <a:pt x="1637349" y="650884"/>
                    <a:pt x="1641874" y="658979"/>
                    <a:pt x="1639646" y="666751"/>
                  </a:cubicBezTo>
                  <a:cubicBezTo>
                    <a:pt x="1637417" y="674524"/>
                    <a:pt x="1629326" y="679032"/>
                    <a:pt x="1621577" y="676817"/>
                  </a:cubicBezTo>
                  <a:cubicBezTo>
                    <a:pt x="1613795" y="674606"/>
                    <a:pt x="1609269" y="666511"/>
                    <a:pt x="1611497" y="658739"/>
                  </a:cubicBezTo>
                  <a:close/>
                  <a:moveTo>
                    <a:pt x="1577006" y="820077"/>
                  </a:moveTo>
                  <a:cubicBezTo>
                    <a:pt x="1569154" y="817859"/>
                    <a:pt x="1564594" y="809692"/>
                    <a:pt x="1566789" y="801833"/>
                  </a:cubicBezTo>
                  <a:cubicBezTo>
                    <a:pt x="1569017" y="793979"/>
                    <a:pt x="1577177" y="789408"/>
                    <a:pt x="1585029" y="791630"/>
                  </a:cubicBezTo>
                  <a:cubicBezTo>
                    <a:pt x="1592880" y="793848"/>
                    <a:pt x="1597475" y="802015"/>
                    <a:pt x="1595246" y="809870"/>
                  </a:cubicBezTo>
                  <a:cubicBezTo>
                    <a:pt x="1595246" y="809915"/>
                    <a:pt x="1595212" y="809956"/>
                    <a:pt x="1595212" y="809997"/>
                  </a:cubicBezTo>
                  <a:cubicBezTo>
                    <a:pt x="1592949" y="817790"/>
                    <a:pt x="1584823" y="822292"/>
                    <a:pt x="1577006" y="820077"/>
                  </a:cubicBezTo>
                  <a:close/>
                  <a:moveTo>
                    <a:pt x="1543714" y="927011"/>
                  </a:moveTo>
                  <a:cubicBezTo>
                    <a:pt x="1551429" y="929452"/>
                    <a:pt x="1555680" y="937684"/>
                    <a:pt x="1553246" y="945391"/>
                  </a:cubicBezTo>
                  <a:cubicBezTo>
                    <a:pt x="1550812" y="953102"/>
                    <a:pt x="1542583" y="957371"/>
                    <a:pt x="1534869" y="954930"/>
                  </a:cubicBezTo>
                  <a:cubicBezTo>
                    <a:pt x="1527154" y="952488"/>
                    <a:pt x="1522903" y="944256"/>
                    <a:pt x="1525337" y="936549"/>
                  </a:cubicBezTo>
                  <a:cubicBezTo>
                    <a:pt x="1525337" y="936542"/>
                    <a:pt x="1525337" y="936539"/>
                    <a:pt x="1525337" y="936532"/>
                  </a:cubicBezTo>
                  <a:cubicBezTo>
                    <a:pt x="1527669" y="928900"/>
                    <a:pt x="1535726" y="924590"/>
                    <a:pt x="1543372" y="926908"/>
                  </a:cubicBezTo>
                  <a:cubicBezTo>
                    <a:pt x="1543475" y="926942"/>
                    <a:pt x="1543611" y="926980"/>
                    <a:pt x="1543714" y="927021"/>
                  </a:cubicBezTo>
                  <a:close/>
                  <a:moveTo>
                    <a:pt x="1501440" y="1061880"/>
                  </a:moveTo>
                  <a:cubicBezTo>
                    <a:pt x="1509257" y="1064143"/>
                    <a:pt x="1513783" y="1072324"/>
                    <a:pt x="1511520" y="1080155"/>
                  </a:cubicBezTo>
                  <a:cubicBezTo>
                    <a:pt x="1509257" y="1087985"/>
                    <a:pt x="1501063" y="1092497"/>
                    <a:pt x="1493246" y="1090235"/>
                  </a:cubicBezTo>
                  <a:cubicBezTo>
                    <a:pt x="1485429" y="1087972"/>
                    <a:pt x="1480903" y="1079791"/>
                    <a:pt x="1483166" y="1071960"/>
                  </a:cubicBezTo>
                  <a:cubicBezTo>
                    <a:pt x="1485429" y="1064129"/>
                    <a:pt x="1493623" y="1059618"/>
                    <a:pt x="1501440" y="1061880"/>
                  </a:cubicBezTo>
                  <a:close/>
                  <a:moveTo>
                    <a:pt x="1449326" y="1231468"/>
                  </a:moveTo>
                  <a:cubicBezTo>
                    <a:pt x="1457109" y="1233895"/>
                    <a:pt x="1461463" y="1242179"/>
                    <a:pt x="1459029" y="1249968"/>
                  </a:cubicBezTo>
                  <a:cubicBezTo>
                    <a:pt x="1456594" y="1257758"/>
                    <a:pt x="1448332" y="1262105"/>
                    <a:pt x="1440549" y="1259678"/>
                  </a:cubicBezTo>
                  <a:cubicBezTo>
                    <a:pt x="1432732" y="1257251"/>
                    <a:pt x="1428411" y="1248967"/>
                    <a:pt x="1430812" y="1241177"/>
                  </a:cubicBezTo>
                  <a:cubicBezTo>
                    <a:pt x="1430846" y="1241119"/>
                    <a:pt x="1430846" y="1241064"/>
                    <a:pt x="1430880" y="1241006"/>
                  </a:cubicBezTo>
                  <a:cubicBezTo>
                    <a:pt x="1433315" y="1233288"/>
                    <a:pt x="1441577" y="1229016"/>
                    <a:pt x="1449291" y="1231464"/>
                  </a:cubicBezTo>
                  <a:cubicBezTo>
                    <a:pt x="1449291" y="1231471"/>
                    <a:pt x="1449326" y="1231475"/>
                    <a:pt x="1449326" y="1231478"/>
                  </a:cubicBezTo>
                  <a:close/>
                  <a:moveTo>
                    <a:pt x="1312320" y="1673068"/>
                  </a:moveTo>
                  <a:cubicBezTo>
                    <a:pt x="1304434" y="1670836"/>
                    <a:pt x="1299874" y="1662645"/>
                    <a:pt x="1302103" y="1654773"/>
                  </a:cubicBezTo>
                  <a:cubicBezTo>
                    <a:pt x="1304332" y="1646897"/>
                    <a:pt x="1312526" y="1642324"/>
                    <a:pt x="1320411" y="1644552"/>
                  </a:cubicBezTo>
                  <a:cubicBezTo>
                    <a:pt x="1328263" y="1646784"/>
                    <a:pt x="1332857" y="1654975"/>
                    <a:pt x="1330629" y="1662851"/>
                  </a:cubicBezTo>
                  <a:cubicBezTo>
                    <a:pt x="1330594" y="1662912"/>
                    <a:pt x="1330594" y="1662977"/>
                    <a:pt x="1330560" y="1663043"/>
                  </a:cubicBezTo>
                  <a:cubicBezTo>
                    <a:pt x="1328263" y="1670832"/>
                    <a:pt x="1320137" y="1675314"/>
                    <a:pt x="1312320" y="1673078"/>
                  </a:cubicBezTo>
                  <a:close/>
                  <a:moveTo>
                    <a:pt x="1366046" y="1501855"/>
                  </a:moveTo>
                  <a:cubicBezTo>
                    <a:pt x="1373726" y="1504598"/>
                    <a:pt x="1377703" y="1513036"/>
                    <a:pt x="1374960" y="1520702"/>
                  </a:cubicBezTo>
                  <a:cubicBezTo>
                    <a:pt x="1372217" y="1528368"/>
                    <a:pt x="1363783" y="1532359"/>
                    <a:pt x="1356103" y="1529616"/>
                  </a:cubicBezTo>
                  <a:cubicBezTo>
                    <a:pt x="1348457" y="1526873"/>
                    <a:pt x="1344446" y="1518436"/>
                    <a:pt x="1347189" y="1510770"/>
                  </a:cubicBezTo>
                  <a:cubicBezTo>
                    <a:pt x="1347223" y="1510745"/>
                    <a:pt x="1347223" y="1510725"/>
                    <a:pt x="1347223" y="1510701"/>
                  </a:cubicBezTo>
                  <a:cubicBezTo>
                    <a:pt x="1349931" y="1503086"/>
                    <a:pt x="1358297" y="1499105"/>
                    <a:pt x="1365909" y="1501811"/>
                  </a:cubicBezTo>
                  <a:cubicBezTo>
                    <a:pt x="1365943" y="1501824"/>
                    <a:pt x="1366012" y="1501842"/>
                    <a:pt x="1366046" y="1501859"/>
                  </a:cubicBezTo>
                  <a:close/>
                  <a:moveTo>
                    <a:pt x="1407737" y="1366807"/>
                  </a:moveTo>
                  <a:cubicBezTo>
                    <a:pt x="1415417" y="1369458"/>
                    <a:pt x="1419497" y="1377827"/>
                    <a:pt x="1416823" y="1385500"/>
                  </a:cubicBezTo>
                  <a:cubicBezTo>
                    <a:pt x="1414183" y="1393173"/>
                    <a:pt x="1405817" y="1397243"/>
                    <a:pt x="1398137" y="1394592"/>
                  </a:cubicBezTo>
                  <a:cubicBezTo>
                    <a:pt x="1390457" y="1391942"/>
                    <a:pt x="1386377" y="1383573"/>
                    <a:pt x="1389052" y="1375900"/>
                  </a:cubicBezTo>
                  <a:cubicBezTo>
                    <a:pt x="1389052" y="1375862"/>
                    <a:pt x="1389086" y="1375821"/>
                    <a:pt x="1389086" y="1375783"/>
                  </a:cubicBezTo>
                  <a:cubicBezTo>
                    <a:pt x="1391657" y="1368203"/>
                    <a:pt x="1399886" y="1364143"/>
                    <a:pt x="1407463" y="1366718"/>
                  </a:cubicBezTo>
                  <a:cubicBezTo>
                    <a:pt x="1407566" y="1366749"/>
                    <a:pt x="1407635" y="1366780"/>
                    <a:pt x="1407737" y="1366811"/>
                  </a:cubicBezTo>
                  <a:close/>
                  <a:moveTo>
                    <a:pt x="1278652" y="1779950"/>
                  </a:moveTo>
                  <a:cubicBezTo>
                    <a:pt x="1286400" y="1782189"/>
                    <a:pt x="1290857" y="1790273"/>
                    <a:pt x="1288594" y="1798008"/>
                  </a:cubicBezTo>
                  <a:cubicBezTo>
                    <a:pt x="1286366" y="1805747"/>
                    <a:pt x="1278275" y="1810204"/>
                    <a:pt x="1270560" y="1807965"/>
                  </a:cubicBezTo>
                  <a:cubicBezTo>
                    <a:pt x="1262812" y="1805733"/>
                    <a:pt x="1258354" y="1797669"/>
                    <a:pt x="1260583" y="1789941"/>
                  </a:cubicBezTo>
                  <a:cubicBezTo>
                    <a:pt x="1262606" y="1782302"/>
                    <a:pt x="1270423" y="1777749"/>
                    <a:pt x="1278069" y="1779768"/>
                  </a:cubicBezTo>
                  <a:cubicBezTo>
                    <a:pt x="1278275" y="1779820"/>
                    <a:pt x="1278446" y="1779878"/>
                    <a:pt x="1278652" y="1779936"/>
                  </a:cubicBezTo>
                  <a:close/>
                  <a:moveTo>
                    <a:pt x="1236823" y="1914871"/>
                  </a:moveTo>
                  <a:cubicBezTo>
                    <a:pt x="1244606" y="1917172"/>
                    <a:pt x="1249063" y="1925356"/>
                    <a:pt x="1246766" y="1933149"/>
                  </a:cubicBezTo>
                  <a:cubicBezTo>
                    <a:pt x="1246766" y="1933156"/>
                    <a:pt x="1246766" y="1933163"/>
                    <a:pt x="1246766" y="1933169"/>
                  </a:cubicBezTo>
                  <a:cubicBezTo>
                    <a:pt x="1244709" y="1940980"/>
                    <a:pt x="1236720" y="1945660"/>
                    <a:pt x="1228937" y="1943616"/>
                  </a:cubicBezTo>
                  <a:cubicBezTo>
                    <a:pt x="1221120" y="1941576"/>
                    <a:pt x="1216423" y="1933588"/>
                    <a:pt x="1218480" y="1925774"/>
                  </a:cubicBezTo>
                  <a:cubicBezTo>
                    <a:pt x="1218549" y="1925534"/>
                    <a:pt x="1218617" y="1925294"/>
                    <a:pt x="1218686" y="1925054"/>
                  </a:cubicBezTo>
                  <a:cubicBezTo>
                    <a:pt x="1220880" y="1917237"/>
                    <a:pt x="1228972" y="1912667"/>
                    <a:pt x="1236789" y="1914851"/>
                  </a:cubicBezTo>
                  <a:cubicBezTo>
                    <a:pt x="1236789" y="1914851"/>
                    <a:pt x="1236823" y="1914854"/>
                    <a:pt x="1236823" y="1914857"/>
                  </a:cubicBezTo>
                  <a:close/>
                  <a:moveTo>
                    <a:pt x="1414389" y="1822056"/>
                  </a:moveTo>
                  <a:cubicBezTo>
                    <a:pt x="1422000" y="1824672"/>
                    <a:pt x="1426046" y="1832969"/>
                    <a:pt x="1423440" y="1840584"/>
                  </a:cubicBezTo>
                  <a:cubicBezTo>
                    <a:pt x="1420834" y="1848203"/>
                    <a:pt x="1412537" y="1852255"/>
                    <a:pt x="1404926" y="1849636"/>
                  </a:cubicBezTo>
                  <a:cubicBezTo>
                    <a:pt x="1397349" y="1847040"/>
                    <a:pt x="1393303" y="1838853"/>
                    <a:pt x="1395806" y="1831269"/>
                  </a:cubicBezTo>
                  <a:cubicBezTo>
                    <a:pt x="1398377" y="1823592"/>
                    <a:pt x="1406709" y="1819461"/>
                    <a:pt x="1414389" y="1822039"/>
                  </a:cubicBezTo>
                  <a:cubicBezTo>
                    <a:pt x="1414389" y="1822043"/>
                    <a:pt x="1414389" y="1822043"/>
                    <a:pt x="1414389" y="1822043"/>
                  </a:cubicBezTo>
                  <a:close/>
                  <a:moveTo>
                    <a:pt x="1372320" y="1956909"/>
                  </a:moveTo>
                  <a:cubicBezTo>
                    <a:pt x="1380000" y="1959518"/>
                    <a:pt x="1384251" y="1967709"/>
                    <a:pt x="1381989" y="1975495"/>
                  </a:cubicBezTo>
                  <a:cubicBezTo>
                    <a:pt x="1379280" y="1983117"/>
                    <a:pt x="1371189" y="1987392"/>
                    <a:pt x="1363372" y="1985332"/>
                  </a:cubicBezTo>
                  <a:cubicBezTo>
                    <a:pt x="1355726" y="1982610"/>
                    <a:pt x="1351543" y="1974395"/>
                    <a:pt x="1353840" y="1966615"/>
                  </a:cubicBezTo>
                  <a:cubicBezTo>
                    <a:pt x="1356309" y="1958877"/>
                    <a:pt x="1364537" y="1954550"/>
                    <a:pt x="1372320" y="1956895"/>
                  </a:cubicBezTo>
                  <a:close/>
                  <a:moveTo>
                    <a:pt x="1456115" y="1686669"/>
                  </a:moveTo>
                  <a:cubicBezTo>
                    <a:pt x="1463931" y="1689103"/>
                    <a:pt x="1468286" y="1697407"/>
                    <a:pt x="1465852" y="1705214"/>
                  </a:cubicBezTo>
                  <a:cubicBezTo>
                    <a:pt x="1463417" y="1713024"/>
                    <a:pt x="1455120" y="1717386"/>
                    <a:pt x="1447303" y="1714951"/>
                  </a:cubicBezTo>
                  <a:cubicBezTo>
                    <a:pt x="1439486" y="1712517"/>
                    <a:pt x="1435132" y="1704209"/>
                    <a:pt x="1437566" y="1696396"/>
                  </a:cubicBezTo>
                  <a:cubicBezTo>
                    <a:pt x="1440000" y="1688582"/>
                    <a:pt x="1448297" y="1684221"/>
                    <a:pt x="1456115" y="1686655"/>
                  </a:cubicBezTo>
                  <a:close/>
                  <a:moveTo>
                    <a:pt x="1500480" y="1543560"/>
                  </a:moveTo>
                  <a:cubicBezTo>
                    <a:pt x="1508194" y="1546101"/>
                    <a:pt x="1512514" y="1554278"/>
                    <a:pt x="1510251" y="1562075"/>
                  </a:cubicBezTo>
                  <a:cubicBezTo>
                    <a:pt x="1507817" y="1569861"/>
                    <a:pt x="1499520" y="1574201"/>
                    <a:pt x="1491737" y="1571767"/>
                  </a:cubicBezTo>
                  <a:cubicBezTo>
                    <a:pt x="1483955" y="1569333"/>
                    <a:pt x="1479635" y="1561049"/>
                    <a:pt x="1482069" y="1553263"/>
                  </a:cubicBezTo>
                  <a:cubicBezTo>
                    <a:pt x="1484469" y="1545508"/>
                    <a:pt x="1492697" y="1541167"/>
                    <a:pt x="1500480" y="1543547"/>
                  </a:cubicBezTo>
                  <a:close/>
                  <a:moveTo>
                    <a:pt x="1575806" y="1301640"/>
                  </a:moveTo>
                  <a:cubicBezTo>
                    <a:pt x="1567989" y="1299302"/>
                    <a:pt x="1563566" y="1291070"/>
                    <a:pt x="1565897" y="1283256"/>
                  </a:cubicBezTo>
                  <a:cubicBezTo>
                    <a:pt x="1568194" y="1275508"/>
                    <a:pt x="1576320" y="1271064"/>
                    <a:pt x="1584103" y="1273289"/>
                  </a:cubicBezTo>
                  <a:cubicBezTo>
                    <a:pt x="1591989" y="1275343"/>
                    <a:pt x="1596720" y="1283407"/>
                    <a:pt x="1594697" y="1291300"/>
                  </a:cubicBezTo>
                  <a:cubicBezTo>
                    <a:pt x="1592640" y="1299196"/>
                    <a:pt x="1584549" y="1303931"/>
                    <a:pt x="1576663" y="1301880"/>
                  </a:cubicBezTo>
                  <a:cubicBezTo>
                    <a:pt x="1576389" y="1301805"/>
                    <a:pt x="1576080" y="1301719"/>
                    <a:pt x="1575806" y="1301627"/>
                  </a:cubicBezTo>
                  <a:close/>
                  <a:moveTo>
                    <a:pt x="1628229" y="1132135"/>
                  </a:moveTo>
                  <a:cubicBezTo>
                    <a:pt x="1620446" y="1129725"/>
                    <a:pt x="1616091" y="1121455"/>
                    <a:pt x="1618492" y="1113665"/>
                  </a:cubicBezTo>
                  <a:cubicBezTo>
                    <a:pt x="1620892" y="1105941"/>
                    <a:pt x="1629052" y="1101576"/>
                    <a:pt x="1636800" y="1103880"/>
                  </a:cubicBezTo>
                  <a:cubicBezTo>
                    <a:pt x="1644514" y="1106376"/>
                    <a:pt x="1648869" y="1114523"/>
                    <a:pt x="1646674" y="1122326"/>
                  </a:cubicBezTo>
                  <a:cubicBezTo>
                    <a:pt x="1644206" y="1130057"/>
                    <a:pt x="1636012" y="1134408"/>
                    <a:pt x="1628229" y="1132121"/>
                  </a:cubicBezTo>
                  <a:close/>
                  <a:moveTo>
                    <a:pt x="1507475" y="1998854"/>
                  </a:moveTo>
                  <a:cubicBezTo>
                    <a:pt x="1514914" y="2001024"/>
                    <a:pt x="1519166" y="2008804"/>
                    <a:pt x="1517006" y="2016230"/>
                  </a:cubicBezTo>
                  <a:cubicBezTo>
                    <a:pt x="1516869" y="2016593"/>
                    <a:pt x="1516766" y="2016950"/>
                    <a:pt x="1516629" y="2017303"/>
                  </a:cubicBezTo>
                  <a:cubicBezTo>
                    <a:pt x="1514537" y="2024942"/>
                    <a:pt x="1506617" y="2029433"/>
                    <a:pt x="1499006" y="2027332"/>
                  </a:cubicBezTo>
                  <a:cubicBezTo>
                    <a:pt x="1498800" y="2027284"/>
                    <a:pt x="1498629" y="2027229"/>
                    <a:pt x="1498457" y="2027174"/>
                  </a:cubicBezTo>
                  <a:cubicBezTo>
                    <a:pt x="1490777" y="2024513"/>
                    <a:pt x="1486594" y="2016257"/>
                    <a:pt x="1488994" y="2008499"/>
                  </a:cubicBezTo>
                  <a:cubicBezTo>
                    <a:pt x="1491463" y="2000743"/>
                    <a:pt x="1499692" y="1996430"/>
                    <a:pt x="1507475" y="1998840"/>
                  </a:cubicBezTo>
                  <a:close/>
                  <a:moveTo>
                    <a:pt x="1626994" y="1613682"/>
                  </a:moveTo>
                  <a:cubicBezTo>
                    <a:pt x="1619246" y="1611162"/>
                    <a:pt x="1615029" y="1602844"/>
                    <a:pt x="1617532" y="1595102"/>
                  </a:cubicBezTo>
                  <a:cubicBezTo>
                    <a:pt x="1619966" y="1587624"/>
                    <a:pt x="1627852" y="1583370"/>
                    <a:pt x="1635429" y="1585437"/>
                  </a:cubicBezTo>
                  <a:cubicBezTo>
                    <a:pt x="1643143" y="1588067"/>
                    <a:pt x="1647257" y="1596446"/>
                    <a:pt x="1644617" y="1604150"/>
                  </a:cubicBezTo>
                  <a:cubicBezTo>
                    <a:pt x="1642149" y="1611439"/>
                    <a:pt x="1634469" y="1615588"/>
                    <a:pt x="1626994" y="1613668"/>
                  </a:cubicBezTo>
                  <a:close/>
                  <a:moveTo>
                    <a:pt x="1814023" y="1010887"/>
                  </a:moveTo>
                  <a:cubicBezTo>
                    <a:pt x="1821635" y="1013572"/>
                    <a:pt x="1825646" y="1021931"/>
                    <a:pt x="1822972" y="1029559"/>
                  </a:cubicBezTo>
                  <a:cubicBezTo>
                    <a:pt x="1820400" y="1036900"/>
                    <a:pt x="1812514" y="1040935"/>
                    <a:pt x="1805040" y="1038744"/>
                  </a:cubicBezTo>
                  <a:cubicBezTo>
                    <a:pt x="1797360" y="1036265"/>
                    <a:pt x="1793109" y="1028013"/>
                    <a:pt x="1795611" y="1020316"/>
                  </a:cubicBezTo>
                  <a:cubicBezTo>
                    <a:pt x="1798080" y="1012622"/>
                    <a:pt x="1806343" y="1008395"/>
                    <a:pt x="1814023" y="1010873"/>
                  </a:cubicBezTo>
                  <a:close/>
                  <a:moveTo>
                    <a:pt x="1855749" y="875599"/>
                  </a:moveTo>
                  <a:cubicBezTo>
                    <a:pt x="1863463" y="878232"/>
                    <a:pt x="1867611" y="886629"/>
                    <a:pt x="1864972" y="894357"/>
                  </a:cubicBezTo>
                  <a:cubicBezTo>
                    <a:pt x="1862469" y="901742"/>
                    <a:pt x="1854652" y="905897"/>
                    <a:pt x="1847109" y="903854"/>
                  </a:cubicBezTo>
                  <a:cubicBezTo>
                    <a:pt x="1839291" y="901468"/>
                    <a:pt x="1834903" y="893208"/>
                    <a:pt x="1837303" y="885405"/>
                  </a:cubicBezTo>
                  <a:cubicBezTo>
                    <a:pt x="1839669" y="877598"/>
                    <a:pt x="1847931" y="873206"/>
                    <a:pt x="1855749" y="875592"/>
                  </a:cubicBezTo>
                  <a:close/>
                  <a:moveTo>
                    <a:pt x="1686789" y="1468807"/>
                  </a:moveTo>
                  <a:cubicBezTo>
                    <a:pt x="1684869" y="1476285"/>
                    <a:pt x="1677257" y="1480787"/>
                    <a:pt x="1669783" y="1478863"/>
                  </a:cubicBezTo>
                  <a:cubicBezTo>
                    <a:pt x="1669406" y="1478771"/>
                    <a:pt x="1669029" y="1478661"/>
                    <a:pt x="1668686" y="1478538"/>
                  </a:cubicBezTo>
                  <a:cubicBezTo>
                    <a:pt x="1660972" y="1476011"/>
                    <a:pt x="1656754" y="1467710"/>
                    <a:pt x="1659291" y="1459999"/>
                  </a:cubicBezTo>
                  <a:cubicBezTo>
                    <a:pt x="1661795" y="1452401"/>
                    <a:pt x="1669886" y="1448188"/>
                    <a:pt x="1677532" y="1450512"/>
                  </a:cubicBezTo>
                  <a:cubicBezTo>
                    <a:pt x="1684937" y="1452580"/>
                    <a:pt x="1689223" y="1460243"/>
                    <a:pt x="1687166" y="1467635"/>
                  </a:cubicBezTo>
                  <a:cubicBezTo>
                    <a:pt x="1687063" y="1468025"/>
                    <a:pt x="1686926" y="1468413"/>
                    <a:pt x="1686789" y="1468793"/>
                  </a:cubicBezTo>
                  <a:close/>
                  <a:moveTo>
                    <a:pt x="1719223" y="1315207"/>
                  </a:moveTo>
                  <a:cubicBezTo>
                    <a:pt x="1726972" y="1317731"/>
                    <a:pt x="1731223" y="1326069"/>
                    <a:pt x="1728686" y="1333828"/>
                  </a:cubicBezTo>
                  <a:cubicBezTo>
                    <a:pt x="1726286" y="1341288"/>
                    <a:pt x="1718434" y="1345550"/>
                    <a:pt x="1710857" y="1343534"/>
                  </a:cubicBezTo>
                  <a:cubicBezTo>
                    <a:pt x="1703040" y="1341223"/>
                    <a:pt x="1698549" y="1333008"/>
                    <a:pt x="1700880" y="1325181"/>
                  </a:cubicBezTo>
                  <a:cubicBezTo>
                    <a:pt x="1703177" y="1317353"/>
                    <a:pt x="1711406" y="1312883"/>
                    <a:pt x="1719223" y="1315193"/>
                  </a:cubicBezTo>
                  <a:close/>
                  <a:moveTo>
                    <a:pt x="1549543" y="1863988"/>
                  </a:moveTo>
                  <a:cubicBezTo>
                    <a:pt x="1557154" y="1866659"/>
                    <a:pt x="1561132" y="1874987"/>
                    <a:pt x="1558457" y="1882584"/>
                  </a:cubicBezTo>
                  <a:cubicBezTo>
                    <a:pt x="1555852" y="1890035"/>
                    <a:pt x="1547760" y="1894049"/>
                    <a:pt x="1540251" y="1891636"/>
                  </a:cubicBezTo>
                  <a:cubicBezTo>
                    <a:pt x="1532606" y="1889071"/>
                    <a:pt x="1528492" y="1880798"/>
                    <a:pt x="1531063" y="1873159"/>
                  </a:cubicBezTo>
                  <a:cubicBezTo>
                    <a:pt x="1533635" y="1865520"/>
                    <a:pt x="1541897" y="1861409"/>
                    <a:pt x="1549543" y="1863974"/>
                  </a:cubicBezTo>
                  <a:close/>
                  <a:moveTo>
                    <a:pt x="1591372" y="1728635"/>
                  </a:moveTo>
                  <a:cubicBezTo>
                    <a:pt x="1598846" y="1730963"/>
                    <a:pt x="1603029" y="1738910"/>
                    <a:pt x="1600697" y="1746384"/>
                  </a:cubicBezTo>
                  <a:cubicBezTo>
                    <a:pt x="1600594" y="1746641"/>
                    <a:pt x="1600526" y="1746895"/>
                    <a:pt x="1600423" y="1747149"/>
                  </a:cubicBezTo>
                  <a:cubicBezTo>
                    <a:pt x="1598469" y="1754613"/>
                    <a:pt x="1590823" y="1759077"/>
                    <a:pt x="1583383" y="1757119"/>
                  </a:cubicBezTo>
                  <a:cubicBezTo>
                    <a:pt x="1583006" y="1757023"/>
                    <a:pt x="1582629" y="1756907"/>
                    <a:pt x="1582251" y="1756776"/>
                  </a:cubicBezTo>
                  <a:cubicBezTo>
                    <a:pt x="1574469" y="1754256"/>
                    <a:pt x="1570217" y="1745915"/>
                    <a:pt x="1572720" y="1738139"/>
                  </a:cubicBezTo>
                  <a:cubicBezTo>
                    <a:pt x="1575257" y="1730363"/>
                    <a:pt x="1583589" y="1726104"/>
                    <a:pt x="1591372" y="1728621"/>
                  </a:cubicBezTo>
                  <a:close/>
                  <a:moveTo>
                    <a:pt x="1933132" y="625320"/>
                  </a:moveTo>
                  <a:cubicBezTo>
                    <a:pt x="1925486" y="622773"/>
                    <a:pt x="1921337" y="614503"/>
                    <a:pt x="1923874" y="606844"/>
                  </a:cubicBezTo>
                  <a:cubicBezTo>
                    <a:pt x="1926411" y="599188"/>
                    <a:pt x="1934709" y="595046"/>
                    <a:pt x="1942354" y="597593"/>
                  </a:cubicBezTo>
                  <a:cubicBezTo>
                    <a:pt x="1949692" y="599726"/>
                    <a:pt x="1953909" y="607396"/>
                    <a:pt x="1951783" y="614729"/>
                  </a:cubicBezTo>
                  <a:cubicBezTo>
                    <a:pt x="1951646" y="615158"/>
                    <a:pt x="1951509" y="615583"/>
                    <a:pt x="1951337" y="615998"/>
                  </a:cubicBezTo>
                  <a:cubicBezTo>
                    <a:pt x="1949451" y="623311"/>
                    <a:pt x="1941977" y="627700"/>
                    <a:pt x="1934674" y="625800"/>
                  </a:cubicBezTo>
                  <a:cubicBezTo>
                    <a:pt x="1934126" y="625667"/>
                    <a:pt x="1933646" y="625502"/>
                    <a:pt x="1933132" y="625307"/>
                  </a:cubicBezTo>
                  <a:close/>
                  <a:moveTo>
                    <a:pt x="1909577" y="750669"/>
                  </a:moveTo>
                  <a:cubicBezTo>
                    <a:pt x="1907760" y="758195"/>
                    <a:pt x="1900183" y="762820"/>
                    <a:pt x="1892640" y="760999"/>
                  </a:cubicBezTo>
                  <a:cubicBezTo>
                    <a:pt x="1892297" y="760913"/>
                    <a:pt x="1891955" y="760817"/>
                    <a:pt x="1891611" y="760704"/>
                  </a:cubicBezTo>
                  <a:cubicBezTo>
                    <a:pt x="1883795" y="758376"/>
                    <a:pt x="1879372" y="750158"/>
                    <a:pt x="1881703" y="742348"/>
                  </a:cubicBezTo>
                  <a:cubicBezTo>
                    <a:pt x="1884034" y="734541"/>
                    <a:pt x="1892229" y="730101"/>
                    <a:pt x="1900046" y="732429"/>
                  </a:cubicBezTo>
                  <a:cubicBezTo>
                    <a:pt x="1907486" y="734387"/>
                    <a:pt x="1911909" y="742005"/>
                    <a:pt x="1909955" y="749441"/>
                  </a:cubicBezTo>
                  <a:cubicBezTo>
                    <a:pt x="1909852" y="749856"/>
                    <a:pt x="1909714" y="750264"/>
                    <a:pt x="1909577" y="750669"/>
                  </a:cubicBezTo>
                  <a:close/>
                  <a:moveTo>
                    <a:pt x="1763006" y="1173947"/>
                  </a:moveTo>
                  <a:cubicBezTo>
                    <a:pt x="1755257" y="1171409"/>
                    <a:pt x="1751040" y="1163068"/>
                    <a:pt x="1753577" y="1155316"/>
                  </a:cubicBezTo>
                  <a:cubicBezTo>
                    <a:pt x="1756115" y="1147567"/>
                    <a:pt x="1764446" y="1143340"/>
                    <a:pt x="1772194" y="1145877"/>
                  </a:cubicBezTo>
                  <a:cubicBezTo>
                    <a:pt x="1779874" y="1148637"/>
                    <a:pt x="1783852" y="1157099"/>
                    <a:pt x="1781109" y="1164775"/>
                  </a:cubicBezTo>
                  <a:cubicBezTo>
                    <a:pt x="1778469" y="1172147"/>
                    <a:pt x="1770514" y="1176168"/>
                    <a:pt x="1763006" y="1173947"/>
                  </a:cubicBezTo>
                  <a:close/>
                </a:path>
              </a:pathLst>
            </a:custGeom>
            <a:solidFill>
              <a:schemeClr val="accent1"/>
            </a:solidFill>
            <a:ln w="3429" cap="flat">
              <a:noFill/>
              <a:prstDash val="solid"/>
              <a:miter/>
            </a:ln>
          </p:spPr>
          <p:txBody>
            <a:bodyPr rtlCol="0" anchor="ctr"/>
            <a:p>
              <a:endParaRPr lang="zh-CN" altLang="en-US">
                <a:cs typeface="思源黑体 Regular" panose="020B0500000000000000" charset="-122"/>
              </a:endParaRPr>
            </a:p>
          </p:txBody>
        </p:sp>
        <p:pic>
          <p:nvPicPr>
            <p:cNvPr id="32" name="图片 31" descr="E:/设计图片素材3/pexels-mantasink-18664364.jpgpexels-mantasink-18664364"/>
            <p:cNvPicPr>
              <a:picLocks noChangeAspect="1"/>
            </p:cNvPicPr>
            <p:nvPr>
              <p:custDataLst>
                <p:tags r:id="rId4"/>
              </p:custDataLst>
            </p:nvPr>
          </p:nvPicPr>
          <p:blipFill>
            <a:blip r:embed="rId5" cstate="email"/>
            <a:srcRect t="10153" b="10153"/>
            <a:stretch>
              <a:fillRect/>
            </a:stretch>
          </p:blipFill>
          <p:spPr>
            <a:xfrm>
              <a:off x="2475" y="3258"/>
              <a:ext cx="12571" cy="12573"/>
            </a:xfrm>
            <a:custGeom>
              <a:avLst/>
              <a:gdLst/>
              <a:ahLst/>
              <a:cxnLst>
                <a:cxn ang="3">
                  <a:pos x="hc" y="t"/>
                </a:cxn>
                <a:cxn ang="cd2">
                  <a:pos x="l" y="vc"/>
                </a:cxn>
                <a:cxn ang="cd4">
                  <a:pos x="hc" y="b"/>
                </a:cxn>
                <a:cxn ang="0">
                  <a:pos x="r" y="vc"/>
                </a:cxn>
              </a:cxnLst>
              <a:rect l="l" t="t" r="r" b="b"/>
              <a:pathLst>
                <a:path w="6302" h="6302">
                  <a:moveTo>
                    <a:pt x="3151" y="0"/>
                  </a:moveTo>
                  <a:cubicBezTo>
                    <a:pt x="4891" y="0"/>
                    <a:pt x="6302" y="1411"/>
                    <a:pt x="6302" y="3151"/>
                  </a:cubicBezTo>
                  <a:cubicBezTo>
                    <a:pt x="6302" y="4891"/>
                    <a:pt x="4891" y="6302"/>
                    <a:pt x="3151" y="6302"/>
                  </a:cubicBezTo>
                  <a:cubicBezTo>
                    <a:pt x="1411" y="6302"/>
                    <a:pt x="0" y="4891"/>
                    <a:pt x="0" y="3151"/>
                  </a:cubicBezTo>
                  <a:cubicBezTo>
                    <a:pt x="0" y="1411"/>
                    <a:pt x="1411" y="0"/>
                    <a:pt x="3151" y="0"/>
                  </a:cubicBezTo>
                  <a:close/>
                </a:path>
              </a:pathLst>
            </a:custGeom>
            <a:ln w="215900">
              <a:solidFill>
                <a:srgbClr val="FFFFFF"/>
              </a:solidFill>
            </a:ln>
            <a:effectLst>
              <a:outerShdw blurRad="228600" dist="152400" algn="l" rotWithShape="0">
                <a:prstClr val="black">
                  <a:alpha val="20000"/>
                </a:prstClr>
              </a:outerShdw>
            </a:effectLst>
          </p:spPr>
        </p:pic>
        <p:sp>
          <p:nvSpPr>
            <p:cNvPr id="33" name="任意多边形: 形状 17"/>
            <p:cNvSpPr/>
            <p:nvPr>
              <p:custDataLst>
                <p:tags r:id="rId6"/>
              </p:custDataLst>
            </p:nvPr>
          </p:nvSpPr>
          <p:spPr>
            <a:xfrm>
              <a:off x="2464" y="12733"/>
              <a:ext cx="2469" cy="2464"/>
            </a:xfrm>
            <a:custGeom>
              <a:avLst/>
              <a:gdLst>
                <a:gd name="connsiteX0" fmla="*/ 1017007 w 1018242"/>
                <a:gd name="connsiteY0" fmla="*/ 541608 h 1014892"/>
                <a:gd name="connsiteX1" fmla="*/ 1014758 w 1018242"/>
                <a:gd name="connsiteY1" fmla="*/ 545723 h 1014892"/>
                <a:gd name="connsiteX2" fmla="*/ 946379 w 1018242"/>
                <a:gd name="connsiteY2" fmla="*/ 613883 h 1014892"/>
                <a:gd name="connsiteX3" fmla="*/ 548075 w 1018242"/>
                <a:gd name="connsiteY3" fmla="*/ 1010431 h 1014892"/>
                <a:gd name="connsiteX4" fmla="*/ 540189 w 1018242"/>
                <a:gd name="connsiteY4" fmla="*/ 1013997 h 1014892"/>
                <a:gd name="connsiteX5" fmla="*/ 474213 w 1018242"/>
                <a:gd name="connsiteY5" fmla="*/ 1013723 h 1014892"/>
                <a:gd name="connsiteX6" fmla="*/ 1016884 w 1018242"/>
                <a:gd name="connsiteY6" fmla="*/ 471563 h 1014892"/>
                <a:gd name="connsiteX7" fmla="*/ 1017539 w 1018242"/>
                <a:gd name="connsiteY7" fmla="*/ 480614 h 1014892"/>
                <a:gd name="connsiteX8" fmla="*/ 1017007 w 1018242"/>
                <a:gd name="connsiteY8" fmla="*/ 541608 h 1014892"/>
                <a:gd name="connsiteX9" fmla="*/ 770058 w 1018242"/>
                <a:gd name="connsiteY9" fmla="*/ 644877 h 1014892"/>
                <a:gd name="connsiteX10" fmla="*/ 767116 w 1018242"/>
                <a:gd name="connsiteY10" fmla="*/ 648374 h 1014892"/>
                <a:gd name="connsiteX11" fmla="*/ 766451 w 1018242"/>
                <a:gd name="connsiteY11" fmla="*/ 647791 h 1014892"/>
                <a:gd name="connsiteX12" fmla="*/ 774426 w 1018242"/>
                <a:gd name="connsiteY12" fmla="*/ 631745 h 1014892"/>
                <a:gd name="connsiteX13" fmla="*/ 799701 w 1018242"/>
                <a:gd name="connsiteY13" fmla="*/ 546785 h 1014892"/>
                <a:gd name="connsiteX14" fmla="*/ 802903 w 1018242"/>
                <a:gd name="connsiteY14" fmla="*/ 540203 h 1014892"/>
                <a:gd name="connsiteX15" fmla="*/ 990594 w 1018242"/>
                <a:gd name="connsiteY15" fmla="*/ 353414 h 1014892"/>
                <a:gd name="connsiteX16" fmla="*/ 992791 w 1018242"/>
                <a:gd name="connsiteY16" fmla="*/ 350740 h 1014892"/>
                <a:gd name="connsiteX17" fmla="*/ 994279 w 1018242"/>
                <a:gd name="connsiteY17" fmla="*/ 350980 h 1014892"/>
                <a:gd name="connsiteX18" fmla="*/ 1007243 w 1018242"/>
                <a:gd name="connsiteY18" fmla="*/ 401825 h 1014892"/>
                <a:gd name="connsiteX19" fmla="*/ 1004239 w 1018242"/>
                <a:gd name="connsiteY19" fmla="*/ 411905 h 1014892"/>
                <a:gd name="connsiteX20" fmla="*/ 770058 w 1018242"/>
                <a:gd name="connsiteY20" fmla="*/ 644877 h 1014892"/>
                <a:gd name="connsiteX21" fmla="*/ 801967 w 1018242"/>
                <a:gd name="connsiteY21" fmla="*/ 468545 h 1014892"/>
                <a:gd name="connsiteX22" fmla="*/ 800418 w 1018242"/>
                <a:gd name="connsiteY22" fmla="*/ 469917 h 1014892"/>
                <a:gd name="connsiteX23" fmla="*/ 796139 w 1018242"/>
                <a:gd name="connsiteY23" fmla="*/ 446603 h 1014892"/>
                <a:gd name="connsiteX24" fmla="*/ 787403 w 1018242"/>
                <a:gd name="connsiteY24" fmla="*/ 414237 h 1014892"/>
                <a:gd name="connsiteX25" fmla="*/ 788308 w 1018242"/>
                <a:gd name="connsiteY25" fmla="*/ 410157 h 1014892"/>
                <a:gd name="connsiteX26" fmla="*/ 946948 w 1018242"/>
                <a:gd name="connsiteY26" fmla="*/ 252305 h 1014892"/>
                <a:gd name="connsiteX27" fmla="*/ 948549 w 1018242"/>
                <a:gd name="connsiteY27" fmla="*/ 250900 h 1014892"/>
                <a:gd name="connsiteX28" fmla="*/ 954487 w 1018242"/>
                <a:gd name="connsiteY28" fmla="*/ 261322 h 1014892"/>
                <a:gd name="connsiteX29" fmla="*/ 972124 w 1018242"/>
                <a:gd name="connsiteY29" fmla="*/ 295917 h 1014892"/>
                <a:gd name="connsiteX30" fmla="*/ 971380 w 1018242"/>
                <a:gd name="connsiteY30" fmla="*/ 299928 h 1014892"/>
                <a:gd name="connsiteX31" fmla="*/ 801943 w 1018242"/>
                <a:gd name="connsiteY31" fmla="*/ 468545 h 1014892"/>
                <a:gd name="connsiteX32" fmla="*/ 735419 w 1018242"/>
                <a:gd name="connsiteY32" fmla="*/ 319539 h 1014892"/>
                <a:gd name="connsiteX33" fmla="*/ 887606 w 1018242"/>
                <a:gd name="connsiteY33" fmla="*/ 167380 h 1014892"/>
                <a:gd name="connsiteX34" fmla="*/ 919293 w 1018242"/>
                <a:gd name="connsiteY34" fmla="*/ 206020 h 1014892"/>
                <a:gd name="connsiteX35" fmla="*/ 764339 w 1018242"/>
                <a:gd name="connsiteY35" fmla="*/ 360923 h 1014892"/>
                <a:gd name="connsiteX36" fmla="*/ 735405 w 1018242"/>
                <a:gd name="connsiteY36" fmla="*/ 319539 h 1014892"/>
                <a:gd name="connsiteX37" fmla="*/ 677476 w 1018242"/>
                <a:gd name="connsiteY37" fmla="*/ 267186 h 1014892"/>
                <a:gd name="connsiteX38" fmla="*/ 656397 w 1018242"/>
                <a:gd name="connsiteY38" fmla="*/ 253437 h 1014892"/>
                <a:gd name="connsiteX39" fmla="*/ 811506 w 1018242"/>
                <a:gd name="connsiteY39" fmla="*/ 98568 h 1014892"/>
                <a:gd name="connsiteX40" fmla="*/ 850125 w 1018242"/>
                <a:gd name="connsiteY40" fmla="*/ 130077 h 1014892"/>
                <a:gd name="connsiteX41" fmla="*/ 697670 w 1018242"/>
                <a:gd name="connsiteY41" fmla="*/ 282340 h 1014892"/>
                <a:gd name="connsiteX42" fmla="*/ 677445 w 1018242"/>
                <a:gd name="connsiteY42" fmla="*/ 267186 h 1014892"/>
                <a:gd name="connsiteX43" fmla="*/ 607506 w 1018242"/>
                <a:gd name="connsiteY43" fmla="*/ 228511 h 1014892"/>
                <a:gd name="connsiteX44" fmla="*/ 603175 w 1018242"/>
                <a:gd name="connsiteY44" fmla="*/ 229711 h 1014892"/>
                <a:gd name="connsiteX45" fmla="*/ 548880 w 1018242"/>
                <a:gd name="connsiteY45" fmla="*/ 216923 h 1014892"/>
                <a:gd name="connsiteX46" fmla="*/ 547814 w 1018242"/>
                <a:gd name="connsiteY46" fmla="*/ 216751 h 1014892"/>
                <a:gd name="connsiteX47" fmla="*/ 547221 w 1018242"/>
                <a:gd name="connsiteY47" fmla="*/ 215791 h 1014892"/>
                <a:gd name="connsiteX48" fmla="*/ 549847 w 1018242"/>
                <a:gd name="connsiteY48" fmla="*/ 213905 h 1014892"/>
                <a:gd name="connsiteX49" fmla="*/ 716733 w 1018242"/>
                <a:gd name="connsiteY49" fmla="*/ 47757 h 1014892"/>
                <a:gd name="connsiteX50" fmla="*/ 722887 w 1018242"/>
                <a:gd name="connsiteY50" fmla="*/ 46694 h 1014892"/>
                <a:gd name="connsiteX51" fmla="*/ 722932 w 1018242"/>
                <a:gd name="connsiteY51" fmla="*/ 46728 h 1014892"/>
                <a:gd name="connsiteX52" fmla="*/ 767226 w 1018242"/>
                <a:gd name="connsiteY52" fmla="*/ 69151 h 1014892"/>
                <a:gd name="connsiteX53" fmla="*/ 764843 w 1018242"/>
                <a:gd name="connsiteY53" fmla="*/ 71825 h 1014892"/>
                <a:gd name="connsiteX54" fmla="*/ 607475 w 1018242"/>
                <a:gd name="connsiteY54" fmla="*/ 228511 h 1014892"/>
                <a:gd name="connsiteX55" fmla="*/ 476682 w 1018242"/>
                <a:gd name="connsiteY55" fmla="*/ 214043 h 1014892"/>
                <a:gd name="connsiteX56" fmla="*/ 472224 w 1018242"/>
                <a:gd name="connsiteY56" fmla="*/ 216408 h 1014892"/>
                <a:gd name="connsiteX57" fmla="*/ 372885 w 1018242"/>
                <a:gd name="connsiteY57" fmla="*/ 247471 h 1014892"/>
                <a:gd name="connsiteX58" fmla="*/ 371784 w 1018242"/>
                <a:gd name="connsiteY58" fmla="*/ 247848 h 1014892"/>
                <a:gd name="connsiteX59" fmla="*/ 370879 w 1018242"/>
                <a:gd name="connsiteY59" fmla="*/ 247711 h 1014892"/>
                <a:gd name="connsiteX60" fmla="*/ 373135 w 1018242"/>
                <a:gd name="connsiteY60" fmla="*/ 245346 h 1014892"/>
                <a:gd name="connsiteX61" fmla="*/ 607396 w 1018242"/>
                <a:gd name="connsiteY61" fmla="*/ 12065 h 1014892"/>
                <a:gd name="connsiteX62" fmla="*/ 612230 w 1018242"/>
                <a:gd name="connsiteY62" fmla="*/ 10420 h 1014892"/>
                <a:gd name="connsiteX63" fmla="*/ 665431 w 1018242"/>
                <a:gd name="connsiteY63" fmla="*/ 24374 h 1014892"/>
                <a:gd name="connsiteX64" fmla="*/ 666484 w 1018242"/>
                <a:gd name="connsiteY64" fmla="*/ 25026 h 1014892"/>
                <a:gd name="connsiteX65" fmla="*/ 664355 w 1018242"/>
                <a:gd name="connsiteY65" fmla="*/ 27322 h 1014892"/>
                <a:gd name="connsiteX66" fmla="*/ 476651 w 1018242"/>
                <a:gd name="connsiteY66" fmla="*/ 214043 h 1014892"/>
                <a:gd name="connsiteX67" fmla="*/ 0 w 1018242"/>
                <a:gd name="connsiteY67" fmla="*/ 532111 h 1014892"/>
                <a:gd name="connsiteX68" fmla="*/ 642 w 1018242"/>
                <a:gd name="connsiteY68" fmla="*/ 473757 h 1014892"/>
                <a:gd name="connsiteX69" fmla="*/ 3134 w 1018242"/>
                <a:gd name="connsiteY69" fmla="*/ 469162 h 1014892"/>
                <a:gd name="connsiteX70" fmla="*/ 120669 w 1018242"/>
                <a:gd name="connsiteY70" fmla="*/ 352077 h 1014892"/>
                <a:gd name="connsiteX71" fmla="*/ 469372 w 1018242"/>
                <a:gd name="connsiteY71" fmla="*/ 4831 h 1014892"/>
                <a:gd name="connsiteX72" fmla="*/ 478255 w 1018242"/>
                <a:gd name="connsiteY72" fmla="*/ 820 h 1014892"/>
                <a:gd name="connsiteX73" fmla="*/ 541458 w 1018242"/>
                <a:gd name="connsiteY73" fmla="*/ 957 h 1014892"/>
                <a:gd name="connsiteX74" fmla="*/ 543679 w 1018242"/>
                <a:gd name="connsiteY74" fmla="*/ 1197 h 1014892"/>
                <a:gd name="connsiteX75" fmla="*/ 755 w 1018242"/>
                <a:gd name="connsiteY75" fmla="*/ 543631 h 1014892"/>
                <a:gd name="connsiteX76" fmla="*/ 0 w 1018242"/>
                <a:gd name="connsiteY76" fmla="*/ 532111 h 1014892"/>
                <a:gd name="connsiteX77" fmla="*/ 14020 w 1018242"/>
                <a:gd name="connsiteY77" fmla="*/ 383791 h 1014892"/>
                <a:gd name="connsiteX78" fmla="*/ 30367 w 1018242"/>
                <a:gd name="connsiteY78" fmla="*/ 333322 h 1014892"/>
                <a:gd name="connsiteX79" fmla="*/ 57912 w 1018242"/>
                <a:gd name="connsiteY79" fmla="*/ 271197 h 1014892"/>
                <a:gd name="connsiteX80" fmla="*/ 61386 w 1018242"/>
                <a:gd name="connsiteY80" fmla="*/ 266534 h 1014892"/>
                <a:gd name="connsiteX81" fmla="*/ 267189 w 1018242"/>
                <a:gd name="connsiteY81" fmla="*/ 61917 h 1014892"/>
                <a:gd name="connsiteX82" fmla="*/ 283135 w 1018242"/>
                <a:gd name="connsiteY82" fmla="*/ 52420 h 1014892"/>
                <a:gd name="connsiteX83" fmla="*/ 382584 w 1018242"/>
                <a:gd name="connsiteY83" fmla="*/ 15768 h 1014892"/>
                <a:gd name="connsiteX84" fmla="*/ 384470 w 1018242"/>
                <a:gd name="connsiteY84" fmla="*/ 15391 h 1014892"/>
                <a:gd name="connsiteX85" fmla="*/ 15138 w 1018242"/>
                <a:gd name="connsiteY85" fmla="*/ 384340 h 1014892"/>
                <a:gd name="connsiteX86" fmla="*/ 14020 w 1018242"/>
                <a:gd name="connsiteY86" fmla="*/ 383791 h 1014892"/>
                <a:gd name="connsiteX87" fmla="*/ 246319 w 1018242"/>
                <a:gd name="connsiteY87" fmla="*/ 371482 h 1014892"/>
                <a:gd name="connsiteX88" fmla="*/ 249162 w 1018242"/>
                <a:gd name="connsiteY88" fmla="*/ 368157 h 1014892"/>
                <a:gd name="connsiteX89" fmla="*/ 249847 w 1018242"/>
                <a:gd name="connsiteY89" fmla="*/ 368671 h 1014892"/>
                <a:gd name="connsiteX90" fmla="*/ 244704 w 1018242"/>
                <a:gd name="connsiteY90" fmla="*/ 378923 h 1014892"/>
                <a:gd name="connsiteX91" fmla="*/ 217434 w 1018242"/>
                <a:gd name="connsiteY91" fmla="*/ 469951 h 1014892"/>
                <a:gd name="connsiteX92" fmla="*/ 214735 w 1018242"/>
                <a:gd name="connsiteY92" fmla="*/ 474785 h 1014892"/>
                <a:gd name="connsiteX93" fmla="*/ 42686 w 1018242"/>
                <a:gd name="connsiteY93" fmla="*/ 646180 h 1014892"/>
                <a:gd name="connsiteX94" fmla="*/ 26712 w 1018242"/>
                <a:gd name="connsiteY94" fmla="*/ 662054 h 1014892"/>
                <a:gd name="connsiteX95" fmla="*/ 24628 w 1018242"/>
                <a:gd name="connsiteY95" fmla="*/ 663974 h 1014892"/>
                <a:gd name="connsiteX96" fmla="*/ 23435 w 1018242"/>
                <a:gd name="connsiteY96" fmla="*/ 663905 h 1014892"/>
                <a:gd name="connsiteX97" fmla="*/ 10406 w 1018242"/>
                <a:gd name="connsiteY97" fmla="*/ 612751 h 1014892"/>
                <a:gd name="connsiteX98" fmla="*/ 13211 w 1018242"/>
                <a:gd name="connsiteY98" fmla="*/ 603460 h 1014892"/>
                <a:gd name="connsiteX99" fmla="*/ 246319 w 1018242"/>
                <a:gd name="connsiteY99" fmla="*/ 371482 h 1014892"/>
                <a:gd name="connsiteX100" fmla="*/ 216343 w 1018242"/>
                <a:gd name="connsiteY100" fmla="*/ 545962 h 1014892"/>
                <a:gd name="connsiteX101" fmla="*/ 217581 w 1018242"/>
                <a:gd name="connsiteY101" fmla="*/ 544934 h 1014892"/>
                <a:gd name="connsiteX102" fmla="*/ 218994 w 1018242"/>
                <a:gd name="connsiteY102" fmla="*/ 553642 h 1014892"/>
                <a:gd name="connsiteX103" fmla="*/ 230380 w 1018242"/>
                <a:gd name="connsiteY103" fmla="*/ 599757 h 1014892"/>
                <a:gd name="connsiteX104" fmla="*/ 229008 w 1018242"/>
                <a:gd name="connsiteY104" fmla="*/ 605346 h 1014892"/>
                <a:gd name="connsiteX105" fmla="*/ 72000 w 1018242"/>
                <a:gd name="connsiteY105" fmla="*/ 761551 h 1014892"/>
                <a:gd name="connsiteX106" fmla="*/ 70050 w 1018242"/>
                <a:gd name="connsiteY106" fmla="*/ 764465 h 1014892"/>
                <a:gd name="connsiteX107" fmla="*/ 69021 w 1018242"/>
                <a:gd name="connsiteY107" fmla="*/ 763951 h 1014892"/>
                <a:gd name="connsiteX108" fmla="*/ 59325 w 1018242"/>
                <a:gd name="connsiteY108" fmla="*/ 746363 h 1014892"/>
                <a:gd name="connsiteX109" fmla="*/ 45710 w 1018242"/>
                <a:gd name="connsiteY109" fmla="*/ 719243 h 1014892"/>
                <a:gd name="connsiteX110" fmla="*/ 46276 w 1018242"/>
                <a:gd name="connsiteY110" fmla="*/ 715162 h 1014892"/>
                <a:gd name="connsiteX111" fmla="*/ 216343 w 1018242"/>
                <a:gd name="connsiteY111" fmla="*/ 545962 h 1014892"/>
                <a:gd name="connsiteX112" fmla="*/ 282947 w 1018242"/>
                <a:gd name="connsiteY112" fmla="*/ 695071 h 1014892"/>
                <a:gd name="connsiteX113" fmla="*/ 130211 w 1018242"/>
                <a:gd name="connsiteY113" fmla="*/ 847574 h 1014892"/>
                <a:gd name="connsiteX114" fmla="*/ 98301 w 1018242"/>
                <a:gd name="connsiteY114" fmla="*/ 808763 h 1014892"/>
                <a:gd name="connsiteX115" fmla="*/ 253715 w 1018242"/>
                <a:gd name="connsiteY115" fmla="*/ 653517 h 1014892"/>
                <a:gd name="connsiteX116" fmla="*/ 282930 w 1018242"/>
                <a:gd name="connsiteY116" fmla="*/ 695071 h 1014892"/>
                <a:gd name="connsiteX117" fmla="*/ 361848 w 1018242"/>
                <a:gd name="connsiteY117" fmla="*/ 761174 h 1014892"/>
                <a:gd name="connsiteX118" fmla="*/ 206442 w 1018242"/>
                <a:gd name="connsiteY118" fmla="*/ 916454 h 1014892"/>
                <a:gd name="connsiteX119" fmla="*/ 167397 w 1018242"/>
                <a:gd name="connsiteY119" fmla="*/ 884637 h 1014892"/>
                <a:gd name="connsiteX120" fmla="*/ 320064 w 1018242"/>
                <a:gd name="connsiteY120" fmla="*/ 732100 h 1014892"/>
                <a:gd name="connsiteX121" fmla="*/ 361848 w 1018242"/>
                <a:gd name="connsiteY121" fmla="*/ 761174 h 1014892"/>
                <a:gd name="connsiteX122" fmla="*/ 410946 w 1018242"/>
                <a:gd name="connsiteY122" fmla="*/ 785791 h 1014892"/>
                <a:gd name="connsiteX123" fmla="*/ 415986 w 1018242"/>
                <a:gd name="connsiteY123" fmla="*/ 784557 h 1014892"/>
                <a:gd name="connsiteX124" fmla="*/ 465727 w 1018242"/>
                <a:gd name="connsiteY124" fmla="*/ 796385 h 1014892"/>
                <a:gd name="connsiteX125" fmla="*/ 471463 w 1018242"/>
                <a:gd name="connsiteY125" fmla="*/ 797243 h 1014892"/>
                <a:gd name="connsiteX126" fmla="*/ 469434 w 1018242"/>
                <a:gd name="connsiteY126" fmla="*/ 799506 h 1014892"/>
                <a:gd name="connsiteX127" fmla="*/ 300477 w 1018242"/>
                <a:gd name="connsiteY127" fmla="*/ 967780 h 1014892"/>
                <a:gd name="connsiteX128" fmla="*/ 295965 w 1018242"/>
                <a:gd name="connsiteY128" fmla="*/ 968706 h 1014892"/>
                <a:gd name="connsiteX129" fmla="*/ 252655 w 1018242"/>
                <a:gd name="connsiteY129" fmla="*/ 946214 h 1014892"/>
                <a:gd name="connsiteX130" fmla="*/ 251082 w 1018242"/>
                <a:gd name="connsiteY130" fmla="*/ 945117 h 1014892"/>
                <a:gd name="connsiteX131" fmla="*/ 253386 w 1018242"/>
                <a:gd name="connsiteY131" fmla="*/ 942682 h 1014892"/>
                <a:gd name="connsiteX132" fmla="*/ 410946 w 1018242"/>
                <a:gd name="connsiteY132" fmla="*/ 785791 h 1014892"/>
                <a:gd name="connsiteX133" fmla="*/ 542483 w 1018242"/>
                <a:gd name="connsiteY133" fmla="*/ 799608 h 1014892"/>
                <a:gd name="connsiteX134" fmla="*/ 548044 w 1018242"/>
                <a:gd name="connsiteY134" fmla="*/ 797037 h 1014892"/>
                <a:gd name="connsiteX135" fmla="*/ 647099 w 1018242"/>
                <a:gd name="connsiteY135" fmla="*/ 765048 h 1014892"/>
                <a:gd name="connsiteX136" fmla="*/ 649687 w 1018242"/>
                <a:gd name="connsiteY136" fmla="*/ 763883 h 1014892"/>
                <a:gd name="connsiteX137" fmla="*/ 650435 w 1018242"/>
                <a:gd name="connsiteY137" fmla="*/ 764706 h 1014892"/>
                <a:gd name="connsiteX138" fmla="*/ 647795 w 1018242"/>
                <a:gd name="connsiteY138" fmla="*/ 766591 h 1014892"/>
                <a:gd name="connsiteX139" fmla="*/ 410507 w 1018242"/>
                <a:gd name="connsiteY139" fmla="*/ 1002682 h 1014892"/>
                <a:gd name="connsiteX140" fmla="*/ 406663 w 1018242"/>
                <a:gd name="connsiteY140" fmla="*/ 1004500 h 1014892"/>
                <a:gd name="connsiteX141" fmla="*/ 351264 w 1018242"/>
                <a:gd name="connsiteY141" fmla="*/ 990134 h 1014892"/>
                <a:gd name="connsiteX142" fmla="*/ 353520 w 1018242"/>
                <a:gd name="connsiteY142" fmla="*/ 987631 h 1014892"/>
                <a:gd name="connsiteX143" fmla="*/ 542483 w 1018242"/>
                <a:gd name="connsiteY143" fmla="*/ 799608 h 1014892"/>
                <a:gd name="connsiteX144" fmla="*/ 1002381 w 1018242"/>
                <a:gd name="connsiteY144" fmla="*/ 630751 h 1014892"/>
                <a:gd name="connsiteX145" fmla="*/ 1003005 w 1018242"/>
                <a:gd name="connsiteY145" fmla="*/ 631060 h 1014892"/>
                <a:gd name="connsiteX146" fmla="*/ 996967 w 1018242"/>
                <a:gd name="connsiteY146" fmla="*/ 652763 h 1014892"/>
                <a:gd name="connsiteX147" fmla="*/ 960360 w 1018242"/>
                <a:gd name="connsiteY147" fmla="*/ 742385 h 1014892"/>
                <a:gd name="connsiteX148" fmla="*/ 954899 w 1018242"/>
                <a:gd name="connsiteY148" fmla="*/ 749860 h 1014892"/>
                <a:gd name="connsiteX149" fmla="*/ 752812 w 1018242"/>
                <a:gd name="connsiteY149" fmla="*/ 951220 h 1014892"/>
                <a:gd name="connsiteX150" fmla="*/ 734747 w 1018242"/>
                <a:gd name="connsiteY150" fmla="*/ 962294 h 1014892"/>
                <a:gd name="connsiteX151" fmla="*/ 633882 w 1018242"/>
                <a:gd name="connsiteY151" fmla="*/ 999391 h 1014892"/>
                <a:gd name="connsiteX152" fmla="*/ 633460 w 1018242"/>
                <a:gd name="connsiteY152" fmla="*/ 999460 h 1014892"/>
                <a:gd name="connsiteX153" fmla="*/ 1002381 w 1018242"/>
                <a:gd name="connsiteY153" fmla="*/ 630751 h 101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018242" h="1014892">
                  <a:moveTo>
                    <a:pt x="1017007" y="541608"/>
                  </a:moveTo>
                  <a:cubicBezTo>
                    <a:pt x="1016716" y="543186"/>
                    <a:pt x="1015927" y="544625"/>
                    <a:pt x="1014758" y="545723"/>
                  </a:cubicBezTo>
                  <a:cubicBezTo>
                    <a:pt x="992006" y="568488"/>
                    <a:pt x="969213" y="591220"/>
                    <a:pt x="946379" y="613883"/>
                  </a:cubicBezTo>
                  <a:cubicBezTo>
                    <a:pt x="813597" y="746054"/>
                    <a:pt x="680829" y="878225"/>
                    <a:pt x="548075" y="1010431"/>
                  </a:cubicBezTo>
                  <a:cubicBezTo>
                    <a:pt x="546038" y="1012625"/>
                    <a:pt x="543192" y="1013928"/>
                    <a:pt x="540189" y="1013997"/>
                  </a:cubicBezTo>
                  <a:cubicBezTo>
                    <a:pt x="518212" y="1015265"/>
                    <a:pt x="496176" y="1015197"/>
                    <a:pt x="474213" y="1013723"/>
                  </a:cubicBezTo>
                  <a:cubicBezTo>
                    <a:pt x="654786" y="833346"/>
                    <a:pt x="835674" y="652625"/>
                    <a:pt x="1016884" y="471563"/>
                  </a:cubicBezTo>
                  <a:cubicBezTo>
                    <a:pt x="1017144" y="475094"/>
                    <a:pt x="1017395" y="477871"/>
                    <a:pt x="1017539" y="480614"/>
                  </a:cubicBezTo>
                  <a:cubicBezTo>
                    <a:pt x="1018629" y="500945"/>
                    <a:pt x="1018454" y="521311"/>
                    <a:pt x="1017007" y="541608"/>
                  </a:cubicBezTo>
                  <a:close/>
                  <a:moveTo>
                    <a:pt x="770058" y="644877"/>
                  </a:moveTo>
                  <a:cubicBezTo>
                    <a:pt x="768978" y="645940"/>
                    <a:pt x="768090" y="647208"/>
                    <a:pt x="767116" y="648374"/>
                  </a:cubicBezTo>
                  <a:cubicBezTo>
                    <a:pt x="766893" y="648203"/>
                    <a:pt x="766674" y="647997"/>
                    <a:pt x="766451" y="647791"/>
                  </a:cubicBezTo>
                  <a:cubicBezTo>
                    <a:pt x="769115" y="642443"/>
                    <a:pt x="771854" y="637128"/>
                    <a:pt x="774426" y="631745"/>
                  </a:cubicBezTo>
                  <a:cubicBezTo>
                    <a:pt x="787207" y="604900"/>
                    <a:pt x="795734" y="576237"/>
                    <a:pt x="799701" y="546785"/>
                  </a:cubicBezTo>
                  <a:cubicBezTo>
                    <a:pt x="799955" y="544283"/>
                    <a:pt x="801090" y="541951"/>
                    <a:pt x="802903" y="540203"/>
                  </a:cubicBezTo>
                  <a:cubicBezTo>
                    <a:pt x="865502" y="477974"/>
                    <a:pt x="928067" y="415711"/>
                    <a:pt x="990594" y="353414"/>
                  </a:cubicBezTo>
                  <a:cubicBezTo>
                    <a:pt x="991379" y="352557"/>
                    <a:pt x="992112" y="351666"/>
                    <a:pt x="992791" y="350740"/>
                  </a:cubicBezTo>
                  <a:cubicBezTo>
                    <a:pt x="993285" y="350808"/>
                    <a:pt x="993782" y="350877"/>
                    <a:pt x="994279" y="350980"/>
                  </a:cubicBezTo>
                  <a:cubicBezTo>
                    <a:pt x="998572" y="367951"/>
                    <a:pt x="1002758" y="384923"/>
                    <a:pt x="1007243" y="401825"/>
                  </a:cubicBezTo>
                  <a:cubicBezTo>
                    <a:pt x="1008460" y="405494"/>
                    <a:pt x="1007260" y="409506"/>
                    <a:pt x="1004239" y="411905"/>
                  </a:cubicBezTo>
                  <a:cubicBezTo>
                    <a:pt x="926085" y="489494"/>
                    <a:pt x="848027" y="567151"/>
                    <a:pt x="770058" y="644877"/>
                  </a:cubicBezTo>
                  <a:close/>
                  <a:moveTo>
                    <a:pt x="801967" y="468545"/>
                  </a:moveTo>
                  <a:cubicBezTo>
                    <a:pt x="801563" y="468957"/>
                    <a:pt x="801114" y="469300"/>
                    <a:pt x="800418" y="469917"/>
                  </a:cubicBezTo>
                  <a:cubicBezTo>
                    <a:pt x="798974" y="461894"/>
                    <a:pt x="797946" y="454145"/>
                    <a:pt x="796139" y="446603"/>
                  </a:cubicBezTo>
                  <a:cubicBezTo>
                    <a:pt x="793540" y="435734"/>
                    <a:pt x="790416" y="425002"/>
                    <a:pt x="787403" y="414237"/>
                  </a:cubicBezTo>
                  <a:cubicBezTo>
                    <a:pt x="786779" y="412831"/>
                    <a:pt x="787146" y="411186"/>
                    <a:pt x="788308" y="410157"/>
                  </a:cubicBezTo>
                  <a:cubicBezTo>
                    <a:pt x="841214" y="357563"/>
                    <a:pt x="894093" y="304934"/>
                    <a:pt x="946948" y="252305"/>
                  </a:cubicBezTo>
                  <a:cubicBezTo>
                    <a:pt x="947356" y="251894"/>
                    <a:pt x="947812" y="251551"/>
                    <a:pt x="948549" y="250900"/>
                  </a:cubicBezTo>
                  <a:cubicBezTo>
                    <a:pt x="950586" y="254465"/>
                    <a:pt x="952663" y="257825"/>
                    <a:pt x="954487" y="261322"/>
                  </a:cubicBezTo>
                  <a:cubicBezTo>
                    <a:pt x="960412" y="272842"/>
                    <a:pt x="966199" y="284431"/>
                    <a:pt x="972124" y="295917"/>
                  </a:cubicBezTo>
                  <a:cubicBezTo>
                    <a:pt x="973009" y="297220"/>
                    <a:pt x="972679" y="299002"/>
                    <a:pt x="971380" y="299928"/>
                  </a:cubicBezTo>
                  <a:cubicBezTo>
                    <a:pt x="914880" y="356122"/>
                    <a:pt x="858402" y="412317"/>
                    <a:pt x="801943" y="468545"/>
                  </a:cubicBezTo>
                  <a:close/>
                  <a:moveTo>
                    <a:pt x="735419" y="319539"/>
                  </a:moveTo>
                  <a:cubicBezTo>
                    <a:pt x="785808" y="269140"/>
                    <a:pt x="836538" y="218431"/>
                    <a:pt x="887606" y="167380"/>
                  </a:cubicBezTo>
                  <a:cubicBezTo>
                    <a:pt x="898269" y="180408"/>
                    <a:pt x="908932" y="193403"/>
                    <a:pt x="919293" y="206020"/>
                  </a:cubicBezTo>
                  <a:cubicBezTo>
                    <a:pt x="867247" y="258065"/>
                    <a:pt x="815596" y="309700"/>
                    <a:pt x="764339" y="360923"/>
                  </a:cubicBezTo>
                  <a:cubicBezTo>
                    <a:pt x="754598" y="347002"/>
                    <a:pt x="744882" y="333083"/>
                    <a:pt x="735405" y="319539"/>
                  </a:cubicBezTo>
                  <a:close/>
                  <a:moveTo>
                    <a:pt x="677476" y="267186"/>
                  </a:moveTo>
                  <a:cubicBezTo>
                    <a:pt x="670506" y="262283"/>
                    <a:pt x="663217" y="257860"/>
                    <a:pt x="656397" y="253437"/>
                  </a:cubicBezTo>
                  <a:cubicBezTo>
                    <a:pt x="707976" y="201940"/>
                    <a:pt x="759494" y="150511"/>
                    <a:pt x="811506" y="98568"/>
                  </a:cubicBezTo>
                  <a:cubicBezTo>
                    <a:pt x="824534" y="109197"/>
                    <a:pt x="837498" y="119757"/>
                    <a:pt x="850125" y="130077"/>
                  </a:cubicBezTo>
                  <a:cubicBezTo>
                    <a:pt x="799084" y="181060"/>
                    <a:pt x="748266" y="231802"/>
                    <a:pt x="697670" y="282340"/>
                  </a:cubicBezTo>
                  <a:cubicBezTo>
                    <a:pt x="691118" y="277403"/>
                    <a:pt x="684439" y="272054"/>
                    <a:pt x="677445" y="267186"/>
                  </a:cubicBezTo>
                  <a:close/>
                  <a:moveTo>
                    <a:pt x="607506" y="228511"/>
                  </a:moveTo>
                  <a:cubicBezTo>
                    <a:pt x="606515" y="229883"/>
                    <a:pt x="604722" y="230363"/>
                    <a:pt x="603175" y="229711"/>
                  </a:cubicBezTo>
                  <a:cubicBezTo>
                    <a:pt x="585535" y="223677"/>
                    <a:pt x="567350" y="219391"/>
                    <a:pt x="548880" y="216923"/>
                  </a:cubicBezTo>
                  <a:cubicBezTo>
                    <a:pt x="548538" y="216854"/>
                    <a:pt x="548167" y="216820"/>
                    <a:pt x="547814" y="216751"/>
                  </a:cubicBezTo>
                  <a:cubicBezTo>
                    <a:pt x="547615" y="216443"/>
                    <a:pt x="547416" y="216100"/>
                    <a:pt x="547221" y="215791"/>
                  </a:cubicBezTo>
                  <a:cubicBezTo>
                    <a:pt x="548150" y="215243"/>
                    <a:pt x="549028" y="214625"/>
                    <a:pt x="549847" y="213905"/>
                  </a:cubicBezTo>
                  <a:cubicBezTo>
                    <a:pt x="605507" y="158568"/>
                    <a:pt x="661135" y="103197"/>
                    <a:pt x="716733" y="47757"/>
                  </a:cubicBezTo>
                  <a:cubicBezTo>
                    <a:pt x="718139" y="45768"/>
                    <a:pt x="720895" y="45288"/>
                    <a:pt x="722887" y="46694"/>
                  </a:cubicBezTo>
                  <a:cubicBezTo>
                    <a:pt x="722901" y="46694"/>
                    <a:pt x="722918" y="46728"/>
                    <a:pt x="722932" y="46728"/>
                  </a:cubicBezTo>
                  <a:cubicBezTo>
                    <a:pt x="737462" y="54203"/>
                    <a:pt x="752075" y="61506"/>
                    <a:pt x="767226" y="69151"/>
                  </a:cubicBezTo>
                  <a:cubicBezTo>
                    <a:pt x="766053" y="70454"/>
                    <a:pt x="765487" y="71174"/>
                    <a:pt x="764843" y="71825"/>
                  </a:cubicBezTo>
                  <a:cubicBezTo>
                    <a:pt x="712372" y="124043"/>
                    <a:pt x="659915" y="176260"/>
                    <a:pt x="607475" y="228511"/>
                  </a:cubicBezTo>
                  <a:close/>
                  <a:moveTo>
                    <a:pt x="476682" y="214043"/>
                  </a:moveTo>
                  <a:cubicBezTo>
                    <a:pt x="475478" y="215277"/>
                    <a:pt x="473922" y="216100"/>
                    <a:pt x="472224" y="216408"/>
                  </a:cubicBezTo>
                  <a:cubicBezTo>
                    <a:pt x="437533" y="220797"/>
                    <a:pt x="403897" y="231322"/>
                    <a:pt x="372885" y="247471"/>
                  </a:cubicBezTo>
                  <a:cubicBezTo>
                    <a:pt x="372532" y="247642"/>
                    <a:pt x="372163" y="247745"/>
                    <a:pt x="371784" y="247848"/>
                  </a:cubicBezTo>
                  <a:cubicBezTo>
                    <a:pt x="371479" y="247814"/>
                    <a:pt x="371177" y="247780"/>
                    <a:pt x="370879" y="247711"/>
                  </a:cubicBezTo>
                  <a:cubicBezTo>
                    <a:pt x="371726" y="246820"/>
                    <a:pt x="372412" y="246065"/>
                    <a:pt x="373135" y="245346"/>
                  </a:cubicBezTo>
                  <a:cubicBezTo>
                    <a:pt x="451229" y="167585"/>
                    <a:pt x="529317" y="89825"/>
                    <a:pt x="607396" y="12065"/>
                  </a:cubicBezTo>
                  <a:cubicBezTo>
                    <a:pt x="608524" y="10591"/>
                    <a:pt x="610434" y="9940"/>
                    <a:pt x="612230" y="10420"/>
                  </a:cubicBezTo>
                  <a:cubicBezTo>
                    <a:pt x="629952" y="15117"/>
                    <a:pt x="647685" y="19780"/>
                    <a:pt x="665431" y="24374"/>
                  </a:cubicBezTo>
                  <a:cubicBezTo>
                    <a:pt x="665802" y="24545"/>
                    <a:pt x="666155" y="24785"/>
                    <a:pt x="666484" y="25026"/>
                  </a:cubicBezTo>
                  <a:cubicBezTo>
                    <a:pt x="665723" y="25848"/>
                    <a:pt x="665071" y="26603"/>
                    <a:pt x="664355" y="27322"/>
                  </a:cubicBezTo>
                  <a:cubicBezTo>
                    <a:pt x="601794" y="89585"/>
                    <a:pt x="539226" y="151814"/>
                    <a:pt x="476651" y="214043"/>
                  </a:cubicBezTo>
                  <a:close/>
                  <a:moveTo>
                    <a:pt x="0" y="532111"/>
                  </a:moveTo>
                  <a:cubicBezTo>
                    <a:pt x="114" y="512671"/>
                    <a:pt x="288" y="493231"/>
                    <a:pt x="642" y="473757"/>
                  </a:cubicBezTo>
                  <a:cubicBezTo>
                    <a:pt x="921" y="471974"/>
                    <a:pt x="1801" y="470363"/>
                    <a:pt x="3134" y="469162"/>
                  </a:cubicBezTo>
                  <a:cubicBezTo>
                    <a:pt x="42272" y="430077"/>
                    <a:pt x="81451" y="391060"/>
                    <a:pt x="120669" y="352077"/>
                  </a:cubicBezTo>
                  <a:cubicBezTo>
                    <a:pt x="236921" y="236363"/>
                    <a:pt x="353155" y="120614"/>
                    <a:pt x="469372" y="4831"/>
                  </a:cubicBezTo>
                  <a:cubicBezTo>
                    <a:pt x="471666" y="2328"/>
                    <a:pt x="474871" y="888"/>
                    <a:pt x="478255" y="820"/>
                  </a:cubicBezTo>
                  <a:cubicBezTo>
                    <a:pt x="499310" y="-312"/>
                    <a:pt x="520410" y="-277"/>
                    <a:pt x="541458" y="957"/>
                  </a:cubicBezTo>
                  <a:cubicBezTo>
                    <a:pt x="542411" y="1026"/>
                    <a:pt x="543361" y="1162"/>
                    <a:pt x="543679" y="1197"/>
                  </a:cubicBezTo>
                  <a:cubicBezTo>
                    <a:pt x="363017" y="181711"/>
                    <a:pt x="182041" y="362534"/>
                    <a:pt x="755" y="543631"/>
                  </a:cubicBezTo>
                  <a:cubicBezTo>
                    <a:pt x="450" y="539174"/>
                    <a:pt x="-17" y="535642"/>
                    <a:pt x="0" y="532111"/>
                  </a:cubicBezTo>
                  <a:close/>
                  <a:moveTo>
                    <a:pt x="14020" y="383791"/>
                  </a:moveTo>
                  <a:cubicBezTo>
                    <a:pt x="19447" y="366957"/>
                    <a:pt x="24597" y="350054"/>
                    <a:pt x="30367" y="333322"/>
                  </a:cubicBezTo>
                  <a:cubicBezTo>
                    <a:pt x="37962" y="311962"/>
                    <a:pt x="47170" y="291186"/>
                    <a:pt x="57912" y="271197"/>
                  </a:cubicBezTo>
                  <a:cubicBezTo>
                    <a:pt x="58839" y="269482"/>
                    <a:pt x="60009" y="267905"/>
                    <a:pt x="61386" y="266534"/>
                  </a:cubicBezTo>
                  <a:cubicBezTo>
                    <a:pt x="129920" y="198271"/>
                    <a:pt x="198522" y="130077"/>
                    <a:pt x="267189" y="61917"/>
                  </a:cubicBezTo>
                  <a:cubicBezTo>
                    <a:pt x="271989" y="57974"/>
                    <a:pt x="277367" y="54751"/>
                    <a:pt x="283135" y="52420"/>
                  </a:cubicBezTo>
                  <a:cubicBezTo>
                    <a:pt x="314894" y="36717"/>
                    <a:pt x="348231" y="24443"/>
                    <a:pt x="382584" y="15768"/>
                  </a:cubicBezTo>
                  <a:cubicBezTo>
                    <a:pt x="383483" y="15563"/>
                    <a:pt x="384398" y="15391"/>
                    <a:pt x="384470" y="15391"/>
                  </a:cubicBezTo>
                  <a:cubicBezTo>
                    <a:pt x="261629" y="138100"/>
                    <a:pt x="138518" y="261083"/>
                    <a:pt x="15138" y="384340"/>
                  </a:cubicBezTo>
                  <a:cubicBezTo>
                    <a:pt x="14767" y="384168"/>
                    <a:pt x="14400" y="383997"/>
                    <a:pt x="14020" y="383791"/>
                  </a:cubicBezTo>
                  <a:close/>
                  <a:moveTo>
                    <a:pt x="246319" y="371482"/>
                  </a:moveTo>
                  <a:cubicBezTo>
                    <a:pt x="247348" y="370454"/>
                    <a:pt x="248219" y="369288"/>
                    <a:pt x="249162" y="368157"/>
                  </a:cubicBezTo>
                  <a:lnTo>
                    <a:pt x="249847" y="368671"/>
                  </a:lnTo>
                  <a:cubicBezTo>
                    <a:pt x="248133" y="372100"/>
                    <a:pt x="246367" y="375494"/>
                    <a:pt x="244704" y="378923"/>
                  </a:cubicBezTo>
                  <a:cubicBezTo>
                    <a:pt x="230787" y="407620"/>
                    <a:pt x="221578" y="438340"/>
                    <a:pt x="217434" y="469951"/>
                  </a:cubicBezTo>
                  <a:cubicBezTo>
                    <a:pt x="217047" y="471802"/>
                    <a:pt x="216106" y="473482"/>
                    <a:pt x="214735" y="474785"/>
                  </a:cubicBezTo>
                  <a:cubicBezTo>
                    <a:pt x="157423" y="531974"/>
                    <a:pt x="100074" y="589094"/>
                    <a:pt x="42686" y="646180"/>
                  </a:cubicBezTo>
                  <a:cubicBezTo>
                    <a:pt x="37365" y="651460"/>
                    <a:pt x="32058" y="656774"/>
                    <a:pt x="26712" y="662054"/>
                  </a:cubicBezTo>
                  <a:cubicBezTo>
                    <a:pt x="26044" y="662740"/>
                    <a:pt x="25341" y="663322"/>
                    <a:pt x="24628" y="663974"/>
                  </a:cubicBezTo>
                  <a:cubicBezTo>
                    <a:pt x="24230" y="663940"/>
                    <a:pt x="23832" y="663940"/>
                    <a:pt x="23435" y="663905"/>
                  </a:cubicBezTo>
                  <a:cubicBezTo>
                    <a:pt x="19122" y="646866"/>
                    <a:pt x="14904" y="629757"/>
                    <a:pt x="10406" y="612751"/>
                  </a:cubicBezTo>
                  <a:cubicBezTo>
                    <a:pt x="9290" y="609357"/>
                    <a:pt x="10412" y="605654"/>
                    <a:pt x="13211" y="603460"/>
                  </a:cubicBezTo>
                  <a:cubicBezTo>
                    <a:pt x="90978" y="526214"/>
                    <a:pt x="168680" y="448900"/>
                    <a:pt x="246319" y="371482"/>
                  </a:cubicBezTo>
                  <a:close/>
                  <a:moveTo>
                    <a:pt x="216343" y="545962"/>
                  </a:moveTo>
                  <a:cubicBezTo>
                    <a:pt x="216611" y="545688"/>
                    <a:pt x="216926" y="545482"/>
                    <a:pt x="217581" y="544934"/>
                  </a:cubicBezTo>
                  <a:cubicBezTo>
                    <a:pt x="218085" y="548054"/>
                    <a:pt x="218558" y="550866"/>
                    <a:pt x="218994" y="553642"/>
                  </a:cubicBezTo>
                  <a:cubicBezTo>
                    <a:pt x="221419" y="569311"/>
                    <a:pt x="225230" y="584740"/>
                    <a:pt x="230380" y="599757"/>
                  </a:cubicBezTo>
                  <a:cubicBezTo>
                    <a:pt x="231264" y="601711"/>
                    <a:pt x="230698" y="604008"/>
                    <a:pt x="229008" y="605346"/>
                  </a:cubicBezTo>
                  <a:cubicBezTo>
                    <a:pt x="176617" y="657357"/>
                    <a:pt x="124282" y="709437"/>
                    <a:pt x="72000" y="761551"/>
                  </a:cubicBezTo>
                  <a:cubicBezTo>
                    <a:pt x="71252" y="762443"/>
                    <a:pt x="70598" y="763437"/>
                    <a:pt x="70050" y="764465"/>
                  </a:cubicBezTo>
                  <a:lnTo>
                    <a:pt x="69021" y="763951"/>
                  </a:lnTo>
                  <a:cubicBezTo>
                    <a:pt x="65778" y="758088"/>
                    <a:pt x="62397" y="752294"/>
                    <a:pt x="59325" y="746363"/>
                  </a:cubicBezTo>
                  <a:cubicBezTo>
                    <a:pt x="54679" y="737380"/>
                    <a:pt x="50263" y="728260"/>
                    <a:pt x="45710" y="719243"/>
                  </a:cubicBezTo>
                  <a:cubicBezTo>
                    <a:pt x="44788" y="717940"/>
                    <a:pt x="45036" y="716157"/>
                    <a:pt x="46276" y="715162"/>
                  </a:cubicBezTo>
                  <a:cubicBezTo>
                    <a:pt x="102984" y="658797"/>
                    <a:pt x="159673" y="602397"/>
                    <a:pt x="216343" y="545962"/>
                  </a:cubicBezTo>
                  <a:close/>
                  <a:moveTo>
                    <a:pt x="282947" y="695071"/>
                  </a:moveTo>
                  <a:lnTo>
                    <a:pt x="130211" y="847574"/>
                  </a:lnTo>
                  <a:cubicBezTo>
                    <a:pt x="119603" y="834682"/>
                    <a:pt x="108885" y="821654"/>
                    <a:pt x="98301" y="808763"/>
                  </a:cubicBezTo>
                  <a:cubicBezTo>
                    <a:pt x="150559" y="756580"/>
                    <a:pt x="202364" y="704842"/>
                    <a:pt x="253715" y="653517"/>
                  </a:cubicBezTo>
                  <a:cubicBezTo>
                    <a:pt x="263490" y="667403"/>
                    <a:pt x="273288" y="681357"/>
                    <a:pt x="282930" y="695071"/>
                  </a:cubicBezTo>
                  <a:close/>
                  <a:moveTo>
                    <a:pt x="361848" y="761174"/>
                  </a:moveTo>
                  <a:cubicBezTo>
                    <a:pt x="310475" y="812500"/>
                    <a:pt x="258672" y="864271"/>
                    <a:pt x="206442" y="916454"/>
                  </a:cubicBezTo>
                  <a:cubicBezTo>
                    <a:pt x="193413" y="905825"/>
                    <a:pt x="180306" y="895162"/>
                    <a:pt x="167397" y="884637"/>
                  </a:cubicBezTo>
                  <a:cubicBezTo>
                    <a:pt x="218679" y="833414"/>
                    <a:pt x="269568" y="782568"/>
                    <a:pt x="320064" y="732100"/>
                  </a:cubicBezTo>
                  <a:cubicBezTo>
                    <a:pt x="334132" y="741905"/>
                    <a:pt x="348189" y="751677"/>
                    <a:pt x="361848" y="761174"/>
                  </a:cubicBezTo>
                  <a:close/>
                  <a:moveTo>
                    <a:pt x="410946" y="785791"/>
                  </a:moveTo>
                  <a:cubicBezTo>
                    <a:pt x="412134" y="784248"/>
                    <a:pt x="414223" y="783734"/>
                    <a:pt x="415986" y="784557"/>
                  </a:cubicBezTo>
                  <a:cubicBezTo>
                    <a:pt x="432173" y="790008"/>
                    <a:pt x="448822" y="793951"/>
                    <a:pt x="465727" y="796385"/>
                  </a:cubicBezTo>
                  <a:cubicBezTo>
                    <a:pt x="467462" y="796625"/>
                    <a:pt x="469197" y="796900"/>
                    <a:pt x="471463" y="797243"/>
                  </a:cubicBezTo>
                  <a:cubicBezTo>
                    <a:pt x="470630" y="798168"/>
                    <a:pt x="470068" y="798888"/>
                    <a:pt x="469434" y="799506"/>
                  </a:cubicBezTo>
                  <a:cubicBezTo>
                    <a:pt x="413107" y="855597"/>
                    <a:pt x="356788" y="911688"/>
                    <a:pt x="300477" y="967780"/>
                  </a:cubicBezTo>
                  <a:cubicBezTo>
                    <a:pt x="299471" y="969254"/>
                    <a:pt x="297472" y="969666"/>
                    <a:pt x="295965" y="968706"/>
                  </a:cubicBezTo>
                  <a:cubicBezTo>
                    <a:pt x="281565" y="961162"/>
                    <a:pt x="267093" y="953723"/>
                    <a:pt x="252655" y="946214"/>
                  </a:cubicBezTo>
                  <a:cubicBezTo>
                    <a:pt x="252102" y="945905"/>
                    <a:pt x="251576" y="945528"/>
                    <a:pt x="251082" y="945117"/>
                  </a:cubicBezTo>
                  <a:cubicBezTo>
                    <a:pt x="251928" y="944225"/>
                    <a:pt x="252638" y="943437"/>
                    <a:pt x="253386" y="942682"/>
                  </a:cubicBezTo>
                  <a:cubicBezTo>
                    <a:pt x="305916" y="890397"/>
                    <a:pt x="358436" y="838111"/>
                    <a:pt x="410946" y="785791"/>
                  </a:cubicBezTo>
                  <a:close/>
                  <a:moveTo>
                    <a:pt x="542483" y="799608"/>
                  </a:moveTo>
                  <a:cubicBezTo>
                    <a:pt x="544032" y="798203"/>
                    <a:pt x="545973" y="797311"/>
                    <a:pt x="548044" y="797037"/>
                  </a:cubicBezTo>
                  <a:cubicBezTo>
                    <a:pt x="582700" y="792340"/>
                    <a:pt x="616242" y="781506"/>
                    <a:pt x="647099" y="765048"/>
                  </a:cubicBezTo>
                  <a:cubicBezTo>
                    <a:pt x="647929" y="764603"/>
                    <a:pt x="648813" y="764260"/>
                    <a:pt x="649687" y="763883"/>
                  </a:cubicBezTo>
                  <a:lnTo>
                    <a:pt x="650435" y="764706"/>
                  </a:lnTo>
                  <a:cubicBezTo>
                    <a:pt x="649502" y="765254"/>
                    <a:pt x="648618" y="765871"/>
                    <a:pt x="647795" y="766591"/>
                  </a:cubicBezTo>
                  <a:cubicBezTo>
                    <a:pt x="568708" y="845277"/>
                    <a:pt x="489614" y="923963"/>
                    <a:pt x="410507" y="1002682"/>
                  </a:cubicBezTo>
                  <a:cubicBezTo>
                    <a:pt x="409520" y="1003780"/>
                    <a:pt x="408136" y="1004431"/>
                    <a:pt x="406663" y="1004500"/>
                  </a:cubicBezTo>
                  <a:cubicBezTo>
                    <a:pt x="387912" y="1000900"/>
                    <a:pt x="369409" y="996100"/>
                    <a:pt x="351264" y="990134"/>
                  </a:cubicBezTo>
                  <a:cubicBezTo>
                    <a:pt x="352166" y="989105"/>
                    <a:pt x="352807" y="988317"/>
                    <a:pt x="353520" y="987631"/>
                  </a:cubicBezTo>
                  <a:cubicBezTo>
                    <a:pt x="416483" y="924923"/>
                    <a:pt x="479469" y="862248"/>
                    <a:pt x="542483" y="799608"/>
                  </a:cubicBezTo>
                  <a:close/>
                  <a:moveTo>
                    <a:pt x="1002381" y="630751"/>
                  </a:moveTo>
                  <a:lnTo>
                    <a:pt x="1003005" y="631060"/>
                  </a:lnTo>
                  <a:cubicBezTo>
                    <a:pt x="1000999" y="638294"/>
                    <a:pt x="999124" y="645563"/>
                    <a:pt x="996967" y="652763"/>
                  </a:cubicBezTo>
                  <a:cubicBezTo>
                    <a:pt x="987731" y="683757"/>
                    <a:pt x="975470" y="713791"/>
                    <a:pt x="960360" y="742385"/>
                  </a:cubicBezTo>
                  <a:cubicBezTo>
                    <a:pt x="958920" y="745128"/>
                    <a:pt x="957079" y="747666"/>
                    <a:pt x="954899" y="749860"/>
                  </a:cubicBezTo>
                  <a:cubicBezTo>
                    <a:pt x="887555" y="816991"/>
                    <a:pt x="820194" y="884123"/>
                    <a:pt x="752812" y="951220"/>
                  </a:cubicBezTo>
                  <a:cubicBezTo>
                    <a:pt x="747453" y="955883"/>
                    <a:pt x="741347" y="959654"/>
                    <a:pt x="734747" y="962294"/>
                  </a:cubicBezTo>
                  <a:cubicBezTo>
                    <a:pt x="702563" y="978271"/>
                    <a:pt x="668743" y="990717"/>
                    <a:pt x="633882" y="999391"/>
                  </a:cubicBezTo>
                  <a:cubicBezTo>
                    <a:pt x="633511" y="999494"/>
                    <a:pt x="633138" y="999528"/>
                    <a:pt x="633460" y="999460"/>
                  </a:cubicBezTo>
                  <a:cubicBezTo>
                    <a:pt x="756165" y="876820"/>
                    <a:pt x="879141" y="753905"/>
                    <a:pt x="1002381" y="630751"/>
                  </a:cubicBezTo>
                  <a:close/>
                </a:path>
              </a:pathLst>
            </a:custGeom>
            <a:solidFill>
              <a:schemeClr val="accent1"/>
            </a:solidFill>
            <a:ln w="3429" cap="flat">
              <a:noFill/>
              <a:prstDash val="solid"/>
              <a:miter/>
            </a:ln>
          </p:spPr>
          <p:txBody>
            <a:bodyPr rtlCol="0" anchor="ctr"/>
            <a:p>
              <a:endParaRPr lang="zh-CN" altLang="en-US">
                <a:cs typeface="思源黑体 Regular" panose="020B0500000000000000" charset="-122"/>
              </a:endParaRPr>
            </a:p>
          </p:txBody>
        </p:sp>
      </p:grpSp>
      <p:sp>
        <p:nvSpPr>
          <p:cNvPr id="6" name="文本框 5"/>
          <p:cNvSpPr txBox="1"/>
          <p:nvPr/>
        </p:nvSpPr>
        <p:spPr>
          <a:xfrm>
            <a:off x="8077200" y="6781800"/>
            <a:ext cx="5694045" cy="521970"/>
          </a:xfrm>
          <a:prstGeom prst="rect">
            <a:avLst/>
          </a:prstGeom>
          <a:noFill/>
        </p:spPr>
        <p:txBody>
          <a:bodyPr wrap="square" rtlCol="0">
            <a:spAutoFit/>
          </a:bodyPr>
          <a:p>
            <a:r>
              <a:rPr lang="zh-CN" altLang="en-US" sz="2800" dirty="0">
                <a:solidFill>
                  <a:srgbClr val="618CAC"/>
                </a:solidFill>
              </a:rPr>
              <a:t>用数据照亮黑暗</a:t>
            </a:r>
            <a:r>
              <a:rPr lang="en-US" altLang="zh-CN" sz="2800" dirty="0">
                <a:solidFill>
                  <a:srgbClr val="618CAC"/>
                </a:solidFill>
              </a:rPr>
              <a:t>，</a:t>
            </a:r>
            <a:r>
              <a:rPr lang="zh-CN" altLang="en-US" sz="2800" dirty="0">
                <a:solidFill>
                  <a:srgbClr val="618CAC"/>
                </a:solidFill>
              </a:rPr>
              <a:t>用图表改变世界</a:t>
            </a:r>
            <a:endParaRPr lang="zh-CN" altLang="en-US" sz="2800" dirty="0">
              <a:solidFill>
                <a:srgbClr val="618CAC"/>
              </a:solidFill>
            </a:endParaRPr>
          </a:p>
        </p:txBody>
      </p:sp>
      <p:grpSp>
        <p:nvGrpSpPr>
          <p:cNvPr id="17" name="组合 16"/>
          <p:cNvGrpSpPr/>
          <p:nvPr>
            <p:custDataLst>
              <p:tags r:id="rId7"/>
            </p:custDataLst>
          </p:nvPr>
        </p:nvGrpSpPr>
        <p:grpSpPr>
          <a:xfrm rot="0">
            <a:off x="4417317" y="1371681"/>
            <a:ext cx="3416233" cy="2971401"/>
            <a:chOff x="2464" y="3258"/>
            <a:chExt cx="14454" cy="12572"/>
          </a:xfrm>
        </p:grpSpPr>
        <p:sp>
          <p:nvSpPr>
            <p:cNvPr id="18" name="任意多边形: 形状 11"/>
            <p:cNvSpPr/>
            <p:nvPr>
              <p:custDataLst>
                <p:tags r:id="rId8"/>
              </p:custDataLst>
            </p:nvPr>
          </p:nvSpPr>
          <p:spPr>
            <a:xfrm>
              <a:off x="11707" y="15197"/>
              <a:ext cx="2741" cy="573"/>
            </a:xfrm>
            <a:custGeom>
              <a:avLst/>
              <a:gdLst>
                <a:gd name="connsiteX0" fmla="*/ 1165783 w 1165782"/>
                <a:gd name="connsiteY0" fmla="*/ 57394 h 243531"/>
                <a:gd name="connsiteX1" fmla="*/ 978720 w 1165782"/>
                <a:gd name="connsiteY1" fmla="*/ 243532 h 243531"/>
                <a:gd name="connsiteX2" fmla="*/ 977417 w 1165782"/>
                <a:gd name="connsiteY2" fmla="*/ 242229 h 243531"/>
                <a:gd name="connsiteX3" fmla="*/ 976320 w 1165782"/>
                <a:gd name="connsiteY3" fmla="*/ 243326 h 243531"/>
                <a:gd name="connsiteX4" fmla="*/ 845212 w 1165782"/>
                <a:gd name="connsiteY4" fmla="*/ 112869 h 243531"/>
                <a:gd name="connsiteX5" fmla="*/ 713863 w 1165782"/>
                <a:gd name="connsiteY5" fmla="*/ 243532 h 243531"/>
                <a:gd name="connsiteX6" fmla="*/ 712526 w 1165782"/>
                <a:gd name="connsiteY6" fmla="*/ 242229 h 243531"/>
                <a:gd name="connsiteX7" fmla="*/ 711463 w 1165782"/>
                <a:gd name="connsiteY7" fmla="*/ 243326 h 243531"/>
                <a:gd name="connsiteX8" fmla="*/ 582343 w 1165782"/>
                <a:gd name="connsiteY8" fmla="*/ 114857 h 243531"/>
                <a:gd name="connsiteX9" fmla="*/ 452983 w 1165782"/>
                <a:gd name="connsiteY9" fmla="*/ 243532 h 243531"/>
                <a:gd name="connsiteX10" fmla="*/ 451680 w 1165782"/>
                <a:gd name="connsiteY10" fmla="*/ 242229 h 243531"/>
                <a:gd name="connsiteX11" fmla="*/ 450617 w 1165782"/>
                <a:gd name="connsiteY11" fmla="*/ 243326 h 243531"/>
                <a:gd name="connsiteX12" fmla="*/ 319474 w 1165782"/>
                <a:gd name="connsiteY12" fmla="*/ 112869 h 243531"/>
                <a:gd name="connsiteX13" fmla="*/ 188126 w 1165782"/>
                <a:gd name="connsiteY13" fmla="*/ 243532 h 243531"/>
                <a:gd name="connsiteX14" fmla="*/ 186823 w 1165782"/>
                <a:gd name="connsiteY14" fmla="*/ 242229 h 243531"/>
                <a:gd name="connsiteX15" fmla="*/ 185726 w 1165782"/>
                <a:gd name="connsiteY15" fmla="*/ 243326 h 243531"/>
                <a:gd name="connsiteX16" fmla="*/ 0 w 1165782"/>
                <a:gd name="connsiteY16" fmla="*/ 58526 h 243531"/>
                <a:gd name="connsiteX17" fmla="*/ 57291 w 1165782"/>
                <a:gd name="connsiteY17" fmla="*/ 1543 h 243531"/>
                <a:gd name="connsiteX18" fmla="*/ 186652 w 1165782"/>
                <a:gd name="connsiteY18" fmla="*/ 130251 h 243531"/>
                <a:gd name="connsiteX19" fmla="*/ 317520 w 1165782"/>
                <a:gd name="connsiteY19" fmla="*/ 0 h 243531"/>
                <a:gd name="connsiteX20" fmla="*/ 320606 w 1165782"/>
                <a:gd name="connsiteY20" fmla="*/ 3086 h 243531"/>
                <a:gd name="connsiteX21" fmla="*/ 322148 w 1165782"/>
                <a:gd name="connsiteY21" fmla="*/ 1543 h 243531"/>
                <a:gd name="connsiteX22" fmla="*/ 451509 w 1165782"/>
                <a:gd name="connsiteY22" fmla="*/ 130251 h 243531"/>
                <a:gd name="connsiteX23" fmla="*/ 582377 w 1165782"/>
                <a:gd name="connsiteY23" fmla="*/ 0 h 243531"/>
                <a:gd name="connsiteX24" fmla="*/ 640080 w 1165782"/>
                <a:gd name="connsiteY24" fmla="*/ 57394 h 243531"/>
                <a:gd name="connsiteX25" fmla="*/ 639600 w 1165782"/>
                <a:gd name="connsiteY25" fmla="*/ 57874 h 243531"/>
                <a:gd name="connsiteX26" fmla="*/ 712354 w 1165782"/>
                <a:gd name="connsiteY26" fmla="*/ 130251 h 243531"/>
                <a:gd name="connsiteX27" fmla="*/ 843223 w 1165782"/>
                <a:gd name="connsiteY27" fmla="*/ 0 h 243531"/>
                <a:gd name="connsiteX28" fmla="*/ 846308 w 1165782"/>
                <a:gd name="connsiteY28" fmla="*/ 3086 h 243531"/>
                <a:gd name="connsiteX29" fmla="*/ 847852 w 1165782"/>
                <a:gd name="connsiteY29" fmla="*/ 1543 h 243531"/>
                <a:gd name="connsiteX30" fmla="*/ 977212 w 1165782"/>
                <a:gd name="connsiteY30" fmla="*/ 130251 h 243531"/>
                <a:gd name="connsiteX31" fmla="*/ 1108114 w 1165782"/>
                <a:gd name="connsiteY31" fmla="*/ 0 h 243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65782" h="243531">
                  <a:moveTo>
                    <a:pt x="1165783" y="57394"/>
                  </a:moveTo>
                  <a:lnTo>
                    <a:pt x="978720" y="243532"/>
                  </a:lnTo>
                  <a:lnTo>
                    <a:pt x="977417" y="242229"/>
                  </a:lnTo>
                  <a:lnTo>
                    <a:pt x="976320" y="243326"/>
                  </a:lnTo>
                  <a:lnTo>
                    <a:pt x="845212" y="112869"/>
                  </a:lnTo>
                  <a:lnTo>
                    <a:pt x="713863" y="243532"/>
                  </a:lnTo>
                  <a:lnTo>
                    <a:pt x="712526" y="242229"/>
                  </a:lnTo>
                  <a:lnTo>
                    <a:pt x="711463" y="243326"/>
                  </a:lnTo>
                  <a:lnTo>
                    <a:pt x="582343" y="114857"/>
                  </a:lnTo>
                  <a:lnTo>
                    <a:pt x="452983" y="243532"/>
                  </a:lnTo>
                  <a:lnTo>
                    <a:pt x="451680" y="242229"/>
                  </a:lnTo>
                  <a:lnTo>
                    <a:pt x="450617" y="243326"/>
                  </a:lnTo>
                  <a:lnTo>
                    <a:pt x="319474" y="112869"/>
                  </a:lnTo>
                  <a:lnTo>
                    <a:pt x="188126" y="243532"/>
                  </a:lnTo>
                  <a:lnTo>
                    <a:pt x="186823" y="242229"/>
                  </a:lnTo>
                  <a:lnTo>
                    <a:pt x="185726" y="243326"/>
                  </a:lnTo>
                  <a:lnTo>
                    <a:pt x="0" y="58526"/>
                  </a:lnTo>
                  <a:lnTo>
                    <a:pt x="57291" y="1543"/>
                  </a:lnTo>
                  <a:lnTo>
                    <a:pt x="186652" y="130251"/>
                  </a:lnTo>
                  <a:lnTo>
                    <a:pt x="317520" y="0"/>
                  </a:lnTo>
                  <a:lnTo>
                    <a:pt x="320606" y="3086"/>
                  </a:lnTo>
                  <a:lnTo>
                    <a:pt x="322148" y="1543"/>
                  </a:lnTo>
                  <a:lnTo>
                    <a:pt x="451509" y="130251"/>
                  </a:lnTo>
                  <a:lnTo>
                    <a:pt x="582377" y="0"/>
                  </a:lnTo>
                  <a:lnTo>
                    <a:pt x="640080" y="57394"/>
                  </a:lnTo>
                  <a:lnTo>
                    <a:pt x="639600" y="57874"/>
                  </a:lnTo>
                  <a:lnTo>
                    <a:pt x="712354" y="130251"/>
                  </a:lnTo>
                  <a:lnTo>
                    <a:pt x="843223" y="0"/>
                  </a:lnTo>
                  <a:lnTo>
                    <a:pt x="846308" y="3086"/>
                  </a:lnTo>
                  <a:lnTo>
                    <a:pt x="847852" y="1543"/>
                  </a:lnTo>
                  <a:lnTo>
                    <a:pt x="977212" y="130251"/>
                  </a:lnTo>
                  <a:lnTo>
                    <a:pt x="1108114" y="0"/>
                  </a:lnTo>
                  <a:close/>
                </a:path>
              </a:pathLst>
            </a:custGeom>
            <a:solidFill>
              <a:schemeClr val="accent3"/>
            </a:solidFill>
            <a:ln w="3429" cap="flat">
              <a:noFill/>
              <a:prstDash val="solid"/>
              <a:miter/>
            </a:ln>
          </p:spPr>
          <p:txBody>
            <a:bodyPr rtlCol="0" anchor="ctr"/>
            <a:p>
              <a:endParaRPr lang="zh-CN" altLang="en-US">
                <a:cs typeface="思源黑体 Regular" panose="020B0500000000000000" charset="-122"/>
              </a:endParaRPr>
            </a:p>
          </p:txBody>
        </p:sp>
        <p:sp>
          <p:nvSpPr>
            <p:cNvPr id="19" name="任意多边形: 形状 16"/>
            <p:cNvSpPr/>
            <p:nvPr>
              <p:custDataLst>
                <p:tags r:id="rId9"/>
              </p:custDataLst>
            </p:nvPr>
          </p:nvSpPr>
          <p:spPr>
            <a:xfrm>
              <a:off x="11850" y="3802"/>
              <a:ext cx="5069" cy="5155"/>
            </a:xfrm>
            <a:custGeom>
              <a:avLst/>
              <a:gdLst>
                <a:gd name="connsiteX0" fmla="*/ 1991760 w 1994354"/>
                <a:gd name="connsiteY0" fmla="*/ 484629 h 2027849"/>
                <a:gd name="connsiteX1" fmla="*/ 1975680 w 1994354"/>
                <a:gd name="connsiteY1" fmla="*/ 490615 h 2027849"/>
                <a:gd name="connsiteX2" fmla="*/ 1964914 w 1994354"/>
                <a:gd name="connsiteY2" fmla="*/ 476410 h 2027849"/>
                <a:gd name="connsiteX3" fmla="*/ 1976332 w 1994354"/>
                <a:gd name="connsiteY3" fmla="*/ 462086 h 2027849"/>
                <a:gd name="connsiteX4" fmla="*/ 1980754 w 1994354"/>
                <a:gd name="connsiteY4" fmla="*/ 460944 h 2027849"/>
                <a:gd name="connsiteX5" fmla="*/ 1987269 w 1994354"/>
                <a:gd name="connsiteY5" fmla="*/ 462967 h 2027849"/>
                <a:gd name="connsiteX6" fmla="*/ 1989977 w 1994354"/>
                <a:gd name="connsiteY6" fmla="*/ 465847 h 2027849"/>
                <a:gd name="connsiteX7" fmla="*/ 1991760 w 1994354"/>
                <a:gd name="connsiteY7" fmla="*/ 484629 h 2027849"/>
                <a:gd name="connsiteX8" fmla="*/ 1670160 w 1994354"/>
                <a:gd name="connsiteY8" fmla="*/ 996885 h 2027849"/>
                <a:gd name="connsiteX9" fmla="*/ 1660183 w 1994354"/>
                <a:gd name="connsiteY9" fmla="*/ 978748 h 2027849"/>
                <a:gd name="connsiteX10" fmla="*/ 1678320 w 1994354"/>
                <a:gd name="connsiteY10" fmla="*/ 968784 h 2027849"/>
                <a:gd name="connsiteX11" fmla="*/ 1678697 w 1994354"/>
                <a:gd name="connsiteY11" fmla="*/ 968894 h 2027849"/>
                <a:gd name="connsiteX12" fmla="*/ 1688674 w 1994354"/>
                <a:gd name="connsiteY12" fmla="*/ 987031 h 2027849"/>
                <a:gd name="connsiteX13" fmla="*/ 1670537 w 1994354"/>
                <a:gd name="connsiteY13" fmla="*/ 996995 h 2027849"/>
                <a:gd name="connsiteX14" fmla="*/ 1670160 w 1994354"/>
                <a:gd name="connsiteY14" fmla="*/ 996885 h 2027849"/>
                <a:gd name="connsiteX15" fmla="*/ 1712194 w 1994354"/>
                <a:gd name="connsiteY15" fmla="*/ 862015 h 2027849"/>
                <a:gd name="connsiteX16" fmla="*/ 1702183 w 1994354"/>
                <a:gd name="connsiteY16" fmla="*/ 843662 h 2027849"/>
                <a:gd name="connsiteX17" fmla="*/ 1720526 w 1994354"/>
                <a:gd name="connsiteY17" fmla="*/ 833657 h 2027849"/>
                <a:gd name="connsiteX18" fmla="*/ 1730571 w 1994354"/>
                <a:gd name="connsiteY18" fmla="*/ 851925 h 2027849"/>
                <a:gd name="connsiteX19" fmla="*/ 1712194 w 1994354"/>
                <a:gd name="connsiteY19" fmla="*/ 862015 h 2027849"/>
                <a:gd name="connsiteX20" fmla="*/ 1756526 w 1994354"/>
                <a:gd name="connsiteY20" fmla="*/ 718790 h 2027849"/>
                <a:gd name="connsiteX21" fmla="*/ 1746789 w 1994354"/>
                <a:gd name="connsiteY21" fmla="*/ 700317 h 2027849"/>
                <a:gd name="connsiteX22" fmla="*/ 1764994 w 1994354"/>
                <a:gd name="connsiteY22" fmla="*/ 690490 h 2027849"/>
                <a:gd name="connsiteX23" fmla="*/ 1774903 w 1994354"/>
                <a:gd name="connsiteY23" fmla="*/ 708926 h 2027849"/>
                <a:gd name="connsiteX24" fmla="*/ 1756526 w 1994354"/>
                <a:gd name="connsiteY24" fmla="*/ 718790 h 2027849"/>
                <a:gd name="connsiteX25" fmla="*/ 1798046 w 1994354"/>
                <a:gd name="connsiteY25" fmla="*/ 583409 h 2027849"/>
                <a:gd name="connsiteX26" fmla="*/ 1788480 w 1994354"/>
                <a:gd name="connsiteY26" fmla="*/ 565097 h 2027849"/>
                <a:gd name="connsiteX27" fmla="*/ 1806789 w 1994354"/>
                <a:gd name="connsiteY27" fmla="*/ 555532 h 2027849"/>
                <a:gd name="connsiteX28" fmla="*/ 1807269 w 1994354"/>
                <a:gd name="connsiteY28" fmla="*/ 555689 h 2027849"/>
                <a:gd name="connsiteX29" fmla="*/ 1816834 w 1994354"/>
                <a:gd name="connsiteY29" fmla="*/ 574002 h 2027849"/>
                <a:gd name="connsiteX30" fmla="*/ 1798526 w 1994354"/>
                <a:gd name="connsiteY30" fmla="*/ 583567 h 2027849"/>
                <a:gd name="connsiteX31" fmla="*/ 1798046 w 1994354"/>
                <a:gd name="connsiteY31" fmla="*/ 583409 h 2027849"/>
                <a:gd name="connsiteX32" fmla="*/ 1839874 w 1994354"/>
                <a:gd name="connsiteY32" fmla="*/ 448499 h 2027849"/>
                <a:gd name="connsiteX33" fmla="*/ 1829897 w 1994354"/>
                <a:gd name="connsiteY33" fmla="*/ 433841 h 2027849"/>
                <a:gd name="connsiteX34" fmla="*/ 1841795 w 1994354"/>
                <a:gd name="connsiteY34" fmla="*/ 420038 h 2027849"/>
                <a:gd name="connsiteX35" fmla="*/ 1846389 w 1994354"/>
                <a:gd name="connsiteY35" fmla="*/ 419260 h 2027849"/>
                <a:gd name="connsiteX36" fmla="*/ 1851600 w 1994354"/>
                <a:gd name="connsiteY36" fmla="*/ 420878 h 2027849"/>
                <a:gd name="connsiteX37" fmla="*/ 1854960 w 1994354"/>
                <a:gd name="connsiteY37" fmla="*/ 424115 h 2027849"/>
                <a:gd name="connsiteX38" fmla="*/ 1857463 w 1994354"/>
                <a:gd name="connsiteY38" fmla="*/ 441648 h 2027849"/>
                <a:gd name="connsiteX39" fmla="*/ 1839874 w 1994354"/>
                <a:gd name="connsiteY39" fmla="*/ 448499 h 2027849"/>
                <a:gd name="connsiteX40" fmla="*/ 1542446 w 1994354"/>
                <a:gd name="connsiteY40" fmla="*/ 1408602 h 2027849"/>
                <a:gd name="connsiteX41" fmla="*/ 1552149 w 1994354"/>
                <a:gd name="connsiteY41" fmla="*/ 1427033 h 2027849"/>
                <a:gd name="connsiteX42" fmla="*/ 1533566 w 1994354"/>
                <a:gd name="connsiteY42" fmla="*/ 1436610 h 2027849"/>
                <a:gd name="connsiteX43" fmla="*/ 1523966 w 1994354"/>
                <a:gd name="connsiteY43" fmla="*/ 1418095 h 2027849"/>
                <a:gd name="connsiteX44" fmla="*/ 1542446 w 1994354"/>
                <a:gd name="connsiteY44" fmla="*/ 1408602 h 2027849"/>
                <a:gd name="connsiteX45" fmla="*/ 1705269 w 1994354"/>
                <a:gd name="connsiteY45" fmla="*/ 406742 h 2027849"/>
                <a:gd name="connsiteX46" fmla="*/ 1694640 w 1994354"/>
                <a:gd name="connsiteY46" fmla="*/ 392424 h 2027849"/>
                <a:gd name="connsiteX47" fmla="*/ 1706229 w 1994354"/>
                <a:gd name="connsiteY47" fmla="*/ 378199 h 2027849"/>
                <a:gd name="connsiteX48" fmla="*/ 1710720 w 1994354"/>
                <a:gd name="connsiteY48" fmla="*/ 377171 h 2027849"/>
                <a:gd name="connsiteX49" fmla="*/ 1717234 w 1994354"/>
                <a:gd name="connsiteY49" fmla="*/ 379193 h 2027849"/>
                <a:gd name="connsiteX50" fmla="*/ 1720286 w 1994354"/>
                <a:gd name="connsiteY50" fmla="*/ 382643 h 2027849"/>
                <a:gd name="connsiteX51" fmla="*/ 1721520 w 1994354"/>
                <a:gd name="connsiteY51" fmla="*/ 400920 h 2027849"/>
                <a:gd name="connsiteX52" fmla="*/ 1705269 w 1994354"/>
                <a:gd name="connsiteY52" fmla="*/ 406742 h 2027849"/>
                <a:gd name="connsiteX53" fmla="*/ 1135269 w 1994354"/>
                <a:gd name="connsiteY53" fmla="*/ 1765992 h 2027849"/>
                <a:gd name="connsiteX54" fmla="*/ 1125326 w 1994354"/>
                <a:gd name="connsiteY54" fmla="*/ 1747920 h 2027849"/>
                <a:gd name="connsiteX55" fmla="*/ 1143394 w 1994354"/>
                <a:gd name="connsiteY55" fmla="*/ 1737988 h 2027849"/>
                <a:gd name="connsiteX56" fmla="*/ 1143703 w 1994354"/>
                <a:gd name="connsiteY56" fmla="*/ 1738077 h 2027849"/>
                <a:gd name="connsiteX57" fmla="*/ 1153886 w 1994354"/>
                <a:gd name="connsiteY57" fmla="*/ 1756015 h 2027849"/>
                <a:gd name="connsiteX58" fmla="*/ 1135955 w 1994354"/>
                <a:gd name="connsiteY58" fmla="*/ 1766195 h 2027849"/>
                <a:gd name="connsiteX59" fmla="*/ 1135269 w 1994354"/>
                <a:gd name="connsiteY59" fmla="*/ 1765992 h 2027849"/>
                <a:gd name="connsiteX60" fmla="*/ 1527943 w 1994354"/>
                <a:gd name="connsiteY60" fmla="*/ 499615 h 2027849"/>
                <a:gd name="connsiteX61" fmla="*/ 1518275 w 1994354"/>
                <a:gd name="connsiteY61" fmla="*/ 481365 h 2027849"/>
                <a:gd name="connsiteX62" fmla="*/ 1536514 w 1994354"/>
                <a:gd name="connsiteY62" fmla="*/ 471703 h 2027849"/>
                <a:gd name="connsiteX63" fmla="*/ 1536720 w 1994354"/>
                <a:gd name="connsiteY63" fmla="*/ 471761 h 2027849"/>
                <a:gd name="connsiteX64" fmla="*/ 1546663 w 1994354"/>
                <a:gd name="connsiteY64" fmla="*/ 489861 h 2027849"/>
                <a:gd name="connsiteX65" fmla="*/ 1528560 w 1994354"/>
                <a:gd name="connsiteY65" fmla="*/ 499814 h 2027849"/>
                <a:gd name="connsiteX66" fmla="*/ 1527943 w 1994354"/>
                <a:gd name="connsiteY66" fmla="*/ 499615 h 2027849"/>
                <a:gd name="connsiteX67" fmla="*/ 1569326 w 1994354"/>
                <a:gd name="connsiteY67" fmla="*/ 364553 h 2027849"/>
                <a:gd name="connsiteX68" fmla="*/ 1559554 w 1994354"/>
                <a:gd name="connsiteY68" fmla="*/ 349053 h 2027849"/>
                <a:gd name="connsiteX69" fmla="*/ 1571692 w 1994354"/>
                <a:gd name="connsiteY69" fmla="*/ 336124 h 2027849"/>
                <a:gd name="connsiteX70" fmla="*/ 1576354 w 1994354"/>
                <a:gd name="connsiteY70" fmla="*/ 335489 h 2027849"/>
                <a:gd name="connsiteX71" fmla="*/ 1581566 w 1994354"/>
                <a:gd name="connsiteY71" fmla="*/ 337108 h 2027849"/>
                <a:gd name="connsiteX72" fmla="*/ 1585269 w 1994354"/>
                <a:gd name="connsiteY72" fmla="*/ 340931 h 2027849"/>
                <a:gd name="connsiteX73" fmla="*/ 1586571 w 1994354"/>
                <a:gd name="connsiteY73" fmla="*/ 358536 h 2027849"/>
                <a:gd name="connsiteX74" fmla="*/ 1569326 w 1994354"/>
                <a:gd name="connsiteY74" fmla="*/ 364553 h 2027849"/>
                <a:gd name="connsiteX75" fmla="*/ 1450594 w 1994354"/>
                <a:gd name="connsiteY75" fmla="*/ 749925 h 2027849"/>
                <a:gd name="connsiteX76" fmla="*/ 1460160 w 1994354"/>
                <a:gd name="connsiteY76" fmla="*/ 768569 h 2027849"/>
                <a:gd name="connsiteX77" fmla="*/ 1441406 w 1994354"/>
                <a:gd name="connsiteY77" fmla="*/ 778015 h 2027849"/>
                <a:gd name="connsiteX78" fmla="*/ 1431943 w 1994354"/>
                <a:gd name="connsiteY78" fmla="*/ 759371 h 2027849"/>
                <a:gd name="connsiteX79" fmla="*/ 1450594 w 1994354"/>
                <a:gd name="connsiteY79" fmla="*/ 749915 h 2027849"/>
                <a:gd name="connsiteX80" fmla="*/ 1494617 w 1994354"/>
                <a:gd name="connsiteY80" fmla="*/ 606611 h 2027849"/>
                <a:gd name="connsiteX81" fmla="*/ 1504697 w 1994354"/>
                <a:gd name="connsiteY81" fmla="*/ 625032 h 2027849"/>
                <a:gd name="connsiteX82" fmla="*/ 1486251 w 1994354"/>
                <a:gd name="connsiteY82" fmla="*/ 634937 h 2027849"/>
                <a:gd name="connsiteX83" fmla="*/ 1476137 w 1994354"/>
                <a:gd name="connsiteY83" fmla="*/ 616660 h 2027849"/>
                <a:gd name="connsiteX84" fmla="*/ 1494446 w 1994354"/>
                <a:gd name="connsiteY84" fmla="*/ 606559 h 2027849"/>
                <a:gd name="connsiteX85" fmla="*/ 1494617 w 1994354"/>
                <a:gd name="connsiteY85" fmla="*/ 606614 h 2027849"/>
                <a:gd name="connsiteX86" fmla="*/ 1408594 w 1994354"/>
                <a:gd name="connsiteY86" fmla="*/ 885100 h 2027849"/>
                <a:gd name="connsiteX87" fmla="*/ 1418332 w 1994354"/>
                <a:gd name="connsiteY87" fmla="*/ 903371 h 2027849"/>
                <a:gd name="connsiteX88" fmla="*/ 1400057 w 1994354"/>
                <a:gd name="connsiteY88" fmla="*/ 913108 h 2027849"/>
                <a:gd name="connsiteX89" fmla="*/ 1399611 w 1994354"/>
                <a:gd name="connsiteY89" fmla="*/ 912964 h 2027849"/>
                <a:gd name="connsiteX90" fmla="*/ 1389771 w 1994354"/>
                <a:gd name="connsiteY90" fmla="*/ 894751 h 2027849"/>
                <a:gd name="connsiteX91" fmla="*/ 1407977 w 1994354"/>
                <a:gd name="connsiteY91" fmla="*/ 884904 h 2027849"/>
                <a:gd name="connsiteX92" fmla="*/ 1408594 w 1994354"/>
                <a:gd name="connsiteY92" fmla="*/ 885103 h 2027849"/>
                <a:gd name="connsiteX93" fmla="*/ 1185943 w 1994354"/>
                <a:gd name="connsiteY93" fmla="*/ 1602844 h 2027849"/>
                <a:gd name="connsiteX94" fmla="*/ 1195646 w 1994354"/>
                <a:gd name="connsiteY94" fmla="*/ 1621413 h 2027849"/>
                <a:gd name="connsiteX95" fmla="*/ 1177063 w 1994354"/>
                <a:gd name="connsiteY95" fmla="*/ 1631105 h 2027849"/>
                <a:gd name="connsiteX96" fmla="*/ 1176823 w 1994354"/>
                <a:gd name="connsiteY96" fmla="*/ 1631027 h 2027849"/>
                <a:gd name="connsiteX97" fmla="*/ 1167600 w 1994354"/>
                <a:gd name="connsiteY97" fmla="*/ 1612214 h 2027849"/>
                <a:gd name="connsiteX98" fmla="*/ 1185943 w 1994354"/>
                <a:gd name="connsiteY98" fmla="*/ 1602847 h 2027849"/>
                <a:gd name="connsiteX99" fmla="*/ 1229966 w 1994354"/>
                <a:gd name="connsiteY99" fmla="*/ 1459626 h 2027849"/>
                <a:gd name="connsiteX100" fmla="*/ 1240080 w 1994354"/>
                <a:gd name="connsiteY100" fmla="*/ 1478020 h 2027849"/>
                <a:gd name="connsiteX101" fmla="*/ 1221635 w 1994354"/>
                <a:gd name="connsiteY101" fmla="*/ 1487904 h 2027849"/>
                <a:gd name="connsiteX102" fmla="*/ 1211623 w 1994354"/>
                <a:gd name="connsiteY102" fmla="*/ 1469627 h 2027849"/>
                <a:gd name="connsiteX103" fmla="*/ 1229966 w 1994354"/>
                <a:gd name="connsiteY103" fmla="*/ 1459629 h 2027849"/>
                <a:gd name="connsiteX104" fmla="*/ 1263429 w 1994354"/>
                <a:gd name="connsiteY104" fmla="*/ 1352801 h 2027849"/>
                <a:gd name="connsiteX105" fmla="*/ 1253589 w 1994354"/>
                <a:gd name="connsiteY105" fmla="*/ 1334417 h 2027849"/>
                <a:gd name="connsiteX106" fmla="*/ 1271897 w 1994354"/>
                <a:gd name="connsiteY106" fmla="*/ 1324656 h 2027849"/>
                <a:gd name="connsiteX107" fmla="*/ 1271966 w 1994354"/>
                <a:gd name="connsiteY107" fmla="*/ 1324677 h 2027849"/>
                <a:gd name="connsiteX108" fmla="*/ 1281977 w 1994354"/>
                <a:gd name="connsiteY108" fmla="*/ 1343013 h 2027849"/>
                <a:gd name="connsiteX109" fmla="*/ 1263429 w 1994354"/>
                <a:gd name="connsiteY109" fmla="*/ 1352805 h 2027849"/>
                <a:gd name="connsiteX110" fmla="*/ 1348046 w 1994354"/>
                <a:gd name="connsiteY110" fmla="*/ 1029960 h 2027849"/>
                <a:gd name="connsiteX111" fmla="*/ 1366389 w 1994354"/>
                <a:gd name="connsiteY111" fmla="*/ 1019969 h 2027849"/>
                <a:gd name="connsiteX112" fmla="*/ 1376469 w 1994354"/>
                <a:gd name="connsiteY112" fmla="*/ 1038254 h 2027849"/>
                <a:gd name="connsiteX113" fmla="*/ 1358194 w 1994354"/>
                <a:gd name="connsiteY113" fmla="*/ 1048344 h 2027849"/>
                <a:gd name="connsiteX114" fmla="*/ 1357989 w 1994354"/>
                <a:gd name="connsiteY114" fmla="*/ 1048283 h 2027849"/>
                <a:gd name="connsiteX115" fmla="*/ 1348046 w 1994354"/>
                <a:gd name="connsiteY115" fmla="*/ 1029964 h 2027849"/>
                <a:gd name="connsiteX116" fmla="*/ 1305052 w 1994354"/>
                <a:gd name="connsiteY116" fmla="*/ 1217630 h 2027849"/>
                <a:gd name="connsiteX117" fmla="*/ 1295589 w 1994354"/>
                <a:gd name="connsiteY117" fmla="*/ 1199010 h 2027849"/>
                <a:gd name="connsiteX118" fmla="*/ 1314206 w 1994354"/>
                <a:gd name="connsiteY118" fmla="*/ 1189543 h 2027849"/>
                <a:gd name="connsiteX119" fmla="*/ 1323669 w 1994354"/>
                <a:gd name="connsiteY119" fmla="*/ 1208167 h 2027849"/>
                <a:gd name="connsiteX120" fmla="*/ 1305052 w 1994354"/>
                <a:gd name="connsiteY120" fmla="*/ 1217633 h 2027849"/>
                <a:gd name="connsiteX121" fmla="*/ 1434549 w 1994354"/>
                <a:gd name="connsiteY121" fmla="*/ 322752 h 2027849"/>
                <a:gd name="connsiteX122" fmla="*/ 1424400 w 1994354"/>
                <a:gd name="connsiteY122" fmla="*/ 308229 h 2027849"/>
                <a:gd name="connsiteX123" fmla="*/ 1436126 w 1994354"/>
                <a:gd name="connsiteY123" fmla="*/ 294278 h 2027849"/>
                <a:gd name="connsiteX124" fmla="*/ 1440686 w 1994354"/>
                <a:gd name="connsiteY124" fmla="*/ 293400 h 2027849"/>
                <a:gd name="connsiteX125" fmla="*/ 1445897 w 1994354"/>
                <a:gd name="connsiteY125" fmla="*/ 295019 h 2027849"/>
                <a:gd name="connsiteX126" fmla="*/ 1449394 w 1994354"/>
                <a:gd name="connsiteY126" fmla="*/ 298193 h 2027849"/>
                <a:gd name="connsiteX127" fmla="*/ 1451726 w 1994354"/>
                <a:gd name="connsiteY127" fmla="*/ 316310 h 2027849"/>
                <a:gd name="connsiteX128" fmla="*/ 1434549 w 1994354"/>
                <a:gd name="connsiteY128" fmla="*/ 322756 h 2027849"/>
                <a:gd name="connsiteX129" fmla="*/ 1401463 w 1994354"/>
                <a:gd name="connsiteY129" fmla="*/ 429796 h 2027849"/>
                <a:gd name="connsiteX130" fmla="*/ 1411372 w 1994354"/>
                <a:gd name="connsiteY130" fmla="*/ 447919 h 2027849"/>
                <a:gd name="connsiteX131" fmla="*/ 1393234 w 1994354"/>
                <a:gd name="connsiteY131" fmla="*/ 457828 h 2027849"/>
                <a:gd name="connsiteX132" fmla="*/ 1392857 w 1994354"/>
                <a:gd name="connsiteY132" fmla="*/ 457708 h 2027849"/>
                <a:gd name="connsiteX133" fmla="*/ 1382846 w 1994354"/>
                <a:gd name="connsiteY133" fmla="*/ 439649 h 2027849"/>
                <a:gd name="connsiteX134" fmla="*/ 1400880 w 1994354"/>
                <a:gd name="connsiteY134" fmla="*/ 429621 h 2027849"/>
                <a:gd name="connsiteX135" fmla="*/ 1401463 w 1994354"/>
                <a:gd name="connsiteY135" fmla="*/ 429799 h 2027849"/>
                <a:gd name="connsiteX136" fmla="*/ 1008686 w 1994354"/>
                <a:gd name="connsiteY136" fmla="*/ 1696173 h 2027849"/>
                <a:gd name="connsiteX137" fmla="*/ 1018080 w 1994354"/>
                <a:gd name="connsiteY137" fmla="*/ 1714540 h 2027849"/>
                <a:gd name="connsiteX138" fmla="*/ 999703 w 1994354"/>
                <a:gd name="connsiteY138" fmla="*/ 1723917 h 2027849"/>
                <a:gd name="connsiteX139" fmla="*/ 990275 w 1994354"/>
                <a:gd name="connsiteY139" fmla="*/ 1705698 h 2027849"/>
                <a:gd name="connsiteX140" fmla="*/ 1008411 w 1994354"/>
                <a:gd name="connsiteY140" fmla="*/ 1696084 h 2027849"/>
                <a:gd name="connsiteX141" fmla="*/ 1008686 w 1994354"/>
                <a:gd name="connsiteY141" fmla="*/ 1696176 h 2027849"/>
                <a:gd name="connsiteX142" fmla="*/ 1299874 w 1994354"/>
                <a:gd name="connsiteY142" fmla="*/ 280968 h 2027849"/>
                <a:gd name="connsiteX143" fmla="*/ 1289143 w 1994354"/>
                <a:gd name="connsiteY143" fmla="*/ 267429 h 2027849"/>
                <a:gd name="connsiteX144" fmla="*/ 1299257 w 1994354"/>
                <a:gd name="connsiteY144" fmla="*/ 252782 h 2027849"/>
                <a:gd name="connsiteX145" fmla="*/ 1305017 w 1994354"/>
                <a:gd name="connsiteY145" fmla="*/ 251311 h 2027849"/>
                <a:gd name="connsiteX146" fmla="*/ 1311532 w 1994354"/>
                <a:gd name="connsiteY146" fmla="*/ 253334 h 2027849"/>
                <a:gd name="connsiteX147" fmla="*/ 1315132 w 1994354"/>
                <a:gd name="connsiteY147" fmla="*/ 257236 h 2027849"/>
                <a:gd name="connsiteX148" fmla="*/ 1316057 w 1994354"/>
                <a:gd name="connsiteY148" fmla="*/ 275003 h 2027849"/>
                <a:gd name="connsiteX149" fmla="*/ 1299874 w 1994354"/>
                <a:gd name="connsiteY149" fmla="*/ 280972 h 2027849"/>
                <a:gd name="connsiteX150" fmla="*/ 729771 w 1994354"/>
                <a:gd name="connsiteY150" fmla="*/ 1640191 h 2027849"/>
                <a:gd name="connsiteX151" fmla="*/ 719657 w 1994354"/>
                <a:gd name="connsiteY151" fmla="*/ 1622212 h 2027849"/>
                <a:gd name="connsiteX152" fmla="*/ 737623 w 1994354"/>
                <a:gd name="connsiteY152" fmla="*/ 1612101 h 2027849"/>
                <a:gd name="connsiteX153" fmla="*/ 738172 w 1994354"/>
                <a:gd name="connsiteY153" fmla="*/ 1612262 h 2027849"/>
                <a:gd name="connsiteX154" fmla="*/ 748148 w 1994354"/>
                <a:gd name="connsiteY154" fmla="*/ 1630314 h 2027849"/>
                <a:gd name="connsiteX155" fmla="*/ 730115 w 1994354"/>
                <a:gd name="connsiteY155" fmla="*/ 1640294 h 2027849"/>
                <a:gd name="connsiteX156" fmla="*/ 729771 w 1994354"/>
                <a:gd name="connsiteY156" fmla="*/ 1640195 h 2027849"/>
                <a:gd name="connsiteX157" fmla="*/ 994354 w 1994354"/>
                <a:gd name="connsiteY157" fmla="*/ 787235 h 2027849"/>
                <a:gd name="connsiteX158" fmla="*/ 984617 w 1994354"/>
                <a:gd name="connsiteY158" fmla="*/ 768977 h 2027849"/>
                <a:gd name="connsiteX159" fmla="*/ 1002857 w 1994354"/>
                <a:gd name="connsiteY159" fmla="*/ 759223 h 2027849"/>
                <a:gd name="connsiteX160" fmla="*/ 1012869 w 1994354"/>
                <a:gd name="connsiteY160" fmla="*/ 777336 h 2027849"/>
                <a:gd name="connsiteX161" fmla="*/ 994766 w 1994354"/>
                <a:gd name="connsiteY161" fmla="*/ 787365 h 2027849"/>
                <a:gd name="connsiteX162" fmla="*/ 994354 w 1994354"/>
                <a:gd name="connsiteY162" fmla="*/ 787238 h 2027849"/>
                <a:gd name="connsiteX163" fmla="*/ 1122823 w 1994354"/>
                <a:gd name="connsiteY163" fmla="*/ 373934 h 2027849"/>
                <a:gd name="connsiteX164" fmla="*/ 1112571 w 1994354"/>
                <a:gd name="connsiteY164" fmla="*/ 355982 h 2027849"/>
                <a:gd name="connsiteX165" fmla="*/ 1130537 w 1994354"/>
                <a:gd name="connsiteY165" fmla="*/ 345744 h 2027849"/>
                <a:gd name="connsiteX166" fmla="*/ 1130880 w 1994354"/>
                <a:gd name="connsiteY166" fmla="*/ 345844 h 2027849"/>
                <a:gd name="connsiteX167" fmla="*/ 1140892 w 1994354"/>
                <a:gd name="connsiteY167" fmla="*/ 363919 h 2027849"/>
                <a:gd name="connsiteX168" fmla="*/ 1122823 w 1994354"/>
                <a:gd name="connsiteY168" fmla="*/ 373937 h 2027849"/>
                <a:gd name="connsiteX169" fmla="*/ 1163966 w 1994354"/>
                <a:gd name="connsiteY169" fmla="*/ 238817 h 2027849"/>
                <a:gd name="connsiteX170" fmla="*/ 1154091 w 1994354"/>
                <a:gd name="connsiteY170" fmla="*/ 223416 h 2027849"/>
                <a:gd name="connsiteX171" fmla="*/ 1166023 w 1994354"/>
                <a:gd name="connsiteY171" fmla="*/ 210357 h 2027849"/>
                <a:gd name="connsiteX172" fmla="*/ 1170652 w 1994354"/>
                <a:gd name="connsiteY172" fmla="*/ 209630 h 2027849"/>
                <a:gd name="connsiteX173" fmla="*/ 1175863 w 1994354"/>
                <a:gd name="connsiteY173" fmla="*/ 211248 h 2027849"/>
                <a:gd name="connsiteX174" fmla="*/ 1179669 w 1994354"/>
                <a:gd name="connsiteY174" fmla="*/ 215020 h 2027849"/>
                <a:gd name="connsiteX175" fmla="*/ 1181212 w 1994354"/>
                <a:gd name="connsiteY175" fmla="*/ 232618 h 2027849"/>
                <a:gd name="connsiteX176" fmla="*/ 1163966 w 1994354"/>
                <a:gd name="connsiteY176" fmla="*/ 238821 h 2027849"/>
                <a:gd name="connsiteX177" fmla="*/ 1089120 w 1994354"/>
                <a:gd name="connsiteY177" fmla="*/ 480813 h 2027849"/>
                <a:gd name="connsiteX178" fmla="*/ 1099166 w 1994354"/>
                <a:gd name="connsiteY178" fmla="*/ 499221 h 2027849"/>
                <a:gd name="connsiteX179" fmla="*/ 1080754 w 1994354"/>
                <a:gd name="connsiteY179" fmla="*/ 509143 h 2027849"/>
                <a:gd name="connsiteX180" fmla="*/ 1070469 w 1994354"/>
                <a:gd name="connsiteY180" fmla="*/ 490965 h 2027849"/>
                <a:gd name="connsiteX181" fmla="*/ 1088640 w 1994354"/>
                <a:gd name="connsiteY181" fmla="*/ 480676 h 2027849"/>
                <a:gd name="connsiteX182" fmla="*/ 1089120 w 1994354"/>
                <a:gd name="connsiteY182" fmla="*/ 480816 h 2027849"/>
                <a:gd name="connsiteX183" fmla="*/ 1045166 w 1994354"/>
                <a:gd name="connsiteY183" fmla="*/ 624127 h 2027849"/>
                <a:gd name="connsiteX184" fmla="*/ 1054526 w 1994354"/>
                <a:gd name="connsiteY184" fmla="*/ 642813 h 2027849"/>
                <a:gd name="connsiteX185" fmla="*/ 1035840 w 1994354"/>
                <a:gd name="connsiteY185" fmla="*/ 652183 h 2027849"/>
                <a:gd name="connsiteX186" fmla="*/ 1026480 w 1994354"/>
                <a:gd name="connsiteY186" fmla="*/ 633497 h 2027849"/>
                <a:gd name="connsiteX187" fmla="*/ 1045166 w 1994354"/>
                <a:gd name="connsiteY187" fmla="*/ 624134 h 2027849"/>
                <a:gd name="connsiteX188" fmla="*/ 952012 w 1994354"/>
                <a:gd name="connsiteY188" fmla="*/ 922330 h 2027849"/>
                <a:gd name="connsiteX189" fmla="*/ 942446 w 1994354"/>
                <a:gd name="connsiteY189" fmla="*/ 903775 h 2027849"/>
                <a:gd name="connsiteX190" fmla="*/ 960994 w 1994354"/>
                <a:gd name="connsiteY190" fmla="*/ 894203 h 2027849"/>
                <a:gd name="connsiteX191" fmla="*/ 961372 w 1994354"/>
                <a:gd name="connsiteY191" fmla="*/ 894329 h 2027849"/>
                <a:gd name="connsiteX192" fmla="*/ 970697 w 1994354"/>
                <a:gd name="connsiteY192" fmla="*/ 913012 h 2027849"/>
                <a:gd name="connsiteX193" fmla="*/ 952012 w 1994354"/>
                <a:gd name="connsiteY193" fmla="*/ 922337 h 2027849"/>
                <a:gd name="connsiteX194" fmla="*/ 899554 w 1994354"/>
                <a:gd name="connsiteY194" fmla="*/ 1091829 h 2027849"/>
                <a:gd name="connsiteX195" fmla="*/ 889817 w 1994354"/>
                <a:gd name="connsiteY195" fmla="*/ 1073342 h 2027849"/>
                <a:gd name="connsiteX196" fmla="*/ 908332 w 1994354"/>
                <a:gd name="connsiteY196" fmla="*/ 1063619 h 2027849"/>
                <a:gd name="connsiteX197" fmla="*/ 908709 w 1994354"/>
                <a:gd name="connsiteY197" fmla="*/ 1063745 h 2027849"/>
                <a:gd name="connsiteX198" fmla="*/ 918172 w 1994354"/>
                <a:gd name="connsiteY198" fmla="*/ 1082369 h 2027849"/>
                <a:gd name="connsiteX199" fmla="*/ 899554 w 1994354"/>
                <a:gd name="connsiteY199" fmla="*/ 1091836 h 2027849"/>
                <a:gd name="connsiteX200" fmla="*/ 866709 w 1994354"/>
                <a:gd name="connsiteY200" fmla="*/ 1198955 h 2027849"/>
                <a:gd name="connsiteX201" fmla="*/ 876343 w 1994354"/>
                <a:gd name="connsiteY201" fmla="*/ 1217441 h 2027849"/>
                <a:gd name="connsiteX202" fmla="*/ 857692 w 1994354"/>
                <a:gd name="connsiteY202" fmla="*/ 1226922 h 2027849"/>
                <a:gd name="connsiteX203" fmla="*/ 847886 w 1994354"/>
                <a:gd name="connsiteY203" fmla="*/ 1208603 h 2027849"/>
                <a:gd name="connsiteX204" fmla="*/ 866194 w 1994354"/>
                <a:gd name="connsiteY204" fmla="*/ 1198800 h 2027849"/>
                <a:gd name="connsiteX205" fmla="*/ 866709 w 1994354"/>
                <a:gd name="connsiteY205" fmla="*/ 1198961 h 2027849"/>
                <a:gd name="connsiteX206" fmla="*/ 806194 w 1994354"/>
                <a:gd name="connsiteY206" fmla="*/ 1343640 h 2027849"/>
                <a:gd name="connsiteX207" fmla="*/ 824640 w 1994354"/>
                <a:gd name="connsiteY207" fmla="*/ 1333872 h 2027849"/>
                <a:gd name="connsiteX208" fmla="*/ 834480 w 1994354"/>
                <a:gd name="connsiteY208" fmla="*/ 1352387 h 2027849"/>
                <a:gd name="connsiteX209" fmla="*/ 815966 w 1994354"/>
                <a:gd name="connsiteY209" fmla="*/ 1362052 h 2027849"/>
                <a:gd name="connsiteX210" fmla="*/ 806194 w 1994354"/>
                <a:gd name="connsiteY210" fmla="*/ 1343651 h 2027849"/>
                <a:gd name="connsiteX211" fmla="*/ 771429 w 1994354"/>
                <a:gd name="connsiteY211" fmla="*/ 1505256 h 2027849"/>
                <a:gd name="connsiteX212" fmla="*/ 761760 w 1994354"/>
                <a:gd name="connsiteY212" fmla="*/ 1486673 h 2027849"/>
                <a:gd name="connsiteX213" fmla="*/ 780343 w 1994354"/>
                <a:gd name="connsiteY213" fmla="*/ 1477005 h 2027849"/>
                <a:gd name="connsiteX214" fmla="*/ 790012 w 1994354"/>
                <a:gd name="connsiteY214" fmla="*/ 1495595 h 2027849"/>
                <a:gd name="connsiteX215" fmla="*/ 771429 w 1994354"/>
                <a:gd name="connsiteY215" fmla="*/ 1505267 h 2027849"/>
                <a:gd name="connsiteX216" fmla="*/ 1028709 w 1994354"/>
                <a:gd name="connsiteY216" fmla="*/ 196835 h 2027849"/>
                <a:gd name="connsiteX217" fmla="*/ 1018834 w 1994354"/>
                <a:gd name="connsiteY217" fmla="*/ 182675 h 2027849"/>
                <a:gd name="connsiteX218" fmla="*/ 1030457 w 1994354"/>
                <a:gd name="connsiteY218" fmla="*/ 168508 h 2027849"/>
                <a:gd name="connsiteX219" fmla="*/ 1034983 w 1994354"/>
                <a:gd name="connsiteY219" fmla="*/ 167534 h 2027849"/>
                <a:gd name="connsiteX220" fmla="*/ 1041532 w 1994354"/>
                <a:gd name="connsiteY220" fmla="*/ 169557 h 2027849"/>
                <a:gd name="connsiteX221" fmla="*/ 1044480 w 1994354"/>
                <a:gd name="connsiteY221" fmla="*/ 173030 h 2027849"/>
                <a:gd name="connsiteX222" fmla="*/ 1045646 w 1994354"/>
                <a:gd name="connsiteY222" fmla="*/ 191308 h 2027849"/>
                <a:gd name="connsiteX223" fmla="*/ 1028709 w 1994354"/>
                <a:gd name="connsiteY223" fmla="*/ 196845 h 2027849"/>
                <a:gd name="connsiteX224" fmla="*/ 724012 w 1994354"/>
                <a:gd name="connsiteY224" fmla="*/ 703368 h 2027849"/>
                <a:gd name="connsiteX225" fmla="*/ 714034 w 1994354"/>
                <a:gd name="connsiteY225" fmla="*/ 685245 h 2027849"/>
                <a:gd name="connsiteX226" fmla="*/ 732137 w 1994354"/>
                <a:gd name="connsiteY226" fmla="*/ 675254 h 2027849"/>
                <a:gd name="connsiteX227" fmla="*/ 732514 w 1994354"/>
                <a:gd name="connsiteY227" fmla="*/ 675367 h 2027849"/>
                <a:gd name="connsiteX228" fmla="*/ 742492 w 1994354"/>
                <a:gd name="connsiteY228" fmla="*/ 693490 h 2027849"/>
                <a:gd name="connsiteX229" fmla="*/ 724389 w 1994354"/>
                <a:gd name="connsiteY229" fmla="*/ 703481 h 2027849"/>
                <a:gd name="connsiteX230" fmla="*/ 724012 w 1994354"/>
                <a:gd name="connsiteY230" fmla="*/ 703368 h 2027849"/>
                <a:gd name="connsiteX231" fmla="*/ 800469 w 1994354"/>
                <a:gd name="connsiteY231" fmla="*/ 406848 h 2027849"/>
                <a:gd name="connsiteX232" fmla="*/ 818880 w 1994354"/>
                <a:gd name="connsiteY232" fmla="*/ 396984 h 2027849"/>
                <a:gd name="connsiteX233" fmla="*/ 828754 w 1994354"/>
                <a:gd name="connsiteY233" fmla="*/ 415475 h 2027849"/>
                <a:gd name="connsiteX234" fmla="*/ 810275 w 1994354"/>
                <a:gd name="connsiteY234" fmla="*/ 425243 h 2027849"/>
                <a:gd name="connsiteX235" fmla="*/ 800469 w 1994354"/>
                <a:gd name="connsiteY235" fmla="*/ 406848 h 2027849"/>
                <a:gd name="connsiteX236" fmla="*/ 765909 w 1994354"/>
                <a:gd name="connsiteY236" fmla="*/ 568451 h 2027849"/>
                <a:gd name="connsiteX237" fmla="*/ 756034 w 1994354"/>
                <a:gd name="connsiteY237" fmla="*/ 550025 h 2027849"/>
                <a:gd name="connsiteX238" fmla="*/ 774446 w 1994354"/>
                <a:gd name="connsiteY238" fmla="*/ 540155 h 2027849"/>
                <a:gd name="connsiteX239" fmla="*/ 784354 w 1994354"/>
                <a:gd name="connsiteY239" fmla="*/ 558508 h 2027849"/>
                <a:gd name="connsiteX240" fmla="*/ 765909 w 1994354"/>
                <a:gd name="connsiteY240" fmla="*/ 568451 h 2027849"/>
                <a:gd name="connsiteX241" fmla="*/ 852034 w 1994354"/>
                <a:gd name="connsiteY241" fmla="*/ 289931 h 2027849"/>
                <a:gd name="connsiteX242" fmla="*/ 842400 w 1994354"/>
                <a:gd name="connsiteY242" fmla="*/ 271649 h 2027849"/>
                <a:gd name="connsiteX243" fmla="*/ 860709 w 1994354"/>
                <a:gd name="connsiteY243" fmla="*/ 262025 h 2027849"/>
                <a:gd name="connsiteX244" fmla="*/ 860983 w 1994354"/>
                <a:gd name="connsiteY244" fmla="*/ 262118 h 2027849"/>
                <a:gd name="connsiteX245" fmla="*/ 870617 w 1994354"/>
                <a:gd name="connsiteY245" fmla="*/ 280399 h 2027849"/>
                <a:gd name="connsiteX246" fmla="*/ 852308 w 1994354"/>
                <a:gd name="connsiteY246" fmla="*/ 290023 h 2027849"/>
                <a:gd name="connsiteX247" fmla="*/ 852034 w 1994354"/>
                <a:gd name="connsiteY247" fmla="*/ 289931 h 2027849"/>
                <a:gd name="connsiteX248" fmla="*/ 894549 w 1994354"/>
                <a:gd name="connsiteY248" fmla="*/ 155219 h 2027849"/>
                <a:gd name="connsiteX249" fmla="*/ 883646 w 1994354"/>
                <a:gd name="connsiteY249" fmla="*/ 141103 h 2027849"/>
                <a:gd name="connsiteX250" fmla="*/ 893589 w 1994354"/>
                <a:gd name="connsiteY250" fmla="*/ 127022 h 2027849"/>
                <a:gd name="connsiteX251" fmla="*/ 899314 w 1994354"/>
                <a:gd name="connsiteY251" fmla="*/ 125455 h 2027849"/>
                <a:gd name="connsiteX252" fmla="*/ 905863 w 1994354"/>
                <a:gd name="connsiteY252" fmla="*/ 127481 h 2027849"/>
                <a:gd name="connsiteX253" fmla="*/ 909532 w 1994354"/>
                <a:gd name="connsiteY253" fmla="*/ 131335 h 2027849"/>
                <a:gd name="connsiteX254" fmla="*/ 911006 w 1994354"/>
                <a:gd name="connsiteY254" fmla="*/ 148454 h 2027849"/>
                <a:gd name="connsiteX255" fmla="*/ 894549 w 1994354"/>
                <a:gd name="connsiteY255" fmla="*/ 155219 h 2027849"/>
                <a:gd name="connsiteX256" fmla="*/ 758674 w 1994354"/>
                <a:gd name="connsiteY256" fmla="*/ 113078 h 2027849"/>
                <a:gd name="connsiteX257" fmla="*/ 748594 w 1994354"/>
                <a:gd name="connsiteY257" fmla="*/ 98503 h 2027849"/>
                <a:gd name="connsiteX258" fmla="*/ 760389 w 1994354"/>
                <a:gd name="connsiteY258" fmla="*/ 84611 h 2027849"/>
                <a:gd name="connsiteX259" fmla="*/ 764949 w 1994354"/>
                <a:gd name="connsiteY259" fmla="*/ 83774 h 2027849"/>
                <a:gd name="connsiteX260" fmla="*/ 770194 w 1994354"/>
                <a:gd name="connsiteY260" fmla="*/ 85392 h 2027849"/>
                <a:gd name="connsiteX261" fmla="*/ 773623 w 1994354"/>
                <a:gd name="connsiteY261" fmla="*/ 88595 h 2027849"/>
                <a:gd name="connsiteX262" fmla="*/ 775817 w 1994354"/>
                <a:gd name="connsiteY262" fmla="*/ 106697 h 2027849"/>
                <a:gd name="connsiteX263" fmla="*/ 758674 w 1994354"/>
                <a:gd name="connsiteY263" fmla="*/ 113078 h 2027849"/>
                <a:gd name="connsiteX264" fmla="*/ 725554 w 1994354"/>
                <a:gd name="connsiteY264" fmla="*/ 220108 h 2027849"/>
                <a:gd name="connsiteX265" fmla="*/ 735189 w 1994354"/>
                <a:gd name="connsiteY265" fmla="*/ 238379 h 2027849"/>
                <a:gd name="connsiteX266" fmla="*/ 716914 w 1994354"/>
                <a:gd name="connsiteY266" fmla="*/ 248023 h 2027849"/>
                <a:gd name="connsiteX267" fmla="*/ 707246 w 1994354"/>
                <a:gd name="connsiteY267" fmla="*/ 229879 h 2027849"/>
                <a:gd name="connsiteX268" fmla="*/ 725451 w 1994354"/>
                <a:gd name="connsiteY268" fmla="*/ 220080 h 2027849"/>
                <a:gd name="connsiteX269" fmla="*/ 725554 w 1994354"/>
                <a:gd name="connsiteY269" fmla="*/ 220108 h 2027849"/>
                <a:gd name="connsiteX270" fmla="*/ 332777 w 1994354"/>
                <a:gd name="connsiteY270" fmla="*/ 1486495 h 2027849"/>
                <a:gd name="connsiteX271" fmla="*/ 342240 w 1994354"/>
                <a:gd name="connsiteY271" fmla="*/ 1504821 h 2027849"/>
                <a:gd name="connsiteX272" fmla="*/ 323897 w 1994354"/>
                <a:gd name="connsiteY272" fmla="*/ 1514277 h 2027849"/>
                <a:gd name="connsiteX273" fmla="*/ 314400 w 1994354"/>
                <a:gd name="connsiteY273" fmla="*/ 1496119 h 2027849"/>
                <a:gd name="connsiteX274" fmla="*/ 332571 w 1994354"/>
                <a:gd name="connsiteY274" fmla="*/ 1486433 h 2027849"/>
                <a:gd name="connsiteX275" fmla="*/ 332777 w 1994354"/>
                <a:gd name="connsiteY275" fmla="*/ 1486495 h 2027849"/>
                <a:gd name="connsiteX276" fmla="*/ 624000 w 1994354"/>
                <a:gd name="connsiteY276" fmla="*/ 71301 h 2027849"/>
                <a:gd name="connsiteX277" fmla="*/ 613337 w 1994354"/>
                <a:gd name="connsiteY277" fmla="*/ 57031 h 2027849"/>
                <a:gd name="connsiteX278" fmla="*/ 624823 w 1994354"/>
                <a:gd name="connsiteY278" fmla="*/ 42761 h 2027849"/>
                <a:gd name="connsiteX279" fmla="*/ 629280 w 1994354"/>
                <a:gd name="connsiteY279" fmla="*/ 41685 h 2027849"/>
                <a:gd name="connsiteX280" fmla="*/ 635829 w 1994354"/>
                <a:gd name="connsiteY280" fmla="*/ 43711 h 2027849"/>
                <a:gd name="connsiteX281" fmla="*/ 638880 w 1994354"/>
                <a:gd name="connsiteY281" fmla="*/ 47140 h 2027849"/>
                <a:gd name="connsiteX282" fmla="*/ 640217 w 1994354"/>
                <a:gd name="connsiteY282" fmla="*/ 65407 h 2027849"/>
                <a:gd name="connsiteX283" fmla="*/ 624000 w 1994354"/>
                <a:gd name="connsiteY283" fmla="*/ 71301 h 2027849"/>
                <a:gd name="connsiteX284" fmla="*/ 185692 w 1994354"/>
                <a:gd name="connsiteY284" fmla="*/ 1017909 h 2027849"/>
                <a:gd name="connsiteX285" fmla="*/ 171909 w 1994354"/>
                <a:gd name="connsiteY285" fmla="*/ 1005984 h 2027849"/>
                <a:gd name="connsiteX286" fmla="*/ 170332 w 1994354"/>
                <a:gd name="connsiteY286" fmla="*/ 1000242 h 2027849"/>
                <a:gd name="connsiteX287" fmla="*/ 171532 w 1994354"/>
                <a:gd name="connsiteY287" fmla="*/ 996329 h 2027849"/>
                <a:gd name="connsiteX288" fmla="*/ 176160 w 1994354"/>
                <a:gd name="connsiteY288" fmla="*/ 992647 h 2027849"/>
                <a:gd name="connsiteX289" fmla="*/ 194332 w 1994354"/>
                <a:gd name="connsiteY289" fmla="*/ 990802 h 2027849"/>
                <a:gd name="connsiteX290" fmla="*/ 200674 w 1994354"/>
                <a:gd name="connsiteY290" fmla="*/ 1007421 h 2027849"/>
                <a:gd name="connsiteX291" fmla="*/ 185692 w 1994354"/>
                <a:gd name="connsiteY291" fmla="*/ 1017909 h 2027849"/>
                <a:gd name="connsiteX292" fmla="*/ 408720 w 1994354"/>
                <a:gd name="connsiteY292" fmla="*/ 300134 h 2027849"/>
                <a:gd name="connsiteX293" fmla="*/ 394663 w 1994354"/>
                <a:gd name="connsiteY293" fmla="*/ 288443 h 2027849"/>
                <a:gd name="connsiteX294" fmla="*/ 392880 w 1994354"/>
                <a:gd name="connsiteY294" fmla="*/ 282895 h 2027849"/>
                <a:gd name="connsiteX295" fmla="*/ 394080 w 1994354"/>
                <a:gd name="connsiteY295" fmla="*/ 278983 h 2027849"/>
                <a:gd name="connsiteX296" fmla="*/ 398606 w 1994354"/>
                <a:gd name="connsiteY296" fmla="*/ 275009 h 2027849"/>
                <a:gd name="connsiteX297" fmla="*/ 416674 w 1994354"/>
                <a:gd name="connsiteY297" fmla="*/ 272805 h 2027849"/>
                <a:gd name="connsiteX298" fmla="*/ 423291 w 1994354"/>
                <a:gd name="connsiteY298" fmla="*/ 289852 h 2027849"/>
                <a:gd name="connsiteX299" fmla="*/ 408720 w 1994354"/>
                <a:gd name="connsiteY299" fmla="*/ 300134 h 2027849"/>
                <a:gd name="connsiteX300" fmla="*/ 451029 w 1994354"/>
                <a:gd name="connsiteY300" fmla="*/ 164973 h 2027849"/>
                <a:gd name="connsiteX301" fmla="*/ 436526 w 1994354"/>
                <a:gd name="connsiteY301" fmla="*/ 153000 h 2027849"/>
                <a:gd name="connsiteX302" fmla="*/ 434949 w 1994354"/>
                <a:gd name="connsiteY302" fmla="*/ 147251 h 2027849"/>
                <a:gd name="connsiteX303" fmla="*/ 436183 w 1994354"/>
                <a:gd name="connsiteY303" fmla="*/ 143339 h 2027849"/>
                <a:gd name="connsiteX304" fmla="*/ 440743 w 1994354"/>
                <a:gd name="connsiteY304" fmla="*/ 139656 h 2027849"/>
                <a:gd name="connsiteX305" fmla="*/ 458949 w 1994354"/>
                <a:gd name="connsiteY305" fmla="*/ 137784 h 2027849"/>
                <a:gd name="connsiteX306" fmla="*/ 463680 w 1994354"/>
                <a:gd name="connsiteY306" fmla="*/ 158030 h 2027849"/>
                <a:gd name="connsiteX307" fmla="*/ 451029 w 1994354"/>
                <a:gd name="connsiteY307" fmla="*/ 164973 h 2027849"/>
                <a:gd name="connsiteX308" fmla="*/ 491280 w 1994354"/>
                <a:gd name="connsiteY308" fmla="*/ 29863 h 2027849"/>
                <a:gd name="connsiteX309" fmla="*/ 478697 w 1994354"/>
                <a:gd name="connsiteY309" fmla="*/ 18868 h 2027849"/>
                <a:gd name="connsiteX310" fmla="*/ 477017 w 1994354"/>
                <a:gd name="connsiteY310" fmla="*/ 11606 h 2027849"/>
                <a:gd name="connsiteX311" fmla="*/ 477840 w 1994354"/>
                <a:gd name="connsiteY311" fmla="*/ 8997 h 2027849"/>
                <a:gd name="connsiteX312" fmla="*/ 494949 w 1994354"/>
                <a:gd name="connsiteY312" fmla="*/ 4 h 2027849"/>
                <a:gd name="connsiteX313" fmla="*/ 500160 w 1994354"/>
                <a:gd name="connsiteY313" fmla="*/ 1622 h 2027849"/>
                <a:gd name="connsiteX314" fmla="*/ 503931 w 1994354"/>
                <a:gd name="connsiteY314" fmla="*/ 5421 h 2027849"/>
                <a:gd name="connsiteX315" fmla="*/ 506366 w 1994354"/>
                <a:gd name="connsiteY315" fmla="*/ 21353 h 2027849"/>
                <a:gd name="connsiteX316" fmla="*/ 491280 w 1994354"/>
                <a:gd name="connsiteY316" fmla="*/ 29863 h 2027849"/>
                <a:gd name="connsiteX317" fmla="*/ 372720 w 1994354"/>
                <a:gd name="connsiteY317" fmla="*/ 416133 h 2027849"/>
                <a:gd name="connsiteX318" fmla="*/ 377314 w 1994354"/>
                <a:gd name="connsiteY318" fmla="*/ 436337 h 2027849"/>
                <a:gd name="connsiteX319" fmla="*/ 363737 w 1994354"/>
                <a:gd name="connsiteY319" fmla="*/ 443133 h 2027849"/>
                <a:gd name="connsiteX320" fmla="*/ 350297 w 1994354"/>
                <a:gd name="connsiteY320" fmla="*/ 431609 h 2027849"/>
                <a:gd name="connsiteX321" fmla="*/ 348754 w 1994354"/>
                <a:gd name="connsiteY321" fmla="*/ 425061 h 2027849"/>
                <a:gd name="connsiteX322" fmla="*/ 349577 w 1994354"/>
                <a:gd name="connsiteY322" fmla="*/ 422452 h 2027849"/>
                <a:gd name="connsiteX323" fmla="*/ 354514 w 1994354"/>
                <a:gd name="connsiteY323" fmla="*/ 417844 h 2027849"/>
                <a:gd name="connsiteX324" fmla="*/ 372720 w 1994354"/>
                <a:gd name="connsiteY324" fmla="*/ 416133 h 2027849"/>
                <a:gd name="connsiteX325" fmla="*/ 330617 w 1994354"/>
                <a:gd name="connsiteY325" fmla="*/ 551150 h 2027849"/>
                <a:gd name="connsiteX326" fmla="*/ 335177 w 1994354"/>
                <a:gd name="connsiteY326" fmla="*/ 571461 h 2027849"/>
                <a:gd name="connsiteX327" fmla="*/ 314880 w 1994354"/>
                <a:gd name="connsiteY327" fmla="*/ 576034 h 2027849"/>
                <a:gd name="connsiteX328" fmla="*/ 308297 w 1994354"/>
                <a:gd name="connsiteY328" fmla="*/ 566410 h 2027849"/>
                <a:gd name="connsiteX329" fmla="*/ 306686 w 1994354"/>
                <a:gd name="connsiteY329" fmla="*/ 560702 h 2027849"/>
                <a:gd name="connsiteX330" fmla="*/ 307886 w 1994354"/>
                <a:gd name="connsiteY330" fmla="*/ 556790 h 2027849"/>
                <a:gd name="connsiteX331" fmla="*/ 312480 w 1994354"/>
                <a:gd name="connsiteY331" fmla="*/ 553046 h 2027849"/>
                <a:gd name="connsiteX332" fmla="*/ 330617 w 1994354"/>
                <a:gd name="connsiteY332" fmla="*/ 551150 h 2027849"/>
                <a:gd name="connsiteX333" fmla="*/ 288411 w 1994354"/>
                <a:gd name="connsiteY333" fmla="*/ 686054 h 2027849"/>
                <a:gd name="connsiteX334" fmla="*/ 293760 w 1994354"/>
                <a:gd name="connsiteY334" fmla="*/ 706097 h 2027849"/>
                <a:gd name="connsiteX335" fmla="*/ 280594 w 1994354"/>
                <a:gd name="connsiteY335" fmla="*/ 713407 h 2027849"/>
                <a:gd name="connsiteX336" fmla="*/ 266468 w 1994354"/>
                <a:gd name="connsiteY336" fmla="*/ 701850 h 2027849"/>
                <a:gd name="connsiteX337" fmla="*/ 264617 w 1994354"/>
                <a:gd name="connsiteY337" fmla="*/ 696347 h 2027849"/>
                <a:gd name="connsiteX338" fmla="*/ 265817 w 1994354"/>
                <a:gd name="connsiteY338" fmla="*/ 692435 h 2027849"/>
                <a:gd name="connsiteX339" fmla="*/ 270308 w 1994354"/>
                <a:gd name="connsiteY339" fmla="*/ 688416 h 2027849"/>
                <a:gd name="connsiteX340" fmla="*/ 288411 w 1994354"/>
                <a:gd name="connsiteY340" fmla="*/ 686054 h 2027849"/>
                <a:gd name="connsiteX341" fmla="*/ 236366 w 1994354"/>
                <a:gd name="connsiteY341" fmla="*/ 855868 h 2027849"/>
                <a:gd name="connsiteX342" fmla="*/ 240891 w 1994354"/>
                <a:gd name="connsiteY342" fmla="*/ 876072 h 2027849"/>
                <a:gd name="connsiteX343" fmla="*/ 227966 w 1994354"/>
                <a:gd name="connsiteY343" fmla="*/ 882857 h 2027849"/>
                <a:gd name="connsiteX344" fmla="*/ 213909 w 1994354"/>
                <a:gd name="connsiteY344" fmla="*/ 871200 h 2027849"/>
                <a:gd name="connsiteX345" fmla="*/ 212400 w 1994354"/>
                <a:gd name="connsiteY345" fmla="*/ 864614 h 2027849"/>
                <a:gd name="connsiteX346" fmla="*/ 213223 w 1994354"/>
                <a:gd name="connsiteY346" fmla="*/ 862005 h 2027849"/>
                <a:gd name="connsiteX347" fmla="*/ 218194 w 1994354"/>
                <a:gd name="connsiteY347" fmla="*/ 857448 h 2027849"/>
                <a:gd name="connsiteX348" fmla="*/ 236366 w 1994354"/>
                <a:gd name="connsiteY348" fmla="*/ 855868 h 2027849"/>
                <a:gd name="connsiteX349" fmla="*/ 152057 w 1994354"/>
                <a:gd name="connsiteY349" fmla="*/ 1125789 h 2027849"/>
                <a:gd name="connsiteX350" fmla="*/ 158640 w 1994354"/>
                <a:gd name="connsiteY350" fmla="*/ 1142843 h 2027849"/>
                <a:gd name="connsiteX351" fmla="*/ 144137 w 1994354"/>
                <a:gd name="connsiteY351" fmla="*/ 1153097 h 2027849"/>
                <a:gd name="connsiteX352" fmla="*/ 130046 w 1994354"/>
                <a:gd name="connsiteY352" fmla="*/ 1141440 h 2027849"/>
                <a:gd name="connsiteX353" fmla="*/ 128263 w 1994354"/>
                <a:gd name="connsiteY353" fmla="*/ 1135886 h 2027849"/>
                <a:gd name="connsiteX354" fmla="*/ 129463 w 1994354"/>
                <a:gd name="connsiteY354" fmla="*/ 1131974 h 2027849"/>
                <a:gd name="connsiteX355" fmla="*/ 133955 w 1994354"/>
                <a:gd name="connsiteY355" fmla="*/ 1128000 h 2027849"/>
                <a:gd name="connsiteX356" fmla="*/ 152057 w 1994354"/>
                <a:gd name="connsiteY356" fmla="*/ 1125789 h 2027849"/>
                <a:gd name="connsiteX357" fmla="*/ 107520 w 1994354"/>
                <a:gd name="connsiteY357" fmla="*/ 1268709 h 2027849"/>
                <a:gd name="connsiteX358" fmla="*/ 114308 w 1994354"/>
                <a:gd name="connsiteY358" fmla="*/ 1285817 h 2027849"/>
                <a:gd name="connsiteX359" fmla="*/ 99120 w 1994354"/>
                <a:gd name="connsiteY359" fmla="*/ 1296103 h 2027849"/>
                <a:gd name="connsiteX360" fmla="*/ 85680 w 1994354"/>
                <a:gd name="connsiteY360" fmla="*/ 1284604 h 2027849"/>
                <a:gd name="connsiteX361" fmla="*/ 84137 w 1994354"/>
                <a:gd name="connsiteY361" fmla="*/ 1278045 h 2027849"/>
                <a:gd name="connsiteX362" fmla="*/ 84960 w 1994354"/>
                <a:gd name="connsiteY362" fmla="*/ 1275439 h 2027849"/>
                <a:gd name="connsiteX363" fmla="*/ 89897 w 1994354"/>
                <a:gd name="connsiteY363" fmla="*/ 1270831 h 2027849"/>
                <a:gd name="connsiteX364" fmla="*/ 107520 w 1994354"/>
                <a:gd name="connsiteY364" fmla="*/ 1268709 h 2027849"/>
                <a:gd name="connsiteX365" fmla="*/ 66034 w 1994354"/>
                <a:gd name="connsiteY365" fmla="*/ 1404138 h 2027849"/>
                <a:gd name="connsiteX366" fmla="*/ 70800 w 1994354"/>
                <a:gd name="connsiteY366" fmla="*/ 1424383 h 2027849"/>
                <a:gd name="connsiteX367" fmla="*/ 58251 w 1994354"/>
                <a:gd name="connsiteY367" fmla="*/ 1431357 h 2027849"/>
                <a:gd name="connsiteX368" fmla="*/ 43680 w 1994354"/>
                <a:gd name="connsiteY368" fmla="*/ 1419419 h 2027849"/>
                <a:gd name="connsiteX369" fmla="*/ 42069 w 1994354"/>
                <a:gd name="connsiteY369" fmla="*/ 1413710 h 2027849"/>
                <a:gd name="connsiteX370" fmla="*/ 43269 w 1994354"/>
                <a:gd name="connsiteY370" fmla="*/ 1409798 h 2027849"/>
                <a:gd name="connsiteX371" fmla="*/ 47863 w 1994354"/>
                <a:gd name="connsiteY371" fmla="*/ 1406047 h 2027849"/>
                <a:gd name="connsiteX372" fmla="*/ 66034 w 1994354"/>
                <a:gd name="connsiteY372" fmla="*/ 1404120 h 2027849"/>
                <a:gd name="connsiteX373" fmla="*/ 24343 w 1994354"/>
                <a:gd name="connsiteY373" fmla="*/ 1539477 h 2027849"/>
                <a:gd name="connsiteX374" fmla="*/ 30206 w 1994354"/>
                <a:gd name="connsiteY374" fmla="*/ 1556812 h 2027849"/>
                <a:gd name="connsiteX375" fmla="*/ 13166 w 1994354"/>
                <a:gd name="connsiteY375" fmla="*/ 1566278 h 2027849"/>
                <a:gd name="connsiteX376" fmla="*/ 1852 w 1994354"/>
                <a:gd name="connsiteY376" fmla="*/ 1554857 h 2027849"/>
                <a:gd name="connsiteX377" fmla="*/ 0 w 1994354"/>
                <a:gd name="connsiteY377" fmla="*/ 1549355 h 2027849"/>
                <a:gd name="connsiteX378" fmla="*/ 1200 w 1994354"/>
                <a:gd name="connsiteY378" fmla="*/ 1545443 h 2027849"/>
                <a:gd name="connsiteX379" fmla="*/ 5692 w 1994354"/>
                <a:gd name="connsiteY379" fmla="*/ 1541421 h 2027849"/>
                <a:gd name="connsiteX380" fmla="*/ 24343 w 1994354"/>
                <a:gd name="connsiteY380" fmla="*/ 1539460 h 2027849"/>
                <a:gd name="connsiteX381" fmla="*/ 155897 w 1994354"/>
                <a:gd name="connsiteY381" fmla="*/ 1579526 h 2027849"/>
                <a:gd name="connsiteX382" fmla="*/ 165189 w 1994354"/>
                <a:gd name="connsiteY382" fmla="*/ 1598414 h 2027849"/>
                <a:gd name="connsiteX383" fmla="*/ 146880 w 1994354"/>
                <a:gd name="connsiteY383" fmla="*/ 1607880 h 2027849"/>
                <a:gd name="connsiteX384" fmla="*/ 137451 w 1994354"/>
                <a:gd name="connsiteY384" fmla="*/ 1589219 h 2027849"/>
                <a:gd name="connsiteX385" fmla="*/ 155897 w 1994354"/>
                <a:gd name="connsiteY385" fmla="*/ 1579509 h 2027849"/>
                <a:gd name="connsiteX386" fmla="*/ 317314 w 1994354"/>
                <a:gd name="connsiteY386" fmla="*/ 1059326 h 2027849"/>
                <a:gd name="connsiteX387" fmla="*/ 307509 w 1994354"/>
                <a:gd name="connsiteY387" fmla="*/ 1041021 h 2027849"/>
                <a:gd name="connsiteX388" fmla="*/ 307509 w 1994354"/>
                <a:gd name="connsiteY388" fmla="*/ 1041017 h 2027849"/>
                <a:gd name="connsiteX389" fmla="*/ 325749 w 1994354"/>
                <a:gd name="connsiteY389" fmla="*/ 1031325 h 2027849"/>
                <a:gd name="connsiteX390" fmla="*/ 335451 w 1994354"/>
                <a:gd name="connsiteY390" fmla="*/ 1049582 h 2027849"/>
                <a:gd name="connsiteX391" fmla="*/ 317314 w 1994354"/>
                <a:gd name="connsiteY391" fmla="*/ 1059309 h 2027849"/>
                <a:gd name="connsiteX392" fmla="*/ 590606 w 1994354"/>
                <a:gd name="connsiteY392" fmla="*/ 178252 h 2027849"/>
                <a:gd name="connsiteX393" fmla="*/ 600206 w 1994354"/>
                <a:gd name="connsiteY393" fmla="*/ 196214 h 2027849"/>
                <a:gd name="connsiteX394" fmla="*/ 600069 w 1994354"/>
                <a:gd name="connsiteY394" fmla="*/ 196629 h 2027849"/>
                <a:gd name="connsiteX395" fmla="*/ 581726 w 1994354"/>
                <a:gd name="connsiteY395" fmla="*/ 206112 h 2027849"/>
                <a:gd name="connsiteX396" fmla="*/ 572229 w 1994354"/>
                <a:gd name="connsiteY396" fmla="*/ 187756 h 2027849"/>
                <a:gd name="connsiteX397" fmla="*/ 590229 w 1994354"/>
                <a:gd name="connsiteY397" fmla="*/ 178097 h 2027849"/>
                <a:gd name="connsiteX398" fmla="*/ 590606 w 1994354"/>
                <a:gd name="connsiteY398" fmla="*/ 178221 h 2027849"/>
                <a:gd name="connsiteX399" fmla="*/ 513737 w 1994354"/>
                <a:gd name="connsiteY399" fmla="*/ 474857 h 2027849"/>
                <a:gd name="connsiteX400" fmla="*/ 495291 w 1994354"/>
                <a:gd name="connsiteY400" fmla="*/ 484159 h 2027849"/>
                <a:gd name="connsiteX401" fmla="*/ 486000 w 1994354"/>
                <a:gd name="connsiteY401" fmla="*/ 465710 h 2027849"/>
                <a:gd name="connsiteX402" fmla="*/ 504308 w 1994354"/>
                <a:gd name="connsiteY402" fmla="*/ 456367 h 2027849"/>
                <a:gd name="connsiteX403" fmla="*/ 513737 w 1994354"/>
                <a:gd name="connsiteY403" fmla="*/ 474840 h 2027849"/>
                <a:gd name="connsiteX404" fmla="*/ 548503 w 1994354"/>
                <a:gd name="connsiteY404" fmla="*/ 313115 h 2027849"/>
                <a:gd name="connsiteX405" fmla="*/ 558583 w 1994354"/>
                <a:gd name="connsiteY405" fmla="*/ 331416 h 2027849"/>
                <a:gd name="connsiteX406" fmla="*/ 540275 w 1994354"/>
                <a:gd name="connsiteY406" fmla="*/ 341493 h 2027849"/>
                <a:gd name="connsiteX407" fmla="*/ 530194 w 1994354"/>
                <a:gd name="connsiteY407" fmla="*/ 323191 h 2027849"/>
                <a:gd name="connsiteX408" fmla="*/ 530229 w 1994354"/>
                <a:gd name="connsiteY408" fmla="*/ 323095 h 2027849"/>
                <a:gd name="connsiteX409" fmla="*/ 548434 w 1994354"/>
                <a:gd name="connsiteY409" fmla="*/ 313080 h 2027849"/>
                <a:gd name="connsiteX410" fmla="*/ 548503 w 1994354"/>
                <a:gd name="connsiteY410" fmla="*/ 313097 h 2027849"/>
                <a:gd name="connsiteX411" fmla="*/ 462069 w 1994354"/>
                <a:gd name="connsiteY411" fmla="*/ 591473 h 2027849"/>
                <a:gd name="connsiteX412" fmla="*/ 472012 w 1994354"/>
                <a:gd name="connsiteY412" fmla="*/ 609641 h 2027849"/>
                <a:gd name="connsiteX413" fmla="*/ 453840 w 1994354"/>
                <a:gd name="connsiteY413" fmla="*/ 619570 h 2027849"/>
                <a:gd name="connsiteX414" fmla="*/ 443897 w 1994354"/>
                <a:gd name="connsiteY414" fmla="*/ 601416 h 2027849"/>
                <a:gd name="connsiteX415" fmla="*/ 461589 w 1994354"/>
                <a:gd name="connsiteY415" fmla="*/ 591312 h 2027849"/>
                <a:gd name="connsiteX416" fmla="*/ 462069 w 1994354"/>
                <a:gd name="connsiteY416" fmla="*/ 591456 h 2027849"/>
                <a:gd name="connsiteX417" fmla="*/ 402034 w 1994354"/>
                <a:gd name="connsiteY417" fmla="*/ 736368 h 2027849"/>
                <a:gd name="connsiteX418" fmla="*/ 420172 w 1994354"/>
                <a:gd name="connsiteY418" fmla="*/ 726487 h 2027849"/>
                <a:gd name="connsiteX419" fmla="*/ 430046 w 1994354"/>
                <a:gd name="connsiteY419" fmla="*/ 744631 h 2027849"/>
                <a:gd name="connsiteX420" fmla="*/ 429977 w 1994354"/>
                <a:gd name="connsiteY420" fmla="*/ 744902 h 2027849"/>
                <a:gd name="connsiteX421" fmla="*/ 411737 w 1994354"/>
                <a:gd name="connsiteY421" fmla="*/ 754598 h 2027849"/>
                <a:gd name="connsiteX422" fmla="*/ 402034 w 1994354"/>
                <a:gd name="connsiteY422" fmla="*/ 736351 h 2027849"/>
                <a:gd name="connsiteX423" fmla="*/ 359349 w 1994354"/>
                <a:gd name="connsiteY423" fmla="*/ 924271 h 2027849"/>
                <a:gd name="connsiteX424" fmla="*/ 349063 w 1994354"/>
                <a:gd name="connsiteY424" fmla="*/ 906093 h 2027849"/>
                <a:gd name="connsiteX425" fmla="*/ 367234 w 1994354"/>
                <a:gd name="connsiteY425" fmla="*/ 895804 h 2027849"/>
                <a:gd name="connsiteX426" fmla="*/ 377520 w 1994354"/>
                <a:gd name="connsiteY426" fmla="*/ 913982 h 2027849"/>
                <a:gd name="connsiteX427" fmla="*/ 377486 w 1994354"/>
                <a:gd name="connsiteY427" fmla="*/ 914129 h 2027849"/>
                <a:gd name="connsiteX428" fmla="*/ 359417 w 1994354"/>
                <a:gd name="connsiteY428" fmla="*/ 924271 h 2027849"/>
                <a:gd name="connsiteX429" fmla="*/ 359349 w 1994354"/>
                <a:gd name="connsiteY429" fmla="*/ 924254 h 2027849"/>
                <a:gd name="connsiteX430" fmla="*/ 283749 w 1994354"/>
                <a:gd name="connsiteY430" fmla="*/ 1166095 h 2027849"/>
                <a:gd name="connsiteX431" fmla="*/ 293931 w 1994354"/>
                <a:gd name="connsiteY431" fmla="*/ 1184284 h 2027849"/>
                <a:gd name="connsiteX432" fmla="*/ 275760 w 1994354"/>
                <a:gd name="connsiteY432" fmla="*/ 1194477 h 2027849"/>
                <a:gd name="connsiteX433" fmla="*/ 265543 w 1994354"/>
                <a:gd name="connsiteY433" fmla="*/ 1176285 h 2027849"/>
                <a:gd name="connsiteX434" fmla="*/ 265577 w 1994354"/>
                <a:gd name="connsiteY434" fmla="*/ 1176223 h 2027849"/>
                <a:gd name="connsiteX435" fmla="*/ 283611 w 1994354"/>
                <a:gd name="connsiteY435" fmla="*/ 1166040 h 2027849"/>
                <a:gd name="connsiteX436" fmla="*/ 283749 w 1994354"/>
                <a:gd name="connsiteY436" fmla="*/ 1166078 h 2027849"/>
                <a:gd name="connsiteX437" fmla="*/ 198069 w 1994354"/>
                <a:gd name="connsiteY437" fmla="*/ 1444732 h 2027849"/>
                <a:gd name="connsiteX438" fmla="*/ 207051 w 1994354"/>
                <a:gd name="connsiteY438" fmla="*/ 1463304 h 2027849"/>
                <a:gd name="connsiteX439" fmla="*/ 188468 w 1994354"/>
                <a:gd name="connsiteY439" fmla="*/ 1472280 h 2027849"/>
                <a:gd name="connsiteX440" fmla="*/ 179486 w 1994354"/>
                <a:gd name="connsiteY440" fmla="*/ 1453742 h 2027849"/>
                <a:gd name="connsiteX441" fmla="*/ 197417 w 1994354"/>
                <a:gd name="connsiteY441" fmla="*/ 1444492 h 2027849"/>
                <a:gd name="connsiteX442" fmla="*/ 198069 w 1994354"/>
                <a:gd name="connsiteY442" fmla="*/ 1444715 h 2027849"/>
                <a:gd name="connsiteX443" fmla="*/ 240069 w 1994354"/>
                <a:gd name="connsiteY443" fmla="*/ 1309433 h 2027849"/>
                <a:gd name="connsiteX444" fmla="*/ 249463 w 1994354"/>
                <a:gd name="connsiteY444" fmla="*/ 1328157 h 2027849"/>
                <a:gd name="connsiteX445" fmla="*/ 230743 w 1994354"/>
                <a:gd name="connsiteY445" fmla="*/ 1337558 h 2027849"/>
                <a:gd name="connsiteX446" fmla="*/ 221349 w 1994354"/>
                <a:gd name="connsiteY446" fmla="*/ 1318835 h 2027849"/>
                <a:gd name="connsiteX447" fmla="*/ 221417 w 1994354"/>
                <a:gd name="connsiteY447" fmla="*/ 1318622 h 2027849"/>
                <a:gd name="connsiteX448" fmla="*/ 240000 w 1994354"/>
                <a:gd name="connsiteY448" fmla="*/ 1309396 h 2027849"/>
                <a:gd name="connsiteX449" fmla="*/ 240069 w 1994354"/>
                <a:gd name="connsiteY449" fmla="*/ 1309416 h 2027849"/>
                <a:gd name="connsiteX450" fmla="*/ 291189 w 1994354"/>
                <a:gd name="connsiteY450" fmla="*/ 1621512 h 2027849"/>
                <a:gd name="connsiteX451" fmla="*/ 300583 w 1994354"/>
                <a:gd name="connsiteY451" fmla="*/ 1640191 h 2027849"/>
                <a:gd name="connsiteX452" fmla="*/ 282206 w 1994354"/>
                <a:gd name="connsiteY452" fmla="*/ 1650004 h 2027849"/>
                <a:gd name="connsiteX453" fmla="*/ 272400 w 1994354"/>
                <a:gd name="connsiteY453" fmla="*/ 1631633 h 2027849"/>
                <a:gd name="connsiteX454" fmla="*/ 272606 w 1994354"/>
                <a:gd name="connsiteY454" fmla="*/ 1631013 h 2027849"/>
                <a:gd name="connsiteX455" fmla="*/ 291189 w 1994354"/>
                <a:gd name="connsiteY455" fmla="*/ 1621495 h 2027849"/>
                <a:gd name="connsiteX456" fmla="*/ 366103 w 1994354"/>
                <a:gd name="connsiteY456" fmla="*/ 1379541 h 2027849"/>
                <a:gd name="connsiteX457" fmla="*/ 356126 w 1994354"/>
                <a:gd name="connsiteY457" fmla="*/ 1361112 h 2027849"/>
                <a:gd name="connsiteX458" fmla="*/ 374571 w 1994354"/>
                <a:gd name="connsiteY458" fmla="*/ 1351152 h 2027849"/>
                <a:gd name="connsiteX459" fmla="*/ 384514 w 1994354"/>
                <a:gd name="connsiteY459" fmla="*/ 1369581 h 2027849"/>
                <a:gd name="connsiteX460" fmla="*/ 384514 w 1994354"/>
                <a:gd name="connsiteY460" fmla="*/ 1369632 h 2027849"/>
                <a:gd name="connsiteX461" fmla="*/ 366103 w 1994354"/>
                <a:gd name="connsiteY461" fmla="*/ 1379524 h 2027849"/>
                <a:gd name="connsiteX462" fmla="*/ 410366 w 1994354"/>
                <a:gd name="connsiteY462" fmla="*/ 1236247 h 2027849"/>
                <a:gd name="connsiteX463" fmla="*/ 400766 w 1994354"/>
                <a:gd name="connsiteY463" fmla="*/ 1217733 h 2027849"/>
                <a:gd name="connsiteX464" fmla="*/ 419280 w 1994354"/>
                <a:gd name="connsiteY464" fmla="*/ 1208133 h 2027849"/>
                <a:gd name="connsiteX465" fmla="*/ 428846 w 1994354"/>
                <a:gd name="connsiteY465" fmla="*/ 1226695 h 2027849"/>
                <a:gd name="connsiteX466" fmla="*/ 410366 w 1994354"/>
                <a:gd name="connsiteY466" fmla="*/ 1236230 h 2027849"/>
                <a:gd name="connsiteX467" fmla="*/ 546720 w 1994354"/>
                <a:gd name="connsiteY467" fmla="*/ 796615 h 2027849"/>
                <a:gd name="connsiteX468" fmla="*/ 537154 w 1994354"/>
                <a:gd name="connsiteY468" fmla="*/ 778067 h 2027849"/>
                <a:gd name="connsiteX469" fmla="*/ 555703 w 1994354"/>
                <a:gd name="connsiteY469" fmla="*/ 768501 h 2027849"/>
                <a:gd name="connsiteX470" fmla="*/ 565269 w 1994354"/>
                <a:gd name="connsiteY470" fmla="*/ 787039 h 2027849"/>
                <a:gd name="connsiteX471" fmla="*/ 546720 w 1994354"/>
                <a:gd name="connsiteY471" fmla="*/ 796598 h 2027849"/>
                <a:gd name="connsiteX472" fmla="*/ 597703 w 1994354"/>
                <a:gd name="connsiteY472" fmla="*/ 633552 h 2027849"/>
                <a:gd name="connsiteX473" fmla="*/ 607029 w 1994354"/>
                <a:gd name="connsiteY473" fmla="*/ 652032 h 2027849"/>
                <a:gd name="connsiteX474" fmla="*/ 588549 w 1994354"/>
                <a:gd name="connsiteY474" fmla="*/ 661358 h 2027849"/>
                <a:gd name="connsiteX475" fmla="*/ 579223 w 1994354"/>
                <a:gd name="connsiteY475" fmla="*/ 642868 h 2027849"/>
                <a:gd name="connsiteX476" fmla="*/ 597703 w 1994354"/>
                <a:gd name="connsiteY476" fmla="*/ 633535 h 2027849"/>
                <a:gd name="connsiteX477" fmla="*/ 494023 w 1994354"/>
                <a:gd name="connsiteY477" fmla="*/ 966048 h 2027849"/>
                <a:gd name="connsiteX478" fmla="*/ 484560 w 1994354"/>
                <a:gd name="connsiteY478" fmla="*/ 947421 h 2027849"/>
                <a:gd name="connsiteX479" fmla="*/ 503177 w 1994354"/>
                <a:gd name="connsiteY479" fmla="*/ 937968 h 2027849"/>
                <a:gd name="connsiteX480" fmla="*/ 512640 w 1994354"/>
                <a:gd name="connsiteY480" fmla="*/ 956592 h 2027849"/>
                <a:gd name="connsiteX481" fmla="*/ 512640 w 1994354"/>
                <a:gd name="connsiteY481" fmla="*/ 956620 h 2027849"/>
                <a:gd name="connsiteX482" fmla="*/ 494023 w 1994354"/>
                <a:gd name="connsiteY482" fmla="*/ 966031 h 2027849"/>
                <a:gd name="connsiteX483" fmla="*/ 452537 w 1994354"/>
                <a:gd name="connsiteY483" fmla="*/ 1101254 h 2027849"/>
                <a:gd name="connsiteX484" fmla="*/ 442629 w 1994354"/>
                <a:gd name="connsiteY484" fmla="*/ 1082939 h 2027849"/>
                <a:gd name="connsiteX485" fmla="*/ 461040 w 1994354"/>
                <a:gd name="connsiteY485" fmla="*/ 1073219 h 2027849"/>
                <a:gd name="connsiteX486" fmla="*/ 470846 w 1994354"/>
                <a:gd name="connsiteY486" fmla="*/ 1091321 h 2027849"/>
                <a:gd name="connsiteX487" fmla="*/ 452537 w 1994354"/>
                <a:gd name="connsiteY487" fmla="*/ 1101237 h 2027849"/>
                <a:gd name="connsiteX488" fmla="*/ 665349 w 1994354"/>
                <a:gd name="connsiteY488" fmla="*/ 365030 h 2027849"/>
                <a:gd name="connsiteX489" fmla="*/ 683657 w 1994354"/>
                <a:gd name="connsiteY489" fmla="*/ 355056 h 2027849"/>
                <a:gd name="connsiteX490" fmla="*/ 693463 w 1994354"/>
                <a:gd name="connsiteY490" fmla="*/ 373502 h 2027849"/>
                <a:gd name="connsiteX491" fmla="*/ 675223 w 1994354"/>
                <a:gd name="connsiteY491" fmla="*/ 383359 h 2027849"/>
                <a:gd name="connsiteX492" fmla="*/ 665349 w 1994354"/>
                <a:gd name="connsiteY492" fmla="*/ 365051 h 2027849"/>
                <a:gd name="connsiteX493" fmla="*/ 665349 w 1994354"/>
                <a:gd name="connsiteY493" fmla="*/ 365013 h 2027849"/>
                <a:gd name="connsiteX494" fmla="*/ 630617 w 1994354"/>
                <a:gd name="connsiteY494" fmla="*/ 526495 h 2027849"/>
                <a:gd name="connsiteX495" fmla="*/ 620846 w 1994354"/>
                <a:gd name="connsiteY495" fmla="*/ 508008 h 2027849"/>
                <a:gd name="connsiteX496" fmla="*/ 639360 w 1994354"/>
                <a:gd name="connsiteY496" fmla="*/ 498254 h 2027849"/>
                <a:gd name="connsiteX497" fmla="*/ 649097 w 1994354"/>
                <a:gd name="connsiteY497" fmla="*/ 516741 h 2027849"/>
                <a:gd name="connsiteX498" fmla="*/ 649097 w 1994354"/>
                <a:gd name="connsiteY498" fmla="*/ 516761 h 2027849"/>
                <a:gd name="connsiteX499" fmla="*/ 630617 w 1994354"/>
                <a:gd name="connsiteY499" fmla="*/ 526478 h 2027849"/>
                <a:gd name="connsiteX500" fmla="*/ 468137 w 1994354"/>
                <a:gd name="connsiteY500" fmla="*/ 1528505 h 2027849"/>
                <a:gd name="connsiteX501" fmla="*/ 477291 w 1994354"/>
                <a:gd name="connsiteY501" fmla="*/ 1546992 h 2027849"/>
                <a:gd name="connsiteX502" fmla="*/ 458812 w 1994354"/>
                <a:gd name="connsiteY502" fmla="*/ 1556150 h 2027849"/>
                <a:gd name="connsiteX503" fmla="*/ 449589 w 1994354"/>
                <a:gd name="connsiteY503" fmla="*/ 1537852 h 2027849"/>
                <a:gd name="connsiteX504" fmla="*/ 468103 w 1994354"/>
                <a:gd name="connsiteY504" fmla="*/ 1528471 h 2027849"/>
                <a:gd name="connsiteX505" fmla="*/ 468137 w 1994354"/>
                <a:gd name="connsiteY505" fmla="*/ 1528488 h 2027849"/>
                <a:gd name="connsiteX506" fmla="*/ 425829 w 1994354"/>
                <a:gd name="connsiteY506" fmla="*/ 1663283 h 2027849"/>
                <a:gd name="connsiteX507" fmla="*/ 435943 w 1994354"/>
                <a:gd name="connsiteY507" fmla="*/ 1681643 h 2027849"/>
                <a:gd name="connsiteX508" fmla="*/ 417532 w 1994354"/>
                <a:gd name="connsiteY508" fmla="*/ 1691904 h 2027849"/>
                <a:gd name="connsiteX509" fmla="*/ 407554 w 1994354"/>
                <a:gd name="connsiteY509" fmla="*/ 1673411 h 2027849"/>
                <a:gd name="connsiteX510" fmla="*/ 425829 w 1994354"/>
                <a:gd name="connsiteY510" fmla="*/ 1663265 h 2027849"/>
                <a:gd name="connsiteX511" fmla="*/ 587726 w 1994354"/>
                <a:gd name="connsiteY511" fmla="*/ 1143192 h 2027849"/>
                <a:gd name="connsiteX512" fmla="*/ 577714 w 1994354"/>
                <a:gd name="connsiteY512" fmla="*/ 1124901 h 2027849"/>
                <a:gd name="connsiteX513" fmla="*/ 595920 w 1994354"/>
                <a:gd name="connsiteY513" fmla="*/ 1114965 h 2027849"/>
                <a:gd name="connsiteX514" fmla="*/ 595989 w 1994354"/>
                <a:gd name="connsiteY514" fmla="*/ 1114989 h 2027849"/>
                <a:gd name="connsiteX515" fmla="*/ 606103 w 1994354"/>
                <a:gd name="connsiteY515" fmla="*/ 1133232 h 2027849"/>
                <a:gd name="connsiteX516" fmla="*/ 587726 w 1994354"/>
                <a:gd name="connsiteY516" fmla="*/ 1143175 h 2027849"/>
                <a:gd name="connsiteX517" fmla="*/ 690926 w 1994354"/>
                <a:gd name="connsiteY517" fmla="*/ 810446 h 2027849"/>
                <a:gd name="connsiteX518" fmla="*/ 700629 w 1994354"/>
                <a:gd name="connsiteY518" fmla="*/ 828940 h 2027849"/>
                <a:gd name="connsiteX519" fmla="*/ 682148 w 1994354"/>
                <a:gd name="connsiteY519" fmla="*/ 838639 h 2027849"/>
                <a:gd name="connsiteX520" fmla="*/ 681771 w 1994354"/>
                <a:gd name="connsiteY520" fmla="*/ 838523 h 2027849"/>
                <a:gd name="connsiteX521" fmla="*/ 672308 w 1994354"/>
                <a:gd name="connsiteY521" fmla="*/ 819899 h 2027849"/>
                <a:gd name="connsiteX522" fmla="*/ 690926 w 1994354"/>
                <a:gd name="connsiteY522" fmla="*/ 810429 h 2027849"/>
                <a:gd name="connsiteX523" fmla="*/ 638469 w 1994354"/>
                <a:gd name="connsiteY523" fmla="*/ 979934 h 2027849"/>
                <a:gd name="connsiteX524" fmla="*/ 647795 w 1994354"/>
                <a:gd name="connsiteY524" fmla="*/ 998616 h 2027849"/>
                <a:gd name="connsiteX525" fmla="*/ 629109 w 1994354"/>
                <a:gd name="connsiteY525" fmla="*/ 1007949 h 2027849"/>
                <a:gd name="connsiteX526" fmla="*/ 619783 w 1994354"/>
                <a:gd name="connsiteY526" fmla="*/ 989270 h 2027849"/>
                <a:gd name="connsiteX527" fmla="*/ 638469 w 1994354"/>
                <a:gd name="connsiteY527" fmla="*/ 979917 h 2027849"/>
                <a:gd name="connsiteX528" fmla="*/ 545589 w 1994354"/>
                <a:gd name="connsiteY528" fmla="*/ 1278196 h 2027849"/>
                <a:gd name="connsiteX529" fmla="*/ 535886 w 1994354"/>
                <a:gd name="connsiteY529" fmla="*/ 1259819 h 2027849"/>
                <a:gd name="connsiteX530" fmla="*/ 535886 w 1994354"/>
                <a:gd name="connsiteY530" fmla="*/ 1259778 h 2027849"/>
                <a:gd name="connsiteX531" fmla="*/ 554332 w 1994354"/>
                <a:gd name="connsiteY531" fmla="*/ 1250037 h 2027849"/>
                <a:gd name="connsiteX532" fmla="*/ 564103 w 1994354"/>
                <a:gd name="connsiteY532" fmla="*/ 1268551 h 2027849"/>
                <a:gd name="connsiteX533" fmla="*/ 545589 w 1994354"/>
                <a:gd name="connsiteY533" fmla="*/ 1278179 h 2027849"/>
                <a:gd name="connsiteX534" fmla="*/ 500880 w 1994354"/>
                <a:gd name="connsiteY534" fmla="*/ 1421352 h 2027849"/>
                <a:gd name="connsiteX535" fmla="*/ 491486 w 1994354"/>
                <a:gd name="connsiteY535" fmla="*/ 1402632 h 2027849"/>
                <a:gd name="connsiteX536" fmla="*/ 510206 w 1994354"/>
                <a:gd name="connsiteY536" fmla="*/ 1393235 h 2027849"/>
                <a:gd name="connsiteX537" fmla="*/ 519600 w 1994354"/>
                <a:gd name="connsiteY537" fmla="*/ 1411951 h 2027849"/>
                <a:gd name="connsiteX538" fmla="*/ 500880 w 1994354"/>
                <a:gd name="connsiteY538" fmla="*/ 1421335 h 2027849"/>
                <a:gd name="connsiteX539" fmla="*/ 995897 w 1994354"/>
                <a:gd name="connsiteY539" fmla="*/ 303981 h 2027849"/>
                <a:gd name="connsiteX540" fmla="*/ 1005806 w 1994354"/>
                <a:gd name="connsiteY540" fmla="*/ 322121 h 2027849"/>
                <a:gd name="connsiteX541" fmla="*/ 987669 w 1994354"/>
                <a:gd name="connsiteY541" fmla="*/ 332020 h 2027849"/>
                <a:gd name="connsiteX542" fmla="*/ 987429 w 1994354"/>
                <a:gd name="connsiteY542" fmla="*/ 331951 h 2027849"/>
                <a:gd name="connsiteX543" fmla="*/ 977657 w 1994354"/>
                <a:gd name="connsiteY543" fmla="*/ 313728 h 2027849"/>
                <a:gd name="connsiteX544" fmla="*/ 995897 w 1994354"/>
                <a:gd name="connsiteY544" fmla="*/ 303971 h 2027849"/>
                <a:gd name="connsiteX545" fmla="*/ 954377 w 1994354"/>
                <a:gd name="connsiteY545" fmla="*/ 439015 h 2027849"/>
                <a:gd name="connsiteX546" fmla="*/ 963635 w 1994354"/>
                <a:gd name="connsiteY546" fmla="*/ 457670 h 2027849"/>
                <a:gd name="connsiteX547" fmla="*/ 945052 w 1994354"/>
                <a:gd name="connsiteY547" fmla="*/ 466711 h 2027849"/>
                <a:gd name="connsiteX548" fmla="*/ 936000 w 1994354"/>
                <a:gd name="connsiteY548" fmla="*/ 448118 h 2027849"/>
                <a:gd name="connsiteX549" fmla="*/ 954377 w 1994354"/>
                <a:gd name="connsiteY549" fmla="*/ 439005 h 2027849"/>
                <a:gd name="connsiteX550" fmla="*/ 909497 w 1994354"/>
                <a:gd name="connsiteY550" fmla="*/ 582052 h 2027849"/>
                <a:gd name="connsiteX551" fmla="*/ 919714 w 1994354"/>
                <a:gd name="connsiteY551" fmla="*/ 600281 h 2027849"/>
                <a:gd name="connsiteX552" fmla="*/ 901509 w 1994354"/>
                <a:gd name="connsiteY552" fmla="*/ 610509 h 2027849"/>
                <a:gd name="connsiteX553" fmla="*/ 891257 w 1994354"/>
                <a:gd name="connsiteY553" fmla="*/ 592279 h 2027849"/>
                <a:gd name="connsiteX554" fmla="*/ 891326 w 1994354"/>
                <a:gd name="connsiteY554" fmla="*/ 592073 h 2027849"/>
                <a:gd name="connsiteX555" fmla="*/ 909429 w 1994354"/>
                <a:gd name="connsiteY555" fmla="*/ 582034 h 2027849"/>
                <a:gd name="connsiteX556" fmla="*/ 909497 w 1994354"/>
                <a:gd name="connsiteY556" fmla="*/ 582052 h 2027849"/>
                <a:gd name="connsiteX557" fmla="*/ 867532 w 1994354"/>
                <a:gd name="connsiteY557" fmla="*/ 717247 h 2027849"/>
                <a:gd name="connsiteX558" fmla="*/ 877509 w 1994354"/>
                <a:gd name="connsiteY558" fmla="*/ 735384 h 2027849"/>
                <a:gd name="connsiteX559" fmla="*/ 859372 w 1994354"/>
                <a:gd name="connsiteY559" fmla="*/ 745358 h 2027849"/>
                <a:gd name="connsiteX560" fmla="*/ 849394 w 1994354"/>
                <a:gd name="connsiteY560" fmla="*/ 727221 h 2027849"/>
                <a:gd name="connsiteX561" fmla="*/ 849394 w 1994354"/>
                <a:gd name="connsiteY561" fmla="*/ 727221 h 2027849"/>
                <a:gd name="connsiteX562" fmla="*/ 867223 w 1994354"/>
                <a:gd name="connsiteY562" fmla="*/ 717158 h 2027849"/>
                <a:gd name="connsiteX563" fmla="*/ 867532 w 1994354"/>
                <a:gd name="connsiteY563" fmla="*/ 717247 h 2027849"/>
                <a:gd name="connsiteX564" fmla="*/ 782914 w 1994354"/>
                <a:gd name="connsiteY564" fmla="*/ 1040219 h 2027849"/>
                <a:gd name="connsiteX565" fmla="*/ 764503 w 1994354"/>
                <a:gd name="connsiteY565" fmla="*/ 1049620 h 2027849"/>
                <a:gd name="connsiteX566" fmla="*/ 755109 w 1994354"/>
                <a:gd name="connsiteY566" fmla="*/ 1031205 h 2027849"/>
                <a:gd name="connsiteX567" fmla="*/ 773349 w 1994354"/>
                <a:gd name="connsiteY567" fmla="*/ 1021752 h 2027849"/>
                <a:gd name="connsiteX568" fmla="*/ 782914 w 1994354"/>
                <a:gd name="connsiteY568" fmla="*/ 1040205 h 2027849"/>
                <a:gd name="connsiteX569" fmla="*/ 782914 w 1994354"/>
                <a:gd name="connsiteY569" fmla="*/ 1040225 h 2027849"/>
                <a:gd name="connsiteX570" fmla="*/ 825669 w 1994354"/>
                <a:gd name="connsiteY570" fmla="*/ 852237 h 2027849"/>
                <a:gd name="connsiteX571" fmla="*/ 835646 w 1994354"/>
                <a:gd name="connsiteY571" fmla="*/ 870559 h 2027849"/>
                <a:gd name="connsiteX572" fmla="*/ 817337 w 1994354"/>
                <a:gd name="connsiteY572" fmla="*/ 880553 h 2027849"/>
                <a:gd name="connsiteX573" fmla="*/ 807360 w 1994354"/>
                <a:gd name="connsiteY573" fmla="*/ 862231 h 2027849"/>
                <a:gd name="connsiteX574" fmla="*/ 825669 w 1994354"/>
                <a:gd name="connsiteY574" fmla="*/ 852244 h 2027849"/>
                <a:gd name="connsiteX575" fmla="*/ 731349 w 1994354"/>
                <a:gd name="connsiteY575" fmla="*/ 1156961 h 2027849"/>
                <a:gd name="connsiteX576" fmla="*/ 741120 w 1994354"/>
                <a:gd name="connsiteY576" fmla="*/ 1175294 h 2027849"/>
                <a:gd name="connsiteX577" fmla="*/ 722812 w 1994354"/>
                <a:gd name="connsiteY577" fmla="*/ 1185079 h 2027849"/>
                <a:gd name="connsiteX578" fmla="*/ 713006 w 1994354"/>
                <a:gd name="connsiteY578" fmla="*/ 1166747 h 2027849"/>
                <a:gd name="connsiteX579" fmla="*/ 713040 w 1994354"/>
                <a:gd name="connsiteY579" fmla="*/ 1166664 h 2027849"/>
                <a:gd name="connsiteX580" fmla="*/ 731040 w 1994354"/>
                <a:gd name="connsiteY580" fmla="*/ 1156876 h 2027849"/>
                <a:gd name="connsiteX581" fmla="*/ 731349 w 1994354"/>
                <a:gd name="connsiteY581" fmla="*/ 1156968 h 2027849"/>
                <a:gd name="connsiteX582" fmla="*/ 603360 w 1994354"/>
                <a:gd name="connsiteY582" fmla="*/ 1570423 h 2027849"/>
                <a:gd name="connsiteX583" fmla="*/ 612617 w 1994354"/>
                <a:gd name="connsiteY583" fmla="*/ 1588855 h 2027849"/>
                <a:gd name="connsiteX584" fmla="*/ 594206 w 1994354"/>
                <a:gd name="connsiteY584" fmla="*/ 1598126 h 2027849"/>
                <a:gd name="connsiteX585" fmla="*/ 584914 w 1994354"/>
                <a:gd name="connsiteY585" fmla="*/ 1579739 h 2027849"/>
                <a:gd name="connsiteX586" fmla="*/ 602812 w 1994354"/>
                <a:gd name="connsiteY586" fmla="*/ 1570245 h 2027849"/>
                <a:gd name="connsiteX587" fmla="*/ 603360 w 1994354"/>
                <a:gd name="connsiteY587" fmla="*/ 1570430 h 2027849"/>
                <a:gd name="connsiteX588" fmla="*/ 645257 w 1994354"/>
                <a:gd name="connsiteY588" fmla="*/ 1435091 h 2027849"/>
                <a:gd name="connsiteX589" fmla="*/ 655097 w 1994354"/>
                <a:gd name="connsiteY589" fmla="*/ 1453605 h 2027849"/>
                <a:gd name="connsiteX590" fmla="*/ 636583 w 1994354"/>
                <a:gd name="connsiteY590" fmla="*/ 1463445 h 2027849"/>
                <a:gd name="connsiteX591" fmla="*/ 626743 w 1994354"/>
                <a:gd name="connsiteY591" fmla="*/ 1444931 h 2027849"/>
                <a:gd name="connsiteX592" fmla="*/ 626812 w 1994354"/>
                <a:gd name="connsiteY592" fmla="*/ 1444718 h 2027849"/>
                <a:gd name="connsiteX593" fmla="*/ 645257 w 1994354"/>
                <a:gd name="connsiteY593" fmla="*/ 1435097 h 2027849"/>
                <a:gd name="connsiteX594" fmla="*/ 689795 w 1994354"/>
                <a:gd name="connsiteY594" fmla="*/ 1292033 h 2027849"/>
                <a:gd name="connsiteX595" fmla="*/ 699017 w 1994354"/>
                <a:gd name="connsiteY595" fmla="*/ 1310678 h 2027849"/>
                <a:gd name="connsiteX596" fmla="*/ 699017 w 1994354"/>
                <a:gd name="connsiteY596" fmla="*/ 1310712 h 2027849"/>
                <a:gd name="connsiteX597" fmla="*/ 680400 w 1994354"/>
                <a:gd name="connsiteY597" fmla="*/ 1319771 h 2027849"/>
                <a:gd name="connsiteX598" fmla="*/ 671349 w 1994354"/>
                <a:gd name="connsiteY598" fmla="*/ 1301157 h 2027849"/>
                <a:gd name="connsiteX599" fmla="*/ 689795 w 1994354"/>
                <a:gd name="connsiteY599" fmla="*/ 1292040 h 2027849"/>
                <a:gd name="connsiteX600" fmla="*/ 561463 w 1994354"/>
                <a:gd name="connsiteY600" fmla="*/ 1705327 h 2027849"/>
                <a:gd name="connsiteX601" fmla="*/ 570823 w 1994354"/>
                <a:gd name="connsiteY601" fmla="*/ 1723958 h 2027849"/>
                <a:gd name="connsiteX602" fmla="*/ 552549 w 1994354"/>
                <a:gd name="connsiteY602" fmla="*/ 1733712 h 2027849"/>
                <a:gd name="connsiteX603" fmla="*/ 542812 w 1994354"/>
                <a:gd name="connsiteY603" fmla="*/ 1715448 h 2027849"/>
                <a:gd name="connsiteX604" fmla="*/ 542983 w 1994354"/>
                <a:gd name="connsiteY604" fmla="*/ 1714907 h 2027849"/>
                <a:gd name="connsiteX605" fmla="*/ 561463 w 1994354"/>
                <a:gd name="connsiteY605" fmla="*/ 1705334 h 2027849"/>
                <a:gd name="connsiteX606" fmla="*/ 696446 w 1994354"/>
                <a:gd name="connsiteY606" fmla="*/ 1747214 h 2027849"/>
                <a:gd name="connsiteX607" fmla="*/ 706251 w 1994354"/>
                <a:gd name="connsiteY607" fmla="*/ 1765763 h 2027849"/>
                <a:gd name="connsiteX608" fmla="*/ 687600 w 1994354"/>
                <a:gd name="connsiteY608" fmla="*/ 1775675 h 2027849"/>
                <a:gd name="connsiteX609" fmla="*/ 677966 w 1994354"/>
                <a:gd name="connsiteY609" fmla="*/ 1756986 h 2027849"/>
                <a:gd name="connsiteX610" fmla="*/ 696446 w 1994354"/>
                <a:gd name="connsiteY610" fmla="*/ 1747221 h 2027849"/>
                <a:gd name="connsiteX611" fmla="*/ 1266411 w 1994354"/>
                <a:gd name="connsiteY611" fmla="*/ 387888 h 2027849"/>
                <a:gd name="connsiteX612" fmla="*/ 1275840 w 1994354"/>
                <a:gd name="connsiteY612" fmla="*/ 406283 h 2027849"/>
                <a:gd name="connsiteX613" fmla="*/ 1257463 w 1994354"/>
                <a:gd name="connsiteY613" fmla="*/ 415711 h 2027849"/>
                <a:gd name="connsiteX614" fmla="*/ 1248000 w 1994354"/>
                <a:gd name="connsiteY614" fmla="*/ 397372 h 2027849"/>
                <a:gd name="connsiteX615" fmla="*/ 1266034 w 1994354"/>
                <a:gd name="connsiteY615" fmla="*/ 387779 h 2027849"/>
                <a:gd name="connsiteX616" fmla="*/ 1266411 w 1994354"/>
                <a:gd name="connsiteY616" fmla="*/ 387895 h 2027849"/>
                <a:gd name="connsiteX617" fmla="*/ 873291 w 1994354"/>
                <a:gd name="connsiteY617" fmla="*/ 1654176 h 2027849"/>
                <a:gd name="connsiteX618" fmla="*/ 882994 w 1994354"/>
                <a:gd name="connsiteY618" fmla="*/ 1672386 h 2027849"/>
                <a:gd name="connsiteX619" fmla="*/ 864754 w 1994354"/>
                <a:gd name="connsiteY619" fmla="*/ 1682075 h 2027849"/>
                <a:gd name="connsiteX620" fmla="*/ 855052 w 1994354"/>
                <a:gd name="connsiteY620" fmla="*/ 1663968 h 2027849"/>
                <a:gd name="connsiteX621" fmla="*/ 872674 w 1994354"/>
                <a:gd name="connsiteY621" fmla="*/ 1653988 h 2027849"/>
                <a:gd name="connsiteX622" fmla="*/ 873291 w 1994354"/>
                <a:gd name="connsiteY622" fmla="*/ 1654176 h 2027849"/>
                <a:gd name="connsiteX623" fmla="*/ 831360 w 1994354"/>
                <a:gd name="connsiteY623" fmla="*/ 1789067 h 2027849"/>
                <a:gd name="connsiteX624" fmla="*/ 841269 w 1994354"/>
                <a:gd name="connsiteY624" fmla="*/ 1807389 h 2027849"/>
                <a:gd name="connsiteX625" fmla="*/ 823234 w 1994354"/>
                <a:gd name="connsiteY625" fmla="*/ 1817630 h 2027849"/>
                <a:gd name="connsiteX626" fmla="*/ 812983 w 1994354"/>
                <a:gd name="connsiteY626" fmla="*/ 1799603 h 2027849"/>
                <a:gd name="connsiteX627" fmla="*/ 813120 w 1994354"/>
                <a:gd name="connsiteY627" fmla="*/ 1799191 h 2027849"/>
                <a:gd name="connsiteX628" fmla="*/ 831360 w 1994354"/>
                <a:gd name="connsiteY628" fmla="*/ 1789067 h 2027849"/>
                <a:gd name="connsiteX629" fmla="*/ 1129611 w 1994354"/>
                <a:gd name="connsiteY629" fmla="*/ 829200 h 2027849"/>
                <a:gd name="connsiteX630" fmla="*/ 1119737 w 1994354"/>
                <a:gd name="connsiteY630" fmla="*/ 810998 h 2027849"/>
                <a:gd name="connsiteX631" fmla="*/ 1137943 w 1994354"/>
                <a:gd name="connsiteY631" fmla="*/ 801131 h 2027849"/>
                <a:gd name="connsiteX632" fmla="*/ 1147817 w 1994354"/>
                <a:gd name="connsiteY632" fmla="*/ 819316 h 2027849"/>
                <a:gd name="connsiteX633" fmla="*/ 1129886 w 1994354"/>
                <a:gd name="connsiteY633" fmla="*/ 829283 h 2027849"/>
                <a:gd name="connsiteX634" fmla="*/ 1129611 w 1994354"/>
                <a:gd name="connsiteY634" fmla="*/ 829200 h 2027849"/>
                <a:gd name="connsiteX635" fmla="*/ 1096251 w 1994354"/>
                <a:gd name="connsiteY635" fmla="*/ 936172 h 2027849"/>
                <a:gd name="connsiteX636" fmla="*/ 1106057 w 1994354"/>
                <a:gd name="connsiteY636" fmla="*/ 954604 h 2027849"/>
                <a:gd name="connsiteX637" fmla="*/ 1087646 w 1994354"/>
                <a:gd name="connsiteY637" fmla="*/ 964420 h 2027849"/>
                <a:gd name="connsiteX638" fmla="*/ 1077806 w 1994354"/>
                <a:gd name="connsiteY638" fmla="*/ 945988 h 2027849"/>
                <a:gd name="connsiteX639" fmla="*/ 1077840 w 1994354"/>
                <a:gd name="connsiteY639" fmla="*/ 945916 h 2027849"/>
                <a:gd name="connsiteX640" fmla="*/ 1096251 w 1994354"/>
                <a:gd name="connsiteY640" fmla="*/ 936162 h 2027849"/>
                <a:gd name="connsiteX641" fmla="*/ 1044206 w 1994354"/>
                <a:gd name="connsiteY641" fmla="*/ 1105811 h 2027849"/>
                <a:gd name="connsiteX642" fmla="*/ 1053326 w 1994354"/>
                <a:gd name="connsiteY642" fmla="*/ 1124603 h 2027849"/>
                <a:gd name="connsiteX643" fmla="*/ 1034537 w 1994354"/>
                <a:gd name="connsiteY643" fmla="*/ 1133712 h 2027849"/>
                <a:gd name="connsiteX644" fmla="*/ 1025417 w 1994354"/>
                <a:gd name="connsiteY644" fmla="*/ 1114924 h 2027849"/>
                <a:gd name="connsiteX645" fmla="*/ 1025451 w 1994354"/>
                <a:gd name="connsiteY645" fmla="*/ 1114817 h 2027849"/>
                <a:gd name="connsiteX646" fmla="*/ 1044206 w 1994354"/>
                <a:gd name="connsiteY646" fmla="*/ 1105800 h 2027849"/>
                <a:gd name="connsiteX647" fmla="*/ 992709 w 1994354"/>
                <a:gd name="connsiteY647" fmla="*/ 1268832 h 2027849"/>
                <a:gd name="connsiteX648" fmla="*/ 983451 w 1994354"/>
                <a:gd name="connsiteY648" fmla="*/ 1250222 h 2027849"/>
                <a:gd name="connsiteX649" fmla="*/ 1002034 w 1994354"/>
                <a:gd name="connsiteY649" fmla="*/ 1241044 h 2027849"/>
                <a:gd name="connsiteX650" fmla="*/ 1011189 w 1994354"/>
                <a:gd name="connsiteY650" fmla="*/ 1259616 h 2027849"/>
                <a:gd name="connsiteX651" fmla="*/ 992709 w 1994354"/>
                <a:gd name="connsiteY651" fmla="*/ 1268822 h 2027849"/>
                <a:gd name="connsiteX652" fmla="*/ 925097 w 1994354"/>
                <a:gd name="connsiteY652" fmla="*/ 1537214 h 2027849"/>
                <a:gd name="connsiteX653" fmla="*/ 906789 w 1994354"/>
                <a:gd name="connsiteY653" fmla="*/ 1546941 h 2027849"/>
                <a:gd name="connsiteX654" fmla="*/ 897052 w 1994354"/>
                <a:gd name="connsiteY654" fmla="*/ 1528636 h 2027849"/>
                <a:gd name="connsiteX655" fmla="*/ 915223 w 1994354"/>
                <a:gd name="connsiteY655" fmla="*/ 1518864 h 2027849"/>
                <a:gd name="connsiteX656" fmla="*/ 925097 w 1994354"/>
                <a:gd name="connsiteY656" fmla="*/ 1537204 h 2027849"/>
                <a:gd name="connsiteX657" fmla="*/ 959623 w 1994354"/>
                <a:gd name="connsiteY657" fmla="*/ 1375763 h 2027849"/>
                <a:gd name="connsiteX658" fmla="*/ 969497 w 1994354"/>
                <a:gd name="connsiteY658" fmla="*/ 1394095 h 2027849"/>
                <a:gd name="connsiteX659" fmla="*/ 951291 w 1994354"/>
                <a:gd name="connsiteY659" fmla="*/ 1404000 h 2027849"/>
                <a:gd name="connsiteX660" fmla="*/ 941383 w 1994354"/>
                <a:gd name="connsiteY660" fmla="*/ 1385791 h 2027849"/>
                <a:gd name="connsiteX661" fmla="*/ 959623 w 1994354"/>
                <a:gd name="connsiteY661" fmla="*/ 1375752 h 2027849"/>
                <a:gd name="connsiteX662" fmla="*/ 1205966 w 1994354"/>
                <a:gd name="connsiteY662" fmla="*/ 532900 h 2027849"/>
                <a:gd name="connsiteX663" fmla="*/ 1223931 w 1994354"/>
                <a:gd name="connsiteY663" fmla="*/ 522532 h 2027849"/>
                <a:gd name="connsiteX664" fmla="*/ 1234286 w 1994354"/>
                <a:gd name="connsiteY664" fmla="*/ 540494 h 2027849"/>
                <a:gd name="connsiteX665" fmla="*/ 1234149 w 1994354"/>
                <a:gd name="connsiteY665" fmla="*/ 540998 h 2027849"/>
                <a:gd name="connsiteX666" fmla="*/ 1216012 w 1994354"/>
                <a:gd name="connsiteY666" fmla="*/ 551033 h 2027849"/>
                <a:gd name="connsiteX667" fmla="*/ 1205966 w 1994354"/>
                <a:gd name="connsiteY667" fmla="*/ 532889 h 2027849"/>
                <a:gd name="connsiteX668" fmla="*/ 1171337 w 1994354"/>
                <a:gd name="connsiteY668" fmla="*/ 694242 h 2027849"/>
                <a:gd name="connsiteX669" fmla="*/ 1161497 w 1994354"/>
                <a:gd name="connsiteY669" fmla="*/ 675799 h 2027849"/>
                <a:gd name="connsiteX670" fmla="*/ 1179943 w 1994354"/>
                <a:gd name="connsiteY670" fmla="*/ 665959 h 2027849"/>
                <a:gd name="connsiteX671" fmla="*/ 1189132 w 1994354"/>
                <a:gd name="connsiteY671" fmla="*/ 684737 h 2027849"/>
                <a:gd name="connsiteX672" fmla="*/ 1171337 w 1994354"/>
                <a:gd name="connsiteY672" fmla="*/ 694221 h 2027849"/>
                <a:gd name="connsiteX673" fmla="*/ 967029 w 1994354"/>
                <a:gd name="connsiteY673" fmla="*/ 1831156 h 2027849"/>
                <a:gd name="connsiteX674" fmla="*/ 976354 w 1994354"/>
                <a:gd name="connsiteY674" fmla="*/ 1849838 h 2027849"/>
                <a:gd name="connsiteX675" fmla="*/ 958012 w 1994354"/>
                <a:gd name="connsiteY675" fmla="*/ 1859647 h 2027849"/>
                <a:gd name="connsiteX676" fmla="*/ 948206 w 1994354"/>
                <a:gd name="connsiteY676" fmla="*/ 1841304 h 2027849"/>
                <a:gd name="connsiteX677" fmla="*/ 948411 w 1994354"/>
                <a:gd name="connsiteY677" fmla="*/ 1840667 h 2027849"/>
                <a:gd name="connsiteX678" fmla="*/ 967029 w 1994354"/>
                <a:gd name="connsiteY678" fmla="*/ 1831135 h 2027849"/>
                <a:gd name="connsiteX679" fmla="*/ 1041669 w 1994354"/>
                <a:gd name="connsiteY679" fmla="*/ 1589099 h 2027849"/>
                <a:gd name="connsiteX680" fmla="*/ 1032000 w 1994354"/>
                <a:gd name="connsiteY680" fmla="*/ 1570516 h 2027849"/>
                <a:gd name="connsiteX681" fmla="*/ 1050583 w 1994354"/>
                <a:gd name="connsiteY681" fmla="*/ 1560837 h 2027849"/>
                <a:gd name="connsiteX682" fmla="*/ 1060251 w 1994354"/>
                <a:gd name="connsiteY682" fmla="*/ 1579420 h 2027849"/>
                <a:gd name="connsiteX683" fmla="*/ 1060217 w 1994354"/>
                <a:gd name="connsiteY683" fmla="*/ 1579526 h 2027849"/>
                <a:gd name="connsiteX684" fmla="*/ 1041669 w 1994354"/>
                <a:gd name="connsiteY684" fmla="*/ 1589102 h 2027849"/>
                <a:gd name="connsiteX685" fmla="*/ 1104686 w 1994354"/>
                <a:gd name="connsiteY685" fmla="*/ 1436184 h 2027849"/>
                <a:gd name="connsiteX686" fmla="*/ 1086309 w 1994354"/>
                <a:gd name="connsiteY686" fmla="*/ 1445925 h 2027849"/>
                <a:gd name="connsiteX687" fmla="*/ 1076571 w 1994354"/>
                <a:gd name="connsiteY687" fmla="*/ 1427548 h 2027849"/>
                <a:gd name="connsiteX688" fmla="*/ 1094949 w 1994354"/>
                <a:gd name="connsiteY688" fmla="*/ 1417814 h 2027849"/>
                <a:gd name="connsiteX689" fmla="*/ 1104686 w 1994354"/>
                <a:gd name="connsiteY689" fmla="*/ 1436191 h 2027849"/>
                <a:gd name="connsiteX690" fmla="*/ 1128275 w 1994354"/>
                <a:gd name="connsiteY690" fmla="*/ 1310873 h 2027849"/>
                <a:gd name="connsiteX691" fmla="*/ 1118469 w 1994354"/>
                <a:gd name="connsiteY691" fmla="*/ 1292517 h 2027849"/>
                <a:gd name="connsiteX692" fmla="*/ 1136880 w 1994354"/>
                <a:gd name="connsiteY692" fmla="*/ 1282883 h 2027849"/>
                <a:gd name="connsiteX693" fmla="*/ 1146617 w 1994354"/>
                <a:gd name="connsiteY693" fmla="*/ 1301010 h 2027849"/>
                <a:gd name="connsiteX694" fmla="*/ 1128275 w 1994354"/>
                <a:gd name="connsiteY694" fmla="*/ 1310880 h 2027849"/>
                <a:gd name="connsiteX695" fmla="*/ 1359874 w 1994354"/>
                <a:gd name="connsiteY695" fmla="*/ 564816 h 2027849"/>
                <a:gd name="connsiteX696" fmla="*/ 1369303 w 1994354"/>
                <a:gd name="connsiteY696" fmla="*/ 583457 h 2027849"/>
                <a:gd name="connsiteX697" fmla="*/ 1350652 w 1994354"/>
                <a:gd name="connsiteY697" fmla="*/ 592876 h 2027849"/>
                <a:gd name="connsiteX698" fmla="*/ 1341291 w 1994354"/>
                <a:gd name="connsiteY698" fmla="*/ 574279 h 2027849"/>
                <a:gd name="connsiteX699" fmla="*/ 1359874 w 1994354"/>
                <a:gd name="connsiteY699" fmla="*/ 564816 h 2027849"/>
                <a:gd name="connsiteX700" fmla="*/ 1314960 w 1994354"/>
                <a:gd name="connsiteY700" fmla="*/ 707836 h 2027849"/>
                <a:gd name="connsiteX701" fmla="*/ 1325109 w 1994354"/>
                <a:gd name="connsiteY701" fmla="*/ 726103 h 2027849"/>
                <a:gd name="connsiteX702" fmla="*/ 1306869 w 1994354"/>
                <a:gd name="connsiteY702" fmla="*/ 736265 h 2027849"/>
                <a:gd name="connsiteX703" fmla="*/ 1296686 w 1994354"/>
                <a:gd name="connsiteY703" fmla="*/ 717998 h 2027849"/>
                <a:gd name="connsiteX704" fmla="*/ 1296720 w 1994354"/>
                <a:gd name="connsiteY704" fmla="*/ 717909 h 2027849"/>
                <a:gd name="connsiteX705" fmla="*/ 1314960 w 1994354"/>
                <a:gd name="connsiteY705" fmla="*/ 707836 h 2027849"/>
                <a:gd name="connsiteX706" fmla="*/ 1273097 w 1994354"/>
                <a:gd name="connsiteY706" fmla="*/ 843072 h 2027849"/>
                <a:gd name="connsiteX707" fmla="*/ 1282834 w 1994354"/>
                <a:gd name="connsiteY707" fmla="*/ 861319 h 2027849"/>
                <a:gd name="connsiteX708" fmla="*/ 1264594 w 1994354"/>
                <a:gd name="connsiteY708" fmla="*/ 871070 h 2027849"/>
                <a:gd name="connsiteX709" fmla="*/ 1254823 w 1994354"/>
                <a:gd name="connsiteY709" fmla="*/ 852916 h 2027849"/>
                <a:gd name="connsiteX710" fmla="*/ 1272994 w 1994354"/>
                <a:gd name="connsiteY710" fmla="*/ 843041 h 2027849"/>
                <a:gd name="connsiteX711" fmla="*/ 1273097 w 1994354"/>
                <a:gd name="connsiteY711" fmla="*/ 843072 h 2027849"/>
                <a:gd name="connsiteX712" fmla="*/ 1212994 w 1994354"/>
                <a:gd name="connsiteY712" fmla="*/ 987813 h 2027849"/>
                <a:gd name="connsiteX713" fmla="*/ 1231440 w 1994354"/>
                <a:gd name="connsiteY713" fmla="*/ 978240 h 2027849"/>
                <a:gd name="connsiteX714" fmla="*/ 1241040 w 1994354"/>
                <a:gd name="connsiteY714" fmla="*/ 996700 h 2027849"/>
                <a:gd name="connsiteX715" fmla="*/ 1222594 w 1994354"/>
                <a:gd name="connsiteY715" fmla="*/ 1006279 h 2027849"/>
                <a:gd name="connsiteX716" fmla="*/ 1212994 w 1994354"/>
                <a:gd name="connsiteY716" fmla="*/ 987813 h 2027849"/>
                <a:gd name="connsiteX717" fmla="*/ 1170275 w 1994354"/>
                <a:gd name="connsiteY717" fmla="*/ 1175829 h 2027849"/>
                <a:gd name="connsiteX718" fmla="*/ 1160229 w 1994354"/>
                <a:gd name="connsiteY718" fmla="*/ 1157510 h 2027849"/>
                <a:gd name="connsiteX719" fmla="*/ 1178537 w 1994354"/>
                <a:gd name="connsiteY719" fmla="*/ 1147464 h 2027849"/>
                <a:gd name="connsiteX720" fmla="*/ 1188583 w 1994354"/>
                <a:gd name="connsiteY720" fmla="*/ 1165783 h 2027849"/>
                <a:gd name="connsiteX721" fmla="*/ 1188583 w 1994354"/>
                <a:gd name="connsiteY721" fmla="*/ 1165817 h 2027849"/>
                <a:gd name="connsiteX722" fmla="*/ 1170275 w 1994354"/>
                <a:gd name="connsiteY722" fmla="*/ 1175829 h 2027849"/>
                <a:gd name="connsiteX723" fmla="*/ 1101806 w 1994354"/>
                <a:gd name="connsiteY723" fmla="*/ 1872964 h 2027849"/>
                <a:gd name="connsiteX724" fmla="*/ 1111817 w 1994354"/>
                <a:gd name="connsiteY724" fmla="*/ 1891420 h 2027849"/>
                <a:gd name="connsiteX725" fmla="*/ 1093269 w 1994354"/>
                <a:gd name="connsiteY725" fmla="*/ 1901524 h 2027849"/>
                <a:gd name="connsiteX726" fmla="*/ 1083394 w 1994354"/>
                <a:gd name="connsiteY726" fmla="*/ 1882955 h 2027849"/>
                <a:gd name="connsiteX727" fmla="*/ 1101806 w 1994354"/>
                <a:gd name="connsiteY727" fmla="*/ 1872964 h 2027849"/>
                <a:gd name="connsiteX728" fmla="*/ 1671977 w 1994354"/>
                <a:gd name="connsiteY728" fmla="*/ 513710 h 2027849"/>
                <a:gd name="connsiteX729" fmla="*/ 1681543 w 1994354"/>
                <a:gd name="connsiteY729" fmla="*/ 531744 h 2027849"/>
                <a:gd name="connsiteX730" fmla="*/ 1681406 w 1994354"/>
                <a:gd name="connsiteY730" fmla="*/ 532135 h 2027849"/>
                <a:gd name="connsiteX731" fmla="*/ 1662994 w 1994354"/>
                <a:gd name="connsiteY731" fmla="*/ 541543 h 2027849"/>
                <a:gd name="connsiteX732" fmla="*/ 1653566 w 1994354"/>
                <a:gd name="connsiteY732" fmla="*/ 523121 h 2027849"/>
                <a:gd name="connsiteX733" fmla="*/ 1671977 w 1994354"/>
                <a:gd name="connsiteY733" fmla="*/ 513707 h 2027849"/>
                <a:gd name="connsiteX734" fmla="*/ 1611497 w 1994354"/>
                <a:gd name="connsiteY734" fmla="*/ 658739 h 2027849"/>
                <a:gd name="connsiteX735" fmla="*/ 1629566 w 1994354"/>
                <a:gd name="connsiteY735" fmla="*/ 648669 h 2027849"/>
                <a:gd name="connsiteX736" fmla="*/ 1639646 w 1994354"/>
                <a:gd name="connsiteY736" fmla="*/ 666751 h 2027849"/>
                <a:gd name="connsiteX737" fmla="*/ 1621577 w 1994354"/>
                <a:gd name="connsiteY737" fmla="*/ 676817 h 2027849"/>
                <a:gd name="connsiteX738" fmla="*/ 1611497 w 1994354"/>
                <a:gd name="connsiteY738" fmla="*/ 658739 h 2027849"/>
                <a:gd name="connsiteX739" fmla="*/ 1577006 w 1994354"/>
                <a:gd name="connsiteY739" fmla="*/ 820077 h 2027849"/>
                <a:gd name="connsiteX740" fmla="*/ 1566789 w 1994354"/>
                <a:gd name="connsiteY740" fmla="*/ 801833 h 2027849"/>
                <a:gd name="connsiteX741" fmla="*/ 1585029 w 1994354"/>
                <a:gd name="connsiteY741" fmla="*/ 791630 h 2027849"/>
                <a:gd name="connsiteX742" fmla="*/ 1595246 w 1994354"/>
                <a:gd name="connsiteY742" fmla="*/ 809870 h 2027849"/>
                <a:gd name="connsiteX743" fmla="*/ 1595212 w 1994354"/>
                <a:gd name="connsiteY743" fmla="*/ 809997 h 2027849"/>
                <a:gd name="connsiteX744" fmla="*/ 1577006 w 1994354"/>
                <a:gd name="connsiteY744" fmla="*/ 820077 h 2027849"/>
                <a:gd name="connsiteX745" fmla="*/ 1543714 w 1994354"/>
                <a:gd name="connsiteY745" fmla="*/ 927011 h 2027849"/>
                <a:gd name="connsiteX746" fmla="*/ 1553246 w 1994354"/>
                <a:gd name="connsiteY746" fmla="*/ 945391 h 2027849"/>
                <a:gd name="connsiteX747" fmla="*/ 1534869 w 1994354"/>
                <a:gd name="connsiteY747" fmla="*/ 954930 h 2027849"/>
                <a:gd name="connsiteX748" fmla="*/ 1525337 w 1994354"/>
                <a:gd name="connsiteY748" fmla="*/ 936549 h 2027849"/>
                <a:gd name="connsiteX749" fmla="*/ 1525337 w 1994354"/>
                <a:gd name="connsiteY749" fmla="*/ 936532 h 2027849"/>
                <a:gd name="connsiteX750" fmla="*/ 1543372 w 1994354"/>
                <a:gd name="connsiteY750" fmla="*/ 926908 h 2027849"/>
                <a:gd name="connsiteX751" fmla="*/ 1543714 w 1994354"/>
                <a:gd name="connsiteY751" fmla="*/ 927021 h 2027849"/>
                <a:gd name="connsiteX752" fmla="*/ 1501440 w 1994354"/>
                <a:gd name="connsiteY752" fmla="*/ 1061880 h 2027849"/>
                <a:gd name="connsiteX753" fmla="*/ 1511520 w 1994354"/>
                <a:gd name="connsiteY753" fmla="*/ 1080155 h 2027849"/>
                <a:gd name="connsiteX754" fmla="*/ 1493246 w 1994354"/>
                <a:gd name="connsiteY754" fmla="*/ 1090235 h 2027849"/>
                <a:gd name="connsiteX755" fmla="*/ 1483166 w 1994354"/>
                <a:gd name="connsiteY755" fmla="*/ 1071960 h 2027849"/>
                <a:gd name="connsiteX756" fmla="*/ 1501440 w 1994354"/>
                <a:gd name="connsiteY756" fmla="*/ 1061880 h 2027849"/>
                <a:gd name="connsiteX757" fmla="*/ 1449326 w 1994354"/>
                <a:gd name="connsiteY757" fmla="*/ 1231468 h 2027849"/>
                <a:gd name="connsiteX758" fmla="*/ 1459029 w 1994354"/>
                <a:gd name="connsiteY758" fmla="*/ 1249968 h 2027849"/>
                <a:gd name="connsiteX759" fmla="*/ 1440549 w 1994354"/>
                <a:gd name="connsiteY759" fmla="*/ 1259678 h 2027849"/>
                <a:gd name="connsiteX760" fmla="*/ 1430812 w 1994354"/>
                <a:gd name="connsiteY760" fmla="*/ 1241177 h 2027849"/>
                <a:gd name="connsiteX761" fmla="*/ 1430880 w 1994354"/>
                <a:gd name="connsiteY761" fmla="*/ 1241006 h 2027849"/>
                <a:gd name="connsiteX762" fmla="*/ 1449291 w 1994354"/>
                <a:gd name="connsiteY762" fmla="*/ 1231464 h 2027849"/>
                <a:gd name="connsiteX763" fmla="*/ 1449326 w 1994354"/>
                <a:gd name="connsiteY763" fmla="*/ 1231478 h 2027849"/>
                <a:gd name="connsiteX764" fmla="*/ 1312320 w 1994354"/>
                <a:gd name="connsiteY764" fmla="*/ 1673068 h 2027849"/>
                <a:gd name="connsiteX765" fmla="*/ 1302103 w 1994354"/>
                <a:gd name="connsiteY765" fmla="*/ 1654773 h 2027849"/>
                <a:gd name="connsiteX766" fmla="*/ 1320411 w 1994354"/>
                <a:gd name="connsiteY766" fmla="*/ 1644552 h 2027849"/>
                <a:gd name="connsiteX767" fmla="*/ 1330629 w 1994354"/>
                <a:gd name="connsiteY767" fmla="*/ 1662851 h 2027849"/>
                <a:gd name="connsiteX768" fmla="*/ 1330560 w 1994354"/>
                <a:gd name="connsiteY768" fmla="*/ 1663043 h 2027849"/>
                <a:gd name="connsiteX769" fmla="*/ 1312320 w 1994354"/>
                <a:gd name="connsiteY769" fmla="*/ 1673078 h 2027849"/>
                <a:gd name="connsiteX770" fmla="*/ 1366046 w 1994354"/>
                <a:gd name="connsiteY770" fmla="*/ 1501855 h 2027849"/>
                <a:gd name="connsiteX771" fmla="*/ 1374960 w 1994354"/>
                <a:gd name="connsiteY771" fmla="*/ 1520702 h 2027849"/>
                <a:gd name="connsiteX772" fmla="*/ 1356103 w 1994354"/>
                <a:gd name="connsiteY772" fmla="*/ 1529616 h 2027849"/>
                <a:gd name="connsiteX773" fmla="*/ 1347189 w 1994354"/>
                <a:gd name="connsiteY773" fmla="*/ 1510770 h 2027849"/>
                <a:gd name="connsiteX774" fmla="*/ 1347223 w 1994354"/>
                <a:gd name="connsiteY774" fmla="*/ 1510701 h 2027849"/>
                <a:gd name="connsiteX775" fmla="*/ 1365909 w 1994354"/>
                <a:gd name="connsiteY775" fmla="*/ 1501811 h 2027849"/>
                <a:gd name="connsiteX776" fmla="*/ 1366046 w 1994354"/>
                <a:gd name="connsiteY776" fmla="*/ 1501859 h 2027849"/>
                <a:gd name="connsiteX777" fmla="*/ 1407737 w 1994354"/>
                <a:gd name="connsiteY777" fmla="*/ 1366807 h 2027849"/>
                <a:gd name="connsiteX778" fmla="*/ 1416823 w 1994354"/>
                <a:gd name="connsiteY778" fmla="*/ 1385500 h 2027849"/>
                <a:gd name="connsiteX779" fmla="*/ 1398137 w 1994354"/>
                <a:gd name="connsiteY779" fmla="*/ 1394592 h 2027849"/>
                <a:gd name="connsiteX780" fmla="*/ 1389052 w 1994354"/>
                <a:gd name="connsiteY780" fmla="*/ 1375900 h 2027849"/>
                <a:gd name="connsiteX781" fmla="*/ 1389086 w 1994354"/>
                <a:gd name="connsiteY781" fmla="*/ 1375783 h 2027849"/>
                <a:gd name="connsiteX782" fmla="*/ 1407463 w 1994354"/>
                <a:gd name="connsiteY782" fmla="*/ 1366718 h 2027849"/>
                <a:gd name="connsiteX783" fmla="*/ 1407737 w 1994354"/>
                <a:gd name="connsiteY783" fmla="*/ 1366811 h 2027849"/>
                <a:gd name="connsiteX784" fmla="*/ 1278652 w 1994354"/>
                <a:gd name="connsiteY784" fmla="*/ 1779950 h 2027849"/>
                <a:gd name="connsiteX785" fmla="*/ 1288594 w 1994354"/>
                <a:gd name="connsiteY785" fmla="*/ 1798008 h 2027849"/>
                <a:gd name="connsiteX786" fmla="*/ 1270560 w 1994354"/>
                <a:gd name="connsiteY786" fmla="*/ 1807965 h 2027849"/>
                <a:gd name="connsiteX787" fmla="*/ 1260583 w 1994354"/>
                <a:gd name="connsiteY787" fmla="*/ 1789941 h 2027849"/>
                <a:gd name="connsiteX788" fmla="*/ 1278069 w 1994354"/>
                <a:gd name="connsiteY788" fmla="*/ 1779768 h 2027849"/>
                <a:gd name="connsiteX789" fmla="*/ 1278652 w 1994354"/>
                <a:gd name="connsiteY789" fmla="*/ 1779936 h 2027849"/>
                <a:gd name="connsiteX790" fmla="*/ 1236823 w 1994354"/>
                <a:gd name="connsiteY790" fmla="*/ 1914871 h 2027849"/>
                <a:gd name="connsiteX791" fmla="*/ 1246766 w 1994354"/>
                <a:gd name="connsiteY791" fmla="*/ 1933149 h 2027849"/>
                <a:gd name="connsiteX792" fmla="*/ 1246766 w 1994354"/>
                <a:gd name="connsiteY792" fmla="*/ 1933169 h 2027849"/>
                <a:gd name="connsiteX793" fmla="*/ 1228937 w 1994354"/>
                <a:gd name="connsiteY793" fmla="*/ 1943616 h 2027849"/>
                <a:gd name="connsiteX794" fmla="*/ 1218480 w 1994354"/>
                <a:gd name="connsiteY794" fmla="*/ 1925774 h 2027849"/>
                <a:gd name="connsiteX795" fmla="*/ 1218686 w 1994354"/>
                <a:gd name="connsiteY795" fmla="*/ 1925054 h 2027849"/>
                <a:gd name="connsiteX796" fmla="*/ 1236789 w 1994354"/>
                <a:gd name="connsiteY796" fmla="*/ 1914851 h 2027849"/>
                <a:gd name="connsiteX797" fmla="*/ 1236823 w 1994354"/>
                <a:gd name="connsiteY797" fmla="*/ 1914857 h 2027849"/>
                <a:gd name="connsiteX798" fmla="*/ 1414389 w 1994354"/>
                <a:gd name="connsiteY798" fmla="*/ 1822056 h 2027849"/>
                <a:gd name="connsiteX799" fmla="*/ 1423440 w 1994354"/>
                <a:gd name="connsiteY799" fmla="*/ 1840584 h 2027849"/>
                <a:gd name="connsiteX800" fmla="*/ 1404926 w 1994354"/>
                <a:gd name="connsiteY800" fmla="*/ 1849636 h 2027849"/>
                <a:gd name="connsiteX801" fmla="*/ 1395806 w 1994354"/>
                <a:gd name="connsiteY801" fmla="*/ 1831269 h 2027849"/>
                <a:gd name="connsiteX802" fmla="*/ 1414389 w 1994354"/>
                <a:gd name="connsiteY802" fmla="*/ 1822039 h 2027849"/>
                <a:gd name="connsiteX803" fmla="*/ 1414389 w 1994354"/>
                <a:gd name="connsiteY803" fmla="*/ 1822043 h 2027849"/>
                <a:gd name="connsiteX804" fmla="*/ 1372320 w 1994354"/>
                <a:gd name="connsiteY804" fmla="*/ 1956909 h 2027849"/>
                <a:gd name="connsiteX805" fmla="*/ 1381989 w 1994354"/>
                <a:gd name="connsiteY805" fmla="*/ 1975495 h 2027849"/>
                <a:gd name="connsiteX806" fmla="*/ 1363372 w 1994354"/>
                <a:gd name="connsiteY806" fmla="*/ 1985332 h 2027849"/>
                <a:gd name="connsiteX807" fmla="*/ 1353840 w 1994354"/>
                <a:gd name="connsiteY807" fmla="*/ 1966615 h 2027849"/>
                <a:gd name="connsiteX808" fmla="*/ 1372320 w 1994354"/>
                <a:gd name="connsiteY808" fmla="*/ 1956895 h 2027849"/>
                <a:gd name="connsiteX809" fmla="*/ 1456115 w 1994354"/>
                <a:gd name="connsiteY809" fmla="*/ 1686669 h 2027849"/>
                <a:gd name="connsiteX810" fmla="*/ 1465852 w 1994354"/>
                <a:gd name="connsiteY810" fmla="*/ 1705214 h 2027849"/>
                <a:gd name="connsiteX811" fmla="*/ 1447303 w 1994354"/>
                <a:gd name="connsiteY811" fmla="*/ 1714951 h 2027849"/>
                <a:gd name="connsiteX812" fmla="*/ 1437566 w 1994354"/>
                <a:gd name="connsiteY812" fmla="*/ 1696396 h 2027849"/>
                <a:gd name="connsiteX813" fmla="*/ 1456115 w 1994354"/>
                <a:gd name="connsiteY813" fmla="*/ 1686655 h 2027849"/>
                <a:gd name="connsiteX814" fmla="*/ 1500480 w 1994354"/>
                <a:gd name="connsiteY814" fmla="*/ 1543560 h 2027849"/>
                <a:gd name="connsiteX815" fmla="*/ 1510251 w 1994354"/>
                <a:gd name="connsiteY815" fmla="*/ 1562075 h 2027849"/>
                <a:gd name="connsiteX816" fmla="*/ 1491737 w 1994354"/>
                <a:gd name="connsiteY816" fmla="*/ 1571767 h 2027849"/>
                <a:gd name="connsiteX817" fmla="*/ 1482069 w 1994354"/>
                <a:gd name="connsiteY817" fmla="*/ 1553263 h 2027849"/>
                <a:gd name="connsiteX818" fmla="*/ 1500480 w 1994354"/>
                <a:gd name="connsiteY818" fmla="*/ 1543547 h 2027849"/>
                <a:gd name="connsiteX819" fmla="*/ 1575806 w 1994354"/>
                <a:gd name="connsiteY819" fmla="*/ 1301640 h 2027849"/>
                <a:gd name="connsiteX820" fmla="*/ 1565897 w 1994354"/>
                <a:gd name="connsiteY820" fmla="*/ 1283256 h 2027849"/>
                <a:gd name="connsiteX821" fmla="*/ 1584103 w 1994354"/>
                <a:gd name="connsiteY821" fmla="*/ 1273289 h 2027849"/>
                <a:gd name="connsiteX822" fmla="*/ 1594697 w 1994354"/>
                <a:gd name="connsiteY822" fmla="*/ 1291300 h 2027849"/>
                <a:gd name="connsiteX823" fmla="*/ 1576663 w 1994354"/>
                <a:gd name="connsiteY823" fmla="*/ 1301880 h 2027849"/>
                <a:gd name="connsiteX824" fmla="*/ 1575806 w 1994354"/>
                <a:gd name="connsiteY824" fmla="*/ 1301627 h 2027849"/>
                <a:gd name="connsiteX825" fmla="*/ 1628229 w 1994354"/>
                <a:gd name="connsiteY825" fmla="*/ 1132135 h 2027849"/>
                <a:gd name="connsiteX826" fmla="*/ 1618492 w 1994354"/>
                <a:gd name="connsiteY826" fmla="*/ 1113665 h 2027849"/>
                <a:gd name="connsiteX827" fmla="*/ 1636800 w 1994354"/>
                <a:gd name="connsiteY827" fmla="*/ 1103880 h 2027849"/>
                <a:gd name="connsiteX828" fmla="*/ 1646674 w 1994354"/>
                <a:gd name="connsiteY828" fmla="*/ 1122326 h 2027849"/>
                <a:gd name="connsiteX829" fmla="*/ 1628229 w 1994354"/>
                <a:gd name="connsiteY829" fmla="*/ 1132121 h 2027849"/>
                <a:gd name="connsiteX830" fmla="*/ 1507475 w 1994354"/>
                <a:gd name="connsiteY830" fmla="*/ 1998854 h 2027849"/>
                <a:gd name="connsiteX831" fmla="*/ 1517006 w 1994354"/>
                <a:gd name="connsiteY831" fmla="*/ 2016230 h 2027849"/>
                <a:gd name="connsiteX832" fmla="*/ 1516629 w 1994354"/>
                <a:gd name="connsiteY832" fmla="*/ 2017303 h 2027849"/>
                <a:gd name="connsiteX833" fmla="*/ 1499006 w 1994354"/>
                <a:gd name="connsiteY833" fmla="*/ 2027332 h 2027849"/>
                <a:gd name="connsiteX834" fmla="*/ 1498457 w 1994354"/>
                <a:gd name="connsiteY834" fmla="*/ 2027174 h 2027849"/>
                <a:gd name="connsiteX835" fmla="*/ 1488994 w 1994354"/>
                <a:gd name="connsiteY835" fmla="*/ 2008499 h 2027849"/>
                <a:gd name="connsiteX836" fmla="*/ 1507475 w 1994354"/>
                <a:gd name="connsiteY836" fmla="*/ 1998840 h 2027849"/>
                <a:gd name="connsiteX837" fmla="*/ 1626994 w 1994354"/>
                <a:gd name="connsiteY837" fmla="*/ 1613682 h 2027849"/>
                <a:gd name="connsiteX838" fmla="*/ 1617532 w 1994354"/>
                <a:gd name="connsiteY838" fmla="*/ 1595102 h 2027849"/>
                <a:gd name="connsiteX839" fmla="*/ 1635429 w 1994354"/>
                <a:gd name="connsiteY839" fmla="*/ 1585437 h 2027849"/>
                <a:gd name="connsiteX840" fmla="*/ 1644617 w 1994354"/>
                <a:gd name="connsiteY840" fmla="*/ 1604150 h 2027849"/>
                <a:gd name="connsiteX841" fmla="*/ 1626994 w 1994354"/>
                <a:gd name="connsiteY841" fmla="*/ 1613668 h 2027849"/>
                <a:gd name="connsiteX842" fmla="*/ 1814023 w 1994354"/>
                <a:gd name="connsiteY842" fmla="*/ 1010887 h 2027849"/>
                <a:gd name="connsiteX843" fmla="*/ 1822972 w 1994354"/>
                <a:gd name="connsiteY843" fmla="*/ 1029559 h 2027849"/>
                <a:gd name="connsiteX844" fmla="*/ 1805040 w 1994354"/>
                <a:gd name="connsiteY844" fmla="*/ 1038744 h 2027849"/>
                <a:gd name="connsiteX845" fmla="*/ 1795611 w 1994354"/>
                <a:gd name="connsiteY845" fmla="*/ 1020316 h 2027849"/>
                <a:gd name="connsiteX846" fmla="*/ 1814023 w 1994354"/>
                <a:gd name="connsiteY846" fmla="*/ 1010873 h 2027849"/>
                <a:gd name="connsiteX847" fmla="*/ 1855749 w 1994354"/>
                <a:gd name="connsiteY847" fmla="*/ 875599 h 2027849"/>
                <a:gd name="connsiteX848" fmla="*/ 1864972 w 1994354"/>
                <a:gd name="connsiteY848" fmla="*/ 894357 h 2027849"/>
                <a:gd name="connsiteX849" fmla="*/ 1847109 w 1994354"/>
                <a:gd name="connsiteY849" fmla="*/ 903854 h 2027849"/>
                <a:gd name="connsiteX850" fmla="*/ 1837303 w 1994354"/>
                <a:gd name="connsiteY850" fmla="*/ 885405 h 2027849"/>
                <a:gd name="connsiteX851" fmla="*/ 1855749 w 1994354"/>
                <a:gd name="connsiteY851" fmla="*/ 875592 h 2027849"/>
                <a:gd name="connsiteX852" fmla="*/ 1686789 w 1994354"/>
                <a:gd name="connsiteY852" fmla="*/ 1468807 h 2027849"/>
                <a:gd name="connsiteX853" fmla="*/ 1669783 w 1994354"/>
                <a:gd name="connsiteY853" fmla="*/ 1478863 h 2027849"/>
                <a:gd name="connsiteX854" fmla="*/ 1668686 w 1994354"/>
                <a:gd name="connsiteY854" fmla="*/ 1478538 h 2027849"/>
                <a:gd name="connsiteX855" fmla="*/ 1659291 w 1994354"/>
                <a:gd name="connsiteY855" fmla="*/ 1459999 h 2027849"/>
                <a:gd name="connsiteX856" fmla="*/ 1677532 w 1994354"/>
                <a:gd name="connsiteY856" fmla="*/ 1450512 h 2027849"/>
                <a:gd name="connsiteX857" fmla="*/ 1687166 w 1994354"/>
                <a:gd name="connsiteY857" fmla="*/ 1467635 h 2027849"/>
                <a:gd name="connsiteX858" fmla="*/ 1686789 w 1994354"/>
                <a:gd name="connsiteY858" fmla="*/ 1468793 h 2027849"/>
                <a:gd name="connsiteX859" fmla="*/ 1719223 w 1994354"/>
                <a:gd name="connsiteY859" fmla="*/ 1315207 h 2027849"/>
                <a:gd name="connsiteX860" fmla="*/ 1728686 w 1994354"/>
                <a:gd name="connsiteY860" fmla="*/ 1333828 h 2027849"/>
                <a:gd name="connsiteX861" fmla="*/ 1710857 w 1994354"/>
                <a:gd name="connsiteY861" fmla="*/ 1343534 h 2027849"/>
                <a:gd name="connsiteX862" fmla="*/ 1700880 w 1994354"/>
                <a:gd name="connsiteY862" fmla="*/ 1325181 h 2027849"/>
                <a:gd name="connsiteX863" fmla="*/ 1719223 w 1994354"/>
                <a:gd name="connsiteY863" fmla="*/ 1315193 h 2027849"/>
                <a:gd name="connsiteX864" fmla="*/ 1549543 w 1994354"/>
                <a:gd name="connsiteY864" fmla="*/ 1863988 h 2027849"/>
                <a:gd name="connsiteX865" fmla="*/ 1558457 w 1994354"/>
                <a:gd name="connsiteY865" fmla="*/ 1882584 h 2027849"/>
                <a:gd name="connsiteX866" fmla="*/ 1540251 w 1994354"/>
                <a:gd name="connsiteY866" fmla="*/ 1891636 h 2027849"/>
                <a:gd name="connsiteX867" fmla="*/ 1531063 w 1994354"/>
                <a:gd name="connsiteY867" fmla="*/ 1873159 h 2027849"/>
                <a:gd name="connsiteX868" fmla="*/ 1549543 w 1994354"/>
                <a:gd name="connsiteY868" fmla="*/ 1863974 h 2027849"/>
                <a:gd name="connsiteX869" fmla="*/ 1591372 w 1994354"/>
                <a:gd name="connsiteY869" fmla="*/ 1728635 h 2027849"/>
                <a:gd name="connsiteX870" fmla="*/ 1600697 w 1994354"/>
                <a:gd name="connsiteY870" fmla="*/ 1746384 h 2027849"/>
                <a:gd name="connsiteX871" fmla="*/ 1600423 w 1994354"/>
                <a:gd name="connsiteY871" fmla="*/ 1747149 h 2027849"/>
                <a:gd name="connsiteX872" fmla="*/ 1583383 w 1994354"/>
                <a:gd name="connsiteY872" fmla="*/ 1757119 h 2027849"/>
                <a:gd name="connsiteX873" fmla="*/ 1582251 w 1994354"/>
                <a:gd name="connsiteY873" fmla="*/ 1756776 h 2027849"/>
                <a:gd name="connsiteX874" fmla="*/ 1572720 w 1994354"/>
                <a:gd name="connsiteY874" fmla="*/ 1738139 h 2027849"/>
                <a:gd name="connsiteX875" fmla="*/ 1591372 w 1994354"/>
                <a:gd name="connsiteY875" fmla="*/ 1728621 h 2027849"/>
                <a:gd name="connsiteX876" fmla="*/ 1933132 w 1994354"/>
                <a:gd name="connsiteY876" fmla="*/ 625320 h 2027849"/>
                <a:gd name="connsiteX877" fmla="*/ 1923874 w 1994354"/>
                <a:gd name="connsiteY877" fmla="*/ 606844 h 2027849"/>
                <a:gd name="connsiteX878" fmla="*/ 1942354 w 1994354"/>
                <a:gd name="connsiteY878" fmla="*/ 597593 h 2027849"/>
                <a:gd name="connsiteX879" fmla="*/ 1951783 w 1994354"/>
                <a:gd name="connsiteY879" fmla="*/ 614729 h 2027849"/>
                <a:gd name="connsiteX880" fmla="*/ 1951337 w 1994354"/>
                <a:gd name="connsiteY880" fmla="*/ 615998 h 2027849"/>
                <a:gd name="connsiteX881" fmla="*/ 1934674 w 1994354"/>
                <a:gd name="connsiteY881" fmla="*/ 625800 h 2027849"/>
                <a:gd name="connsiteX882" fmla="*/ 1933132 w 1994354"/>
                <a:gd name="connsiteY882" fmla="*/ 625307 h 2027849"/>
                <a:gd name="connsiteX883" fmla="*/ 1909577 w 1994354"/>
                <a:gd name="connsiteY883" fmla="*/ 750669 h 2027849"/>
                <a:gd name="connsiteX884" fmla="*/ 1892640 w 1994354"/>
                <a:gd name="connsiteY884" fmla="*/ 760999 h 2027849"/>
                <a:gd name="connsiteX885" fmla="*/ 1891611 w 1994354"/>
                <a:gd name="connsiteY885" fmla="*/ 760704 h 2027849"/>
                <a:gd name="connsiteX886" fmla="*/ 1881703 w 1994354"/>
                <a:gd name="connsiteY886" fmla="*/ 742348 h 2027849"/>
                <a:gd name="connsiteX887" fmla="*/ 1900046 w 1994354"/>
                <a:gd name="connsiteY887" fmla="*/ 732429 h 2027849"/>
                <a:gd name="connsiteX888" fmla="*/ 1909955 w 1994354"/>
                <a:gd name="connsiteY888" fmla="*/ 749441 h 2027849"/>
                <a:gd name="connsiteX889" fmla="*/ 1909577 w 1994354"/>
                <a:gd name="connsiteY889" fmla="*/ 750669 h 2027849"/>
                <a:gd name="connsiteX890" fmla="*/ 1763006 w 1994354"/>
                <a:gd name="connsiteY890" fmla="*/ 1173947 h 2027849"/>
                <a:gd name="connsiteX891" fmla="*/ 1753577 w 1994354"/>
                <a:gd name="connsiteY891" fmla="*/ 1155316 h 2027849"/>
                <a:gd name="connsiteX892" fmla="*/ 1772194 w 1994354"/>
                <a:gd name="connsiteY892" fmla="*/ 1145877 h 2027849"/>
                <a:gd name="connsiteX893" fmla="*/ 1781109 w 1994354"/>
                <a:gd name="connsiteY893" fmla="*/ 1164775 h 2027849"/>
                <a:gd name="connsiteX894" fmla="*/ 1763006 w 1994354"/>
                <a:gd name="connsiteY894" fmla="*/ 1173947 h 202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Lst>
              <a:rect l="l" t="t" r="r" b="b"/>
              <a:pathLst>
                <a:path w="1994354" h="2027849">
                  <a:moveTo>
                    <a:pt x="1991760" y="484629"/>
                  </a:moveTo>
                  <a:cubicBezTo>
                    <a:pt x="1988229" y="489871"/>
                    <a:pt x="1981783" y="492281"/>
                    <a:pt x="1975680" y="490615"/>
                  </a:cubicBezTo>
                  <a:cubicBezTo>
                    <a:pt x="1969372" y="488719"/>
                    <a:pt x="1965052" y="482980"/>
                    <a:pt x="1964914" y="476410"/>
                  </a:cubicBezTo>
                  <a:cubicBezTo>
                    <a:pt x="1964949" y="469567"/>
                    <a:pt x="1969680" y="463639"/>
                    <a:pt x="1976332" y="462086"/>
                  </a:cubicBezTo>
                  <a:cubicBezTo>
                    <a:pt x="1977806" y="461699"/>
                    <a:pt x="1979280" y="461325"/>
                    <a:pt x="1980754" y="460944"/>
                  </a:cubicBezTo>
                  <a:cubicBezTo>
                    <a:pt x="1982914" y="461630"/>
                    <a:pt x="1985109" y="462292"/>
                    <a:pt x="1987269" y="462967"/>
                  </a:cubicBezTo>
                  <a:cubicBezTo>
                    <a:pt x="1988160" y="463927"/>
                    <a:pt x="1989052" y="464897"/>
                    <a:pt x="1989977" y="465847"/>
                  </a:cubicBezTo>
                  <a:cubicBezTo>
                    <a:pt x="1995052" y="470839"/>
                    <a:pt x="1995806" y="478769"/>
                    <a:pt x="1991760" y="484629"/>
                  </a:cubicBezTo>
                  <a:close/>
                  <a:moveTo>
                    <a:pt x="1670160" y="996885"/>
                  </a:moveTo>
                  <a:cubicBezTo>
                    <a:pt x="1662411" y="994629"/>
                    <a:pt x="1657955" y="986507"/>
                    <a:pt x="1660183" y="978748"/>
                  </a:cubicBezTo>
                  <a:cubicBezTo>
                    <a:pt x="1662446" y="970985"/>
                    <a:pt x="1670571" y="966525"/>
                    <a:pt x="1678320" y="968784"/>
                  </a:cubicBezTo>
                  <a:cubicBezTo>
                    <a:pt x="1678457" y="968819"/>
                    <a:pt x="1678560" y="968856"/>
                    <a:pt x="1678697" y="968894"/>
                  </a:cubicBezTo>
                  <a:cubicBezTo>
                    <a:pt x="1686446" y="971150"/>
                    <a:pt x="1690903" y="979272"/>
                    <a:pt x="1688674" y="987031"/>
                  </a:cubicBezTo>
                  <a:cubicBezTo>
                    <a:pt x="1686411" y="994793"/>
                    <a:pt x="1678286" y="999254"/>
                    <a:pt x="1670537" y="996995"/>
                  </a:cubicBezTo>
                  <a:cubicBezTo>
                    <a:pt x="1670400" y="996960"/>
                    <a:pt x="1670297" y="996923"/>
                    <a:pt x="1670160" y="996885"/>
                  </a:cubicBezTo>
                  <a:close/>
                  <a:moveTo>
                    <a:pt x="1712194" y="862015"/>
                  </a:moveTo>
                  <a:cubicBezTo>
                    <a:pt x="1704377" y="859711"/>
                    <a:pt x="1699886" y="851493"/>
                    <a:pt x="1702183" y="843662"/>
                  </a:cubicBezTo>
                  <a:cubicBezTo>
                    <a:pt x="1704480" y="835831"/>
                    <a:pt x="1712709" y="831353"/>
                    <a:pt x="1720526" y="833657"/>
                  </a:cubicBezTo>
                  <a:cubicBezTo>
                    <a:pt x="1728343" y="835951"/>
                    <a:pt x="1732834" y="844115"/>
                    <a:pt x="1730571" y="851925"/>
                  </a:cubicBezTo>
                  <a:cubicBezTo>
                    <a:pt x="1728137" y="859673"/>
                    <a:pt x="1720046" y="864127"/>
                    <a:pt x="1712194" y="862015"/>
                  </a:cubicBezTo>
                  <a:close/>
                  <a:moveTo>
                    <a:pt x="1756526" y="718790"/>
                  </a:moveTo>
                  <a:cubicBezTo>
                    <a:pt x="1748743" y="716380"/>
                    <a:pt x="1744354" y="708110"/>
                    <a:pt x="1746789" y="700317"/>
                  </a:cubicBezTo>
                  <a:cubicBezTo>
                    <a:pt x="1749154" y="692623"/>
                    <a:pt x="1757246" y="688252"/>
                    <a:pt x="1764994" y="690490"/>
                  </a:cubicBezTo>
                  <a:cubicBezTo>
                    <a:pt x="1772709" y="692983"/>
                    <a:pt x="1777063" y="701119"/>
                    <a:pt x="1774903" y="708926"/>
                  </a:cubicBezTo>
                  <a:cubicBezTo>
                    <a:pt x="1772469" y="716657"/>
                    <a:pt x="1764309" y="721039"/>
                    <a:pt x="1756526" y="718790"/>
                  </a:cubicBezTo>
                  <a:close/>
                  <a:moveTo>
                    <a:pt x="1798046" y="583409"/>
                  </a:moveTo>
                  <a:cubicBezTo>
                    <a:pt x="1790332" y="580992"/>
                    <a:pt x="1786080" y="572794"/>
                    <a:pt x="1788480" y="565097"/>
                  </a:cubicBezTo>
                  <a:cubicBezTo>
                    <a:pt x="1790914" y="557397"/>
                    <a:pt x="1799109" y="553115"/>
                    <a:pt x="1806789" y="555532"/>
                  </a:cubicBezTo>
                  <a:cubicBezTo>
                    <a:pt x="1806960" y="555583"/>
                    <a:pt x="1807097" y="555635"/>
                    <a:pt x="1807269" y="555689"/>
                  </a:cubicBezTo>
                  <a:cubicBezTo>
                    <a:pt x="1814983" y="558106"/>
                    <a:pt x="1819234" y="566304"/>
                    <a:pt x="1816834" y="574002"/>
                  </a:cubicBezTo>
                  <a:cubicBezTo>
                    <a:pt x="1814400" y="581702"/>
                    <a:pt x="1806206" y="585984"/>
                    <a:pt x="1798526" y="583567"/>
                  </a:cubicBezTo>
                  <a:cubicBezTo>
                    <a:pt x="1798354" y="583516"/>
                    <a:pt x="1798217" y="583464"/>
                    <a:pt x="1798046" y="583409"/>
                  </a:cubicBezTo>
                  <a:close/>
                  <a:moveTo>
                    <a:pt x="1839874" y="448499"/>
                  </a:moveTo>
                  <a:cubicBezTo>
                    <a:pt x="1833669" y="446359"/>
                    <a:pt x="1829623" y="440397"/>
                    <a:pt x="1829897" y="433841"/>
                  </a:cubicBezTo>
                  <a:cubicBezTo>
                    <a:pt x="1830137" y="427019"/>
                    <a:pt x="1835074" y="421276"/>
                    <a:pt x="1841795" y="420038"/>
                  </a:cubicBezTo>
                  <a:cubicBezTo>
                    <a:pt x="1843303" y="419729"/>
                    <a:pt x="1844846" y="419517"/>
                    <a:pt x="1846389" y="419260"/>
                  </a:cubicBezTo>
                  <a:cubicBezTo>
                    <a:pt x="1848137" y="419801"/>
                    <a:pt x="1849852" y="420340"/>
                    <a:pt x="1851600" y="420878"/>
                  </a:cubicBezTo>
                  <a:cubicBezTo>
                    <a:pt x="1852732" y="421955"/>
                    <a:pt x="1853897" y="422997"/>
                    <a:pt x="1854960" y="424115"/>
                  </a:cubicBezTo>
                  <a:cubicBezTo>
                    <a:pt x="1859589" y="428757"/>
                    <a:pt x="1860617" y="435895"/>
                    <a:pt x="1857463" y="441648"/>
                  </a:cubicBezTo>
                  <a:cubicBezTo>
                    <a:pt x="1853931" y="447772"/>
                    <a:pt x="1846629" y="450617"/>
                    <a:pt x="1839874" y="448499"/>
                  </a:cubicBezTo>
                  <a:close/>
                  <a:moveTo>
                    <a:pt x="1542446" y="1408602"/>
                  </a:moveTo>
                  <a:cubicBezTo>
                    <a:pt x="1550160" y="1411070"/>
                    <a:pt x="1554480" y="1419271"/>
                    <a:pt x="1552149" y="1427033"/>
                  </a:cubicBezTo>
                  <a:cubicBezTo>
                    <a:pt x="1549543" y="1434696"/>
                    <a:pt x="1541315" y="1438924"/>
                    <a:pt x="1533566" y="1436610"/>
                  </a:cubicBezTo>
                  <a:cubicBezTo>
                    <a:pt x="1525852" y="1434100"/>
                    <a:pt x="1521566" y="1425854"/>
                    <a:pt x="1523966" y="1418095"/>
                  </a:cubicBezTo>
                  <a:cubicBezTo>
                    <a:pt x="1526434" y="1410371"/>
                    <a:pt x="1534732" y="1406119"/>
                    <a:pt x="1542446" y="1408602"/>
                  </a:cubicBezTo>
                  <a:close/>
                  <a:moveTo>
                    <a:pt x="1705269" y="406742"/>
                  </a:moveTo>
                  <a:cubicBezTo>
                    <a:pt x="1698994" y="404781"/>
                    <a:pt x="1694709" y="398997"/>
                    <a:pt x="1694640" y="392424"/>
                  </a:cubicBezTo>
                  <a:cubicBezTo>
                    <a:pt x="1694709" y="385564"/>
                    <a:pt x="1699543" y="379667"/>
                    <a:pt x="1706229" y="378199"/>
                  </a:cubicBezTo>
                  <a:cubicBezTo>
                    <a:pt x="1707703" y="377832"/>
                    <a:pt x="1709212" y="377513"/>
                    <a:pt x="1710720" y="377171"/>
                  </a:cubicBezTo>
                  <a:cubicBezTo>
                    <a:pt x="1712880" y="377856"/>
                    <a:pt x="1715074" y="378518"/>
                    <a:pt x="1717234" y="379193"/>
                  </a:cubicBezTo>
                  <a:cubicBezTo>
                    <a:pt x="1718263" y="380342"/>
                    <a:pt x="1719257" y="381491"/>
                    <a:pt x="1720286" y="382643"/>
                  </a:cubicBezTo>
                  <a:cubicBezTo>
                    <a:pt x="1724880" y="387710"/>
                    <a:pt x="1725394" y="395280"/>
                    <a:pt x="1721520" y="400920"/>
                  </a:cubicBezTo>
                  <a:cubicBezTo>
                    <a:pt x="1717852" y="406060"/>
                    <a:pt x="1711372" y="408381"/>
                    <a:pt x="1705269" y="406742"/>
                  </a:cubicBezTo>
                  <a:close/>
                  <a:moveTo>
                    <a:pt x="1135269" y="1765992"/>
                  </a:moveTo>
                  <a:cubicBezTo>
                    <a:pt x="1127520" y="1763747"/>
                    <a:pt x="1123097" y="1755655"/>
                    <a:pt x="1125326" y="1747920"/>
                  </a:cubicBezTo>
                  <a:cubicBezTo>
                    <a:pt x="1127589" y="1740189"/>
                    <a:pt x="1135680" y="1735739"/>
                    <a:pt x="1143394" y="1737988"/>
                  </a:cubicBezTo>
                  <a:cubicBezTo>
                    <a:pt x="1143497" y="1738015"/>
                    <a:pt x="1143600" y="1738046"/>
                    <a:pt x="1143703" y="1738077"/>
                  </a:cubicBezTo>
                  <a:cubicBezTo>
                    <a:pt x="1151451" y="1740220"/>
                    <a:pt x="1156012" y="1748253"/>
                    <a:pt x="1153886" y="1756015"/>
                  </a:cubicBezTo>
                  <a:cubicBezTo>
                    <a:pt x="1151726" y="1763781"/>
                    <a:pt x="1143703" y="1768337"/>
                    <a:pt x="1135955" y="1766195"/>
                  </a:cubicBezTo>
                  <a:cubicBezTo>
                    <a:pt x="1135714" y="1766133"/>
                    <a:pt x="1135509" y="1766064"/>
                    <a:pt x="1135269" y="1765992"/>
                  </a:cubicBezTo>
                  <a:close/>
                  <a:moveTo>
                    <a:pt x="1527943" y="499615"/>
                  </a:moveTo>
                  <a:cubicBezTo>
                    <a:pt x="1520229" y="497243"/>
                    <a:pt x="1515909" y="489072"/>
                    <a:pt x="1518275" y="481365"/>
                  </a:cubicBezTo>
                  <a:cubicBezTo>
                    <a:pt x="1520640" y="473657"/>
                    <a:pt x="1528834" y="469331"/>
                    <a:pt x="1536514" y="471703"/>
                  </a:cubicBezTo>
                  <a:cubicBezTo>
                    <a:pt x="1536583" y="471720"/>
                    <a:pt x="1536652" y="471741"/>
                    <a:pt x="1536720" y="471761"/>
                  </a:cubicBezTo>
                  <a:cubicBezTo>
                    <a:pt x="1544469" y="474011"/>
                    <a:pt x="1548926" y="482112"/>
                    <a:pt x="1546663" y="489861"/>
                  </a:cubicBezTo>
                  <a:cubicBezTo>
                    <a:pt x="1544434" y="497606"/>
                    <a:pt x="1536309" y="502063"/>
                    <a:pt x="1528560" y="499814"/>
                  </a:cubicBezTo>
                  <a:cubicBezTo>
                    <a:pt x="1528354" y="499752"/>
                    <a:pt x="1528149" y="499687"/>
                    <a:pt x="1527943" y="499615"/>
                  </a:cubicBezTo>
                  <a:close/>
                  <a:moveTo>
                    <a:pt x="1569326" y="364553"/>
                  </a:moveTo>
                  <a:cubicBezTo>
                    <a:pt x="1562949" y="362184"/>
                    <a:pt x="1558937" y="355831"/>
                    <a:pt x="1559554" y="349053"/>
                  </a:cubicBezTo>
                  <a:cubicBezTo>
                    <a:pt x="1560275" y="342525"/>
                    <a:pt x="1565212" y="337255"/>
                    <a:pt x="1571692" y="336124"/>
                  </a:cubicBezTo>
                  <a:cubicBezTo>
                    <a:pt x="1573234" y="335843"/>
                    <a:pt x="1574812" y="335699"/>
                    <a:pt x="1576354" y="335489"/>
                  </a:cubicBezTo>
                  <a:cubicBezTo>
                    <a:pt x="1578103" y="336031"/>
                    <a:pt x="1579852" y="336569"/>
                    <a:pt x="1581566" y="337108"/>
                  </a:cubicBezTo>
                  <a:cubicBezTo>
                    <a:pt x="1582800" y="338380"/>
                    <a:pt x="1584103" y="339593"/>
                    <a:pt x="1585269" y="340931"/>
                  </a:cubicBezTo>
                  <a:cubicBezTo>
                    <a:pt x="1589623" y="345827"/>
                    <a:pt x="1590172" y="353051"/>
                    <a:pt x="1586571" y="358536"/>
                  </a:cubicBezTo>
                  <a:cubicBezTo>
                    <a:pt x="1582903" y="364279"/>
                    <a:pt x="1575771" y="366765"/>
                    <a:pt x="1569326" y="364553"/>
                  </a:cubicBezTo>
                  <a:close/>
                  <a:moveTo>
                    <a:pt x="1450594" y="749925"/>
                  </a:moveTo>
                  <a:cubicBezTo>
                    <a:pt x="1458275" y="752551"/>
                    <a:pt x="1462526" y="760793"/>
                    <a:pt x="1460160" y="768569"/>
                  </a:cubicBezTo>
                  <a:cubicBezTo>
                    <a:pt x="1457417" y="776198"/>
                    <a:pt x="1449189" y="780347"/>
                    <a:pt x="1441406" y="778015"/>
                  </a:cubicBezTo>
                  <a:cubicBezTo>
                    <a:pt x="1433657" y="775478"/>
                    <a:pt x="1429406" y="767129"/>
                    <a:pt x="1431943" y="759371"/>
                  </a:cubicBezTo>
                  <a:cubicBezTo>
                    <a:pt x="1434480" y="751612"/>
                    <a:pt x="1442846" y="747377"/>
                    <a:pt x="1450594" y="749915"/>
                  </a:cubicBezTo>
                  <a:close/>
                  <a:moveTo>
                    <a:pt x="1494617" y="606611"/>
                  </a:moveTo>
                  <a:cubicBezTo>
                    <a:pt x="1502332" y="609100"/>
                    <a:pt x="1506754" y="617188"/>
                    <a:pt x="1504697" y="625032"/>
                  </a:cubicBezTo>
                  <a:cubicBezTo>
                    <a:pt x="1502229" y="632757"/>
                    <a:pt x="1494069" y="637135"/>
                    <a:pt x="1486251" y="634937"/>
                  </a:cubicBezTo>
                  <a:cubicBezTo>
                    <a:pt x="1478400" y="632678"/>
                    <a:pt x="1473909" y="624497"/>
                    <a:pt x="1476137" y="616660"/>
                  </a:cubicBezTo>
                  <a:cubicBezTo>
                    <a:pt x="1478400" y="608822"/>
                    <a:pt x="1486594" y="604300"/>
                    <a:pt x="1494446" y="606559"/>
                  </a:cubicBezTo>
                  <a:cubicBezTo>
                    <a:pt x="1494480" y="606576"/>
                    <a:pt x="1494549" y="606593"/>
                    <a:pt x="1494617" y="606614"/>
                  </a:cubicBezTo>
                  <a:close/>
                  <a:moveTo>
                    <a:pt x="1408594" y="885100"/>
                  </a:moveTo>
                  <a:cubicBezTo>
                    <a:pt x="1416343" y="887455"/>
                    <a:pt x="1420697" y="895636"/>
                    <a:pt x="1418332" y="903371"/>
                  </a:cubicBezTo>
                  <a:cubicBezTo>
                    <a:pt x="1415966" y="911105"/>
                    <a:pt x="1407806" y="915467"/>
                    <a:pt x="1400057" y="913108"/>
                  </a:cubicBezTo>
                  <a:cubicBezTo>
                    <a:pt x="1399920" y="913063"/>
                    <a:pt x="1399749" y="913015"/>
                    <a:pt x="1399611" y="912964"/>
                  </a:cubicBezTo>
                  <a:cubicBezTo>
                    <a:pt x="1391863" y="910653"/>
                    <a:pt x="1387440" y="902496"/>
                    <a:pt x="1389771" y="894751"/>
                  </a:cubicBezTo>
                  <a:cubicBezTo>
                    <a:pt x="1392069" y="887003"/>
                    <a:pt x="1400229" y="882593"/>
                    <a:pt x="1407977" y="884904"/>
                  </a:cubicBezTo>
                  <a:cubicBezTo>
                    <a:pt x="1408183" y="884966"/>
                    <a:pt x="1408389" y="885031"/>
                    <a:pt x="1408594" y="885103"/>
                  </a:cubicBezTo>
                  <a:close/>
                  <a:moveTo>
                    <a:pt x="1185943" y="1602844"/>
                  </a:moveTo>
                  <a:cubicBezTo>
                    <a:pt x="1193760" y="1605295"/>
                    <a:pt x="1198080" y="1613610"/>
                    <a:pt x="1195646" y="1621413"/>
                  </a:cubicBezTo>
                  <a:cubicBezTo>
                    <a:pt x="1193177" y="1629216"/>
                    <a:pt x="1184880" y="1633557"/>
                    <a:pt x="1177063" y="1631105"/>
                  </a:cubicBezTo>
                  <a:cubicBezTo>
                    <a:pt x="1176994" y="1631082"/>
                    <a:pt x="1176892" y="1631054"/>
                    <a:pt x="1176823" y="1631027"/>
                  </a:cubicBezTo>
                  <a:cubicBezTo>
                    <a:pt x="1169074" y="1628373"/>
                    <a:pt x="1164960" y="1619952"/>
                    <a:pt x="1167600" y="1612214"/>
                  </a:cubicBezTo>
                  <a:cubicBezTo>
                    <a:pt x="1170206" y="1604661"/>
                    <a:pt x="1178297" y="1600519"/>
                    <a:pt x="1185943" y="1602847"/>
                  </a:cubicBezTo>
                  <a:close/>
                  <a:moveTo>
                    <a:pt x="1229966" y="1459626"/>
                  </a:moveTo>
                  <a:cubicBezTo>
                    <a:pt x="1237714" y="1462080"/>
                    <a:pt x="1242137" y="1470172"/>
                    <a:pt x="1240080" y="1478020"/>
                  </a:cubicBezTo>
                  <a:cubicBezTo>
                    <a:pt x="1237611" y="1485758"/>
                    <a:pt x="1229451" y="1490136"/>
                    <a:pt x="1221635" y="1487904"/>
                  </a:cubicBezTo>
                  <a:cubicBezTo>
                    <a:pt x="1213817" y="1485607"/>
                    <a:pt x="1209360" y="1477437"/>
                    <a:pt x="1211623" y="1469627"/>
                  </a:cubicBezTo>
                  <a:cubicBezTo>
                    <a:pt x="1213989" y="1461857"/>
                    <a:pt x="1222149" y="1457411"/>
                    <a:pt x="1229966" y="1459629"/>
                  </a:cubicBezTo>
                  <a:close/>
                  <a:moveTo>
                    <a:pt x="1263429" y="1352801"/>
                  </a:moveTo>
                  <a:cubicBezTo>
                    <a:pt x="1255680" y="1350388"/>
                    <a:pt x="1251291" y="1342204"/>
                    <a:pt x="1253589" y="1334417"/>
                  </a:cubicBezTo>
                  <a:cubicBezTo>
                    <a:pt x="1255955" y="1326665"/>
                    <a:pt x="1264149" y="1322294"/>
                    <a:pt x="1271897" y="1324656"/>
                  </a:cubicBezTo>
                  <a:cubicBezTo>
                    <a:pt x="1271931" y="1324663"/>
                    <a:pt x="1271931" y="1324670"/>
                    <a:pt x="1271966" y="1324677"/>
                  </a:cubicBezTo>
                  <a:cubicBezTo>
                    <a:pt x="1279714" y="1327056"/>
                    <a:pt x="1284172" y="1335196"/>
                    <a:pt x="1281977" y="1343013"/>
                  </a:cubicBezTo>
                  <a:cubicBezTo>
                    <a:pt x="1279406" y="1350703"/>
                    <a:pt x="1271246" y="1355013"/>
                    <a:pt x="1263429" y="1352805"/>
                  </a:cubicBezTo>
                  <a:close/>
                  <a:moveTo>
                    <a:pt x="1348046" y="1029960"/>
                  </a:moveTo>
                  <a:cubicBezTo>
                    <a:pt x="1350411" y="1022184"/>
                    <a:pt x="1358571" y="1017737"/>
                    <a:pt x="1366389" y="1019969"/>
                  </a:cubicBezTo>
                  <a:cubicBezTo>
                    <a:pt x="1374240" y="1022232"/>
                    <a:pt x="1378732" y="1030420"/>
                    <a:pt x="1376469" y="1038254"/>
                  </a:cubicBezTo>
                  <a:cubicBezTo>
                    <a:pt x="1374206" y="1046088"/>
                    <a:pt x="1366046" y="1050607"/>
                    <a:pt x="1358194" y="1048344"/>
                  </a:cubicBezTo>
                  <a:cubicBezTo>
                    <a:pt x="1358126" y="1048324"/>
                    <a:pt x="1358057" y="1048303"/>
                    <a:pt x="1357989" y="1048283"/>
                  </a:cubicBezTo>
                  <a:cubicBezTo>
                    <a:pt x="1350206" y="1045931"/>
                    <a:pt x="1345783" y="1037764"/>
                    <a:pt x="1348046" y="1029964"/>
                  </a:cubicBezTo>
                  <a:close/>
                  <a:moveTo>
                    <a:pt x="1305052" y="1217630"/>
                  </a:moveTo>
                  <a:cubicBezTo>
                    <a:pt x="1297303" y="1215103"/>
                    <a:pt x="1293052" y="1206765"/>
                    <a:pt x="1295589" y="1199010"/>
                  </a:cubicBezTo>
                  <a:cubicBezTo>
                    <a:pt x="1298126" y="1191254"/>
                    <a:pt x="1306457" y="1187016"/>
                    <a:pt x="1314206" y="1189543"/>
                  </a:cubicBezTo>
                  <a:cubicBezTo>
                    <a:pt x="1321955" y="1192070"/>
                    <a:pt x="1326206" y="1200408"/>
                    <a:pt x="1323669" y="1208167"/>
                  </a:cubicBezTo>
                  <a:cubicBezTo>
                    <a:pt x="1321132" y="1215923"/>
                    <a:pt x="1312800" y="1220160"/>
                    <a:pt x="1305052" y="1217633"/>
                  </a:cubicBezTo>
                  <a:close/>
                  <a:moveTo>
                    <a:pt x="1434549" y="322752"/>
                  </a:moveTo>
                  <a:cubicBezTo>
                    <a:pt x="1428343" y="320675"/>
                    <a:pt x="1424229" y="314777"/>
                    <a:pt x="1424400" y="308229"/>
                  </a:cubicBezTo>
                  <a:cubicBezTo>
                    <a:pt x="1424537" y="301396"/>
                    <a:pt x="1429406" y="295584"/>
                    <a:pt x="1436126" y="294278"/>
                  </a:cubicBezTo>
                  <a:cubicBezTo>
                    <a:pt x="1437635" y="293935"/>
                    <a:pt x="1439177" y="293688"/>
                    <a:pt x="1440686" y="293400"/>
                  </a:cubicBezTo>
                  <a:cubicBezTo>
                    <a:pt x="1442434" y="293939"/>
                    <a:pt x="1444183" y="294477"/>
                    <a:pt x="1445897" y="295019"/>
                  </a:cubicBezTo>
                  <a:cubicBezTo>
                    <a:pt x="1447063" y="296075"/>
                    <a:pt x="1448263" y="297076"/>
                    <a:pt x="1449394" y="298193"/>
                  </a:cubicBezTo>
                  <a:cubicBezTo>
                    <a:pt x="1454263" y="302976"/>
                    <a:pt x="1455223" y="310454"/>
                    <a:pt x="1451726" y="316310"/>
                  </a:cubicBezTo>
                  <a:cubicBezTo>
                    <a:pt x="1448091" y="322073"/>
                    <a:pt x="1441063" y="324710"/>
                    <a:pt x="1434549" y="322756"/>
                  </a:cubicBezTo>
                  <a:close/>
                  <a:moveTo>
                    <a:pt x="1401463" y="429796"/>
                  </a:moveTo>
                  <a:cubicBezTo>
                    <a:pt x="1409212" y="432062"/>
                    <a:pt x="1413635" y="440177"/>
                    <a:pt x="1411372" y="447919"/>
                  </a:cubicBezTo>
                  <a:cubicBezTo>
                    <a:pt x="1409109" y="455661"/>
                    <a:pt x="1400983" y="460097"/>
                    <a:pt x="1393234" y="457828"/>
                  </a:cubicBezTo>
                  <a:cubicBezTo>
                    <a:pt x="1393132" y="457790"/>
                    <a:pt x="1392994" y="457749"/>
                    <a:pt x="1392857" y="457708"/>
                  </a:cubicBezTo>
                  <a:cubicBezTo>
                    <a:pt x="1385109" y="455489"/>
                    <a:pt x="1380617" y="447405"/>
                    <a:pt x="1382846" y="439649"/>
                  </a:cubicBezTo>
                  <a:cubicBezTo>
                    <a:pt x="1385040" y="431894"/>
                    <a:pt x="1393132" y="427406"/>
                    <a:pt x="1400880" y="429621"/>
                  </a:cubicBezTo>
                  <a:cubicBezTo>
                    <a:pt x="1401086" y="429676"/>
                    <a:pt x="1401257" y="429737"/>
                    <a:pt x="1401463" y="429799"/>
                  </a:cubicBezTo>
                  <a:close/>
                  <a:moveTo>
                    <a:pt x="1008686" y="1696173"/>
                  </a:moveTo>
                  <a:cubicBezTo>
                    <a:pt x="1016332" y="1698655"/>
                    <a:pt x="1020549" y="1706877"/>
                    <a:pt x="1018080" y="1714540"/>
                  </a:cubicBezTo>
                  <a:cubicBezTo>
                    <a:pt x="1015577" y="1722199"/>
                    <a:pt x="1007349" y="1726399"/>
                    <a:pt x="999703" y="1723917"/>
                  </a:cubicBezTo>
                  <a:cubicBezTo>
                    <a:pt x="992091" y="1721455"/>
                    <a:pt x="987874" y="1713326"/>
                    <a:pt x="990275" y="1705698"/>
                  </a:cubicBezTo>
                  <a:cubicBezTo>
                    <a:pt x="992640" y="1698038"/>
                    <a:pt x="1000731" y="1693735"/>
                    <a:pt x="1008411" y="1696084"/>
                  </a:cubicBezTo>
                  <a:cubicBezTo>
                    <a:pt x="1008480" y="1696115"/>
                    <a:pt x="1008583" y="1696146"/>
                    <a:pt x="1008686" y="1696176"/>
                  </a:cubicBezTo>
                  <a:close/>
                  <a:moveTo>
                    <a:pt x="1299874" y="280968"/>
                  </a:moveTo>
                  <a:cubicBezTo>
                    <a:pt x="1293840" y="279131"/>
                    <a:pt x="1289554" y="273737"/>
                    <a:pt x="1289143" y="267429"/>
                  </a:cubicBezTo>
                  <a:cubicBezTo>
                    <a:pt x="1288903" y="260846"/>
                    <a:pt x="1293017" y="254890"/>
                    <a:pt x="1299257" y="252782"/>
                  </a:cubicBezTo>
                  <a:cubicBezTo>
                    <a:pt x="1301143" y="252161"/>
                    <a:pt x="1303097" y="251795"/>
                    <a:pt x="1305017" y="251311"/>
                  </a:cubicBezTo>
                  <a:cubicBezTo>
                    <a:pt x="1307212" y="251997"/>
                    <a:pt x="1309372" y="252658"/>
                    <a:pt x="1311532" y="253334"/>
                  </a:cubicBezTo>
                  <a:cubicBezTo>
                    <a:pt x="1312732" y="254633"/>
                    <a:pt x="1314000" y="255885"/>
                    <a:pt x="1315132" y="257236"/>
                  </a:cubicBezTo>
                  <a:cubicBezTo>
                    <a:pt x="1319383" y="262289"/>
                    <a:pt x="1319760" y="269537"/>
                    <a:pt x="1316057" y="275003"/>
                  </a:cubicBezTo>
                  <a:cubicBezTo>
                    <a:pt x="1312457" y="280200"/>
                    <a:pt x="1305977" y="282587"/>
                    <a:pt x="1299874" y="280972"/>
                  </a:cubicBezTo>
                  <a:close/>
                  <a:moveTo>
                    <a:pt x="729771" y="1640191"/>
                  </a:moveTo>
                  <a:cubicBezTo>
                    <a:pt x="722023" y="1638017"/>
                    <a:pt x="717497" y="1629971"/>
                    <a:pt x="719657" y="1622212"/>
                  </a:cubicBezTo>
                  <a:cubicBezTo>
                    <a:pt x="721817" y="1614456"/>
                    <a:pt x="729874" y="1609931"/>
                    <a:pt x="737623" y="1612101"/>
                  </a:cubicBezTo>
                  <a:cubicBezTo>
                    <a:pt x="737829" y="1612152"/>
                    <a:pt x="738000" y="1612204"/>
                    <a:pt x="738172" y="1612262"/>
                  </a:cubicBezTo>
                  <a:cubicBezTo>
                    <a:pt x="745920" y="1614491"/>
                    <a:pt x="750377" y="1622572"/>
                    <a:pt x="748148" y="1630314"/>
                  </a:cubicBezTo>
                  <a:cubicBezTo>
                    <a:pt x="745920" y="1638055"/>
                    <a:pt x="737829" y="1642523"/>
                    <a:pt x="730115" y="1640294"/>
                  </a:cubicBezTo>
                  <a:cubicBezTo>
                    <a:pt x="729977" y="1640263"/>
                    <a:pt x="729874" y="1640229"/>
                    <a:pt x="729771" y="1640195"/>
                  </a:cubicBezTo>
                  <a:close/>
                  <a:moveTo>
                    <a:pt x="994354" y="787235"/>
                  </a:moveTo>
                  <a:cubicBezTo>
                    <a:pt x="986606" y="784886"/>
                    <a:pt x="982251" y="776712"/>
                    <a:pt x="984617" y="768977"/>
                  </a:cubicBezTo>
                  <a:cubicBezTo>
                    <a:pt x="986949" y="761243"/>
                    <a:pt x="995109" y="756874"/>
                    <a:pt x="1002857" y="759223"/>
                  </a:cubicBezTo>
                  <a:cubicBezTo>
                    <a:pt x="1010640" y="761455"/>
                    <a:pt x="1015132" y="769567"/>
                    <a:pt x="1012869" y="777336"/>
                  </a:cubicBezTo>
                  <a:cubicBezTo>
                    <a:pt x="1010640" y="785109"/>
                    <a:pt x="1002549" y="789597"/>
                    <a:pt x="994766" y="787365"/>
                  </a:cubicBezTo>
                  <a:cubicBezTo>
                    <a:pt x="994629" y="787324"/>
                    <a:pt x="994492" y="787283"/>
                    <a:pt x="994354" y="787238"/>
                  </a:cubicBezTo>
                  <a:close/>
                  <a:moveTo>
                    <a:pt x="1122823" y="373934"/>
                  </a:moveTo>
                  <a:cubicBezTo>
                    <a:pt x="1115040" y="371805"/>
                    <a:pt x="1110446" y="363768"/>
                    <a:pt x="1112571" y="355982"/>
                  </a:cubicBezTo>
                  <a:cubicBezTo>
                    <a:pt x="1114732" y="348199"/>
                    <a:pt x="1122754" y="343615"/>
                    <a:pt x="1130537" y="345744"/>
                  </a:cubicBezTo>
                  <a:cubicBezTo>
                    <a:pt x="1130640" y="345775"/>
                    <a:pt x="1130777" y="345809"/>
                    <a:pt x="1130880" y="345844"/>
                  </a:cubicBezTo>
                  <a:cubicBezTo>
                    <a:pt x="1138629" y="348069"/>
                    <a:pt x="1143120" y="356160"/>
                    <a:pt x="1140892" y="363919"/>
                  </a:cubicBezTo>
                  <a:cubicBezTo>
                    <a:pt x="1138663" y="371678"/>
                    <a:pt x="1130571" y="376163"/>
                    <a:pt x="1122823" y="373937"/>
                  </a:cubicBezTo>
                  <a:close/>
                  <a:moveTo>
                    <a:pt x="1163966" y="238817"/>
                  </a:moveTo>
                  <a:cubicBezTo>
                    <a:pt x="1157520" y="236555"/>
                    <a:pt x="1153475" y="230205"/>
                    <a:pt x="1154091" y="223416"/>
                  </a:cubicBezTo>
                  <a:cubicBezTo>
                    <a:pt x="1154674" y="216871"/>
                    <a:pt x="1159543" y="211526"/>
                    <a:pt x="1166023" y="210357"/>
                  </a:cubicBezTo>
                  <a:cubicBezTo>
                    <a:pt x="1167566" y="210059"/>
                    <a:pt x="1169109" y="209867"/>
                    <a:pt x="1170652" y="209630"/>
                  </a:cubicBezTo>
                  <a:cubicBezTo>
                    <a:pt x="1172400" y="210168"/>
                    <a:pt x="1174149" y="210707"/>
                    <a:pt x="1175863" y="211248"/>
                  </a:cubicBezTo>
                  <a:cubicBezTo>
                    <a:pt x="1177132" y="212500"/>
                    <a:pt x="1178469" y="213689"/>
                    <a:pt x="1179669" y="215020"/>
                  </a:cubicBezTo>
                  <a:cubicBezTo>
                    <a:pt x="1184091" y="219861"/>
                    <a:pt x="1184743" y="227078"/>
                    <a:pt x="1181212" y="232618"/>
                  </a:cubicBezTo>
                  <a:cubicBezTo>
                    <a:pt x="1177543" y="238385"/>
                    <a:pt x="1170446" y="240940"/>
                    <a:pt x="1163966" y="238821"/>
                  </a:cubicBezTo>
                  <a:close/>
                  <a:moveTo>
                    <a:pt x="1089120" y="480813"/>
                  </a:moveTo>
                  <a:cubicBezTo>
                    <a:pt x="1096869" y="483275"/>
                    <a:pt x="1101291" y="491387"/>
                    <a:pt x="1099166" y="499221"/>
                  </a:cubicBezTo>
                  <a:cubicBezTo>
                    <a:pt x="1096732" y="506962"/>
                    <a:pt x="1088571" y="511358"/>
                    <a:pt x="1080754" y="509143"/>
                  </a:cubicBezTo>
                  <a:cubicBezTo>
                    <a:pt x="1072903" y="506966"/>
                    <a:pt x="1068275" y="498827"/>
                    <a:pt x="1070469" y="490965"/>
                  </a:cubicBezTo>
                  <a:cubicBezTo>
                    <a:pt x="1072629" y="483103"/>
                    <a:pt x="1080789" y="478498"/>
                    <a:pt x="1088640" y="480676"/>
                  </a:cubicBezTo>
                  <a:cubicBezTo>
                    <a:pt x="1088812" y="480720"/>
                    <a:pt x="1088949" y="480768"/>
                    <a:pt x="1089120" y="480816"/>
                  </a:cubicBezTo>
                  <a:close/>
                  <a:moveTo>
                    <a:pt x="1045166" y="624127"/>
                  </a:moveTo>
                  <a:cubicBezTo>
                    <a:pt x="1052914" y="626699"/>
                    <a:pt x="1057097" y="635064"/>
                    <a:pt x="1054526" y="642813"/>
                  </a:cubicBezTo>
                  <a:cubicBezTo>
                    <a:pt x="1051955" y="650558"/>
                    <a:pt x="1043589" y="654755"/>
                    <a:pt x="1035840" y="652183"/>
                  </a:cubicBezTo>
                  <a:cubicBezTo>
                    <a:pt x="1028091" y="649608"/>
                    <a:pt x="1023909" y="641246"/>
                    <a:pt x="1026480" y="633497"/>
                  </a:cubicBezTo>
                  <a:cubicBezTo>
                    <a:pt x="1029120" y="625793"/>
                    <a:pt x="1037417" y="621624"/>
                    <a:pt x="1045166" y="624134"/>
                  </a:cubicBezTo>
                  <a:close/>
                  <a:moveTo>
                    <a:pt x="952012" y="922330"/>
                  </a:moveTo>
                  <a:cubicBezTo>
                    <a:pt x="944229" y="919852"/>
                    <a:pt x="939943" y="911544"/>
                    <a:pt x="942446" y="903775"/>
                  </a:cubicBezTo>
                  <a:cubicBezTo>
                    <a:pt x="944914" y="896010"/>
                    <a:pt x="953212" y="891724"/>
                    <a:pt x="960994" y="894203"/>
                  </a:cubicBezTo>
                  <a:cubicBezTo>
                    <a:pt x="961132" y="894244"/>
                    <a:pt x="961234" y="894285"/>
                    <a:pt x="961372" y="894329"/>
                  </a:cubicBezTo>
                  <a:cubicBezTo>
                    <a:pt x="969120" y="896915"/>
                    <a:pt x="973269" y="905280"/>
                    <a:pt x="970697" y="913012"/>
                  </a:cubicBezTo>
                  <a:cubicBezTo>
                    <a:pt x="968126" y="920747"/>
                    <a:pt x="959760" y="924923"/>
                    <a:pt x="952012" y="922337"/>
                  </a:cubicBezTo>
                  <a:close/>
                  <a:moveTo>
                    <a:pt x="899554" y="1091829"/>
                  </a:moveTo>
                  <a:cubicBezTo>
                    <a:pt x="891771" y="1089408"/>
                    <a:pt x="887417" y="1081132"/>
                    <a:pt x="889817" y="1073342"/>
                  </a:cubicBezTo>
                  <a:cubicBezTo>
                    <a:pt x="892251" y="1065549"/>
                    <a:pt x="900549" y="1061198"/>
                    <a:pt x="908332" y="1063619"/>
                  </a:cubicBezTo>
                  <a:cubicBezTo>
                    <a:pt x="908434" y="1063660"/>
                    <a:pt x="908571" y="1063701"/>
                    <a:pt x="908709" y="1063745"/>
                  </a:cubicBezTo>
                  <a:cubicBezTo>
                    <a:pt x="916457" y="1066272"/>
                    <a:pt x="920709" y="1074611"/>
                    <a:pt x="918172" y="1082369"/>
                  </a:cubicBezTo>
                  <a:cubicBezTo>
                    <a:pt x="915635" y="1090125"/>
                    <a:pt x="907303" y="1094363"/>
                    <a:pt x="899554" y="1091836"/>
                  </a:cubicBezTo>
                  <a:close/>
                  <a:moveTo>
                    <a:pt x="866709" y="1198955"/>
                  </a:moveTo>
                  <a:cubicBezTo>
                    <a:pt x="874423" y="1201461"/>
                    <a:pt x="878709" y="1209683"/>
                    <a:pt x="876343" y="1217441"/>
                  </a:cubicBezTo>
                  <a:cubicBezTo>
                    <a:pt x="873669" y="1225091"/>
                    <a:pt x="865440" y="1229273"/>
                    <a:pt x="857692" y="1226922"/>
                  </a:cubicBezTo>
                  <a:cubicBezTo>
                    <a:pt x="849943" y="1224569"/>
                    <a:pt x="845520" y="1216372"/>
                    <a:pt x="847886" y="1208603"/>
                  </a:cubicBezTo>
                  <a:cubicBezTo>
                    <a:pt x="850251" y="1200837"/>
                    <a:pt x="858446" y="1196448"/>
                    <a:pt x="866194" y="1198800"/>
                  </a:cubicBezTo>
                  <a:cubicBezTo>
                    <a:pt x="866366" y="1198848"/>
                    <a:pt x="866537" y="1198903"/>
                    <a:pt x="866709" y="1198961"/>
                  </a:cubicBezTo>
                  <a:close/>
                  <a:moveTo>
                    <a:pt x="806194" y="1343640"/>
                  </a:moveTo>
                  <a:cubicBezTo>
                    <a:pt x="808663" y="1335899"/>
                    <a:pt x="816857" y="1331551"/>
                    <a:pt x="824640" y="1333872"/>
                  </a:cubicBezTo>
                  <a:cubicBezTo>
                    <a:pt x="832354" y="1336413"/>
                    <a:pt x="836674" y="1344576"/>
                    <a:pt x="834480" y="1352387"/>
                  </a:cubicBezTo>
                  <a:cubicBezTo>
                    <a:pt x="831977" y="1360108"/>
                    <a:pt x="823749" y="1364404"/>
                    <a:pt x="815966" y="1362052"/>
                  </a:cubicBezTo>
                  <a:cubicBezTo>
                    <a:pt x="808183" y="1359665"/>
                    <a:pt x="803829" y="1351430"/>
                    <a:pt x="806194" y="1343651"/>
                  </a:cubicBezTo>
                  <a:close/>
                  <a:moveTo>
                    <a:pt x="771429" y="1505256"/>
                  </a:moveTo>
                  <a:cubicBezTo>
                    <a:pt x="763611" y="1502795"/>
                    <a:pt x="759291" y="1494473"/>
                    <a:pt x="761760" y="1486673"/>
                  </a:cubicBezTo>
                  <a:cubicBezTo>
                    <a:pt x="764229" y="1478873"/>
                    <a:pt x="772526" y="1474543"/>
                    <a:pt x="780343" y="1477005"/>
                  </a:cubicBezTo>
                  <a:cubicBezTo>
                    <a:pt x="788160" y="1479467"/>
                    <a:pt x="792480" y="1487788"/>
                    <a:pt x="790012" y="1495595"/>
                  </a:cubicBezTo>
                  <a:cubicBezTo>
                    <a:pt x="787543" y="1503398"/>
                    <a:pt x="779246" y="1507728"/>
                    <a:pt x="771429" y="1505267"/>
                  </a:cubicBezTo>
                  <a:close/>
                  <a:moveTo>
                    <a:pt x="1028709" y="196835"/>
                  </a:moveTo>
                  <a:cubicBezTo>
                    <a:pt x="1022777" y="194644"/>
                    <a:pt x="1018834" y="188993"/>
                    <a:pt x="1018834" y="182675"/>
                  </a:cubicBezTo>
                  <a:cubicBezTo>
                    <a:pt x="1018903" y="175814"/>
                    <a:pt x="1023737" y="169927"/>
                    <a:pt x="1030457" y="168508"/>
                  </a:cubicBezTo>
                  <a:cubicBezTo>
                    <a:pt x="1031966" y="168165"/>
                    <a:pt x="1033475" y="167856"/>
                    <a:pt x="1034983" y="167534"/>
                  </a:cubicBezTo>
                  <a:lnTo>
                    <a:pt x="1041532" y="169557"/>
                  </a:lnTo>
                  <a:cubicBezTo>
                    <a:pt x="1042526" y="170716"/>
                    <a:pt x="1043486" y="171875"/>
                    <a:pt x="1044480" y="173030"/>
                  </a:cubicBezTo>
                  <a:cubicBezTo>
                    <a:pt x="1049074" y="178115"/>
                    <a:pt x="1049554" y="185685"/>
                    <a:pt x="1045646" y="191308"/>
                  </a:cubicBezTo>
                  <a:cubicBezTo>
                    <a:pt x="1041806" y="196646"/>
                    <a:pt x="1034949" y="198888"/>
                    <a:pt x="1028709" y="196845"/>
                  </a:cubicBezTo>
                  <a:close/>
                  <a:moveTo>
                    <a:pt x="724012" y="703368"/>
                  </a:moveTo>
                  <a:cubicBezTo>
                    <a:pt x="716263" y="701123"/>
                    <a:pt x="711771" y="693011"/>
                    <a:pt x="714034" y="685245"/>
                  </a:cubicBezTo>
                  <a:cubicBezTo>
                    <a:pt x="716263" y="677483"/>
                    <a:pt x="724389" y="673008"/>
                    <a:pt x="732137" y="675254"/>
                  </a:cubicBezTo>
                  <a:cubicBezTo>
                    <a:pt x="732275" y="675288"/>
                    <a:pt x="732377" y="675326"/>
                    <a:pt x="732514" y="675367"/>
                  </a:cubicBezTo>
                  <a:cubicBezTo>
                    <a:pt x="740263" y="677613"/>
                    <a:pt x="744754" y="685725"/>
                    <a:pt x="742492" y="693490"/>
                  </a:cubicBezTo>
                  <a:cubicBezTo>
                    <a:pt x="740263" y="701253"/>
                    <a:pt x="732137" y="705727"/>
                    <a:pt x="724389" y="703481"/>
                  </a:cubicBezTo>
                  <a:cubicBezTo>
                    <a:pt x="724251" y="703447"/>
                    <a:pt x="724148" y="703409"/>
                    <a:pt x="724012" y="703368"/>
                  </a:cubicBezTo>
                  <a:close/>
                  <a:moveTo>
                    <a:pt x="800469" y="406848"/>
                  </a:moveTo>
                  <a:cubicBezTo>
                    <a:pt x="802903" y="399100"/>
                    <a:pt x="811097" y="394718"/>
                    <a:pt x="818880" y="396984"/>
                  </a:cubicBezTo>
                  <a:cubicBezTo>
                    <a:pt x="826629" y="399480"/>
                    <a:pt x="830983" y="407657"/>
                    <a:pt x="828754" y="415475"/>
                  </a:cubicBezTo>
                  <a:cubicBezTo>
                    <a:pt x="826286" y="423213"/>
                    <a:pt x="818057" y="427550"/>
                    <a:pt x="810275" y="425243"/>
                  </a:cubicBezTo>
                  <a:cubicBezTo>
                    <a:pt x="802492" y="422849"/>
                    <a:pt x="798137" y="414631"/>
                    <a:pt x="800469" y="406848"/>
                  </a:cubicBezTo>
                  <a:close/>
                  <a:moveTo>
                    <a:pt x="765909" y="568451"/>
                  </a:moveTo>
                  <a:cubicBezTo>
                    <a:pt x="758091" y="566088"/>
                    <a:pt x="753669" y="557839"/>
                    <a:pt x="756034" y="550025"/>
                  </a:cubicBezTo>
                  <a:cubicBezTo>
                    <a:pt x="758400" y="542212"/>
                    <a:pt x="766663" y="537792"/>
                    <a:pt x="774446" y="540155"/>
                  </a:cubicBezTo>
                  <a:cubicBezTo>
                    <a:pt x="782263" y="542507"/>
                    <a:pt x="786686" y="550711"/>
                    <a:pt x="784354" y="558508"/>
                  </a:cubicBezTo>
                  <a:cubicBezTo>
                    <a:pt x="781920" y="566291"/>
                    <a:pt x="773726" y="570707"/>
                    <a:pt x="765909" y="568451"/>
                  </a:cubicBezTo>
                  <a:close/>
                  <a:moveTo>
                    <a:pt x="852034" y="289931"/>
                  </a:moveTo>
                  <a:cubicBezTo>
                    <a:pt x="844320" y="287541"/>
                    <a:pt x="840034" y="279353"/>
                    <a:pt x="842400" y="271649"/>
                  </a:cubicBezTo>
                  <a:cubicBezTo>
                    <a:pt x="844800" y="263942"/>
                    <a:pt x="852994" y="259632"/>
                    <a:pt x="860709" y="262025"/>
                  </a:cubicBezTo>
                  <a:cubicBezTo>
                    <a:pt x="860777" y="262056"/>
                    <a:pt x="860880" y="262087"/>
                    <a:pt x="860983" y="262118"/>
                  </a:cubicBezTo>
                  <a:cubicBezTo>
                    <a:pt x="868697" y="264508"/>
                    <a:pt x="872983" y="272695"/>
                    <a:pt x="870617" y="280399"/>
                  </a:cubicBezTo>
                  <a:cubicBezTo>
                    <a:pt x="868217" y="288107"/>
                    <a:pt x="860023" y="292416"/>
                    <a:pt x="852308" y="290023"/>
                  </a:cubicBezTo>
                  <a:cubicBezTo>
                    <a:pt x="852240" y="289992"/>
                    <a:pt x="852137" y="289961"/>
                    <a:pt x="852034" y="289931"/>
                  </a:cubicBezTo>
                  <a:close/>
                  <a:moveTo>
                    <a:pt x="894549" y="155219"/>
                  </a:moveTo>
                  <a:cubicBezTo>
                    <a:pt x="888206" y="153419"/>
                    <a:pt x="883783" y="147693"/>
                    <a:pt x="883646" y="141103"/>
                  </a:cubicBezTo>
                  <a:cubicBezTo>
                    <a:pt x="883577" y="134760"/>
                    <a:pt x="887589" y="129093"/>
                    <a:pt x="893589" y="127022"/>
                  </a:cubicBezTo>
                  <a:cubicBezTo>
                    <a:pt x="895475" y="126388"/>
                    <a:pt x="897429" y="125973"/>
                    <a:pt x="899314" y="125455"/>
                  </a:cubicBezTo>
                  <a:cubicBezTo>
                    <a:pt x="901509" y="126141"/>
                    <a:pt x="903669" y="126806"/>
                    <a:pt x="905863" y="127481"/>
                  </a:cubicBezTo>
                  <a:cubicBezTo>
                    <a:pt x="907063" y="128760"/>
                    <a:pt x="908366" y="129991"/>
                    <a:pt x="909532" y="131335"/>
                  </a:cubicBezTo>
                  <a:cubicBezTo>
                    <a:pt x="913714" y="136108"/>
                    <a:pt x="914297" y="143037"/>
                    <a:pt x="911006" y="148454"/>
                  </a:cubicBezTo>
                  <a:cubicBezTo>
                    <a:pt x="907646" y="154125"/>
                    <a:pt x="900926" y="156881"/>
                    <a:pt x="894549" y="155219"/>
                  </a:cubicBezTo>
                  <a:close/>
                  <a:moveTo>
                    <a:pt x="758674" y="113078"/>
                  </a:moveTo>
                  <a:cubicBezTo>
                    <a:pt x="752469" y="110976"/>
                    <a:pt x="748354" y="105055"/>
                    <a:pt x="748594" y="98503"/>
                  </a:cubicBezTo>
                  <a:cubicBezTo>
                    <a:pt x="748766" y="91670"/>
                    <a:pt x="753669" y="85879"/>
                    <a:pt x="760389" y="84611"/>
                  </a:cubicBezTo>
                  <a:cubicBezTo>
                    <a:pt x="761897" y="84268"/>
                    <a:pt x="763440" y="84052"/>
                    <a:pt x="764949" y="83774"/>
                  </a:cubicBezTo>
                  <a:lnTo>
                    <a:pt x="770194" y="85392"/>
                  </a:lnTo>
                  <a:cubicBezTo>
                    <a:pt x="771326" y="86459"/>
                    <a:pt x="772526" y="87480"/>
                    <a:pt x="773623" y="88595"/>
                  </a:cubicBezTo>
                  <a:cubicBezTo>
                    <a:pt x="778457" y="93391"/>
                    <a:pt x="779383" y="100886"/>
                    <a:pt x="775817" y="106697"/>
                  </a:cubicBezTo>
                  <a:cubicBezTo>
                    <a:pt x="772217" y="112461"/>
                    <a:pt x="765189" y="115080"/>
                    <a:pt x="758674" y="113078"/>
                  </a:cubicBezTo>
                  <a:close/>
                  <a:moveTo>
                    <a:pt x="725554" y="220108"/>
                  </a:moveTo>
                  <a:cubicBezTo>
                    <a:pt x="733269" y="222491"/>
                    <a:pt x="737589" y="230668"/>
                    <a:pt x="735189" y="238379"/>
                  </a:cubicBezTo>
                  <a:cubicBezTo>
                    <a:pt x="732823" y="246086"/>
                    <a:pt x="724629" y="250406"/>
                    <a:pt x="716914" y="248023"/>
                  </a:cubicBezTo>
                  <a:cubicBezTo>
                    <a:pt x="709269" y="245657"/>
                    <a:pt x="704949" y="237559"/>
                    <a:pt x="707246" y="229879"/>
                  </a:cubicBezTo>
                  <a:cubicBezTo>
                    <a:pt x="709577" y="222141"/>
                    <a:pt x="717737" y="217756"/>
                    <a:pt x="725451" y="220080"/>
                  </a:cubicBezTo>
                  <a:cubicBezTo>
                    <a:pt x="725486" y="220091"/>
                    <a:pt x="725520" y="220097"/>
                    <a:pt x="725554" y="220108"/>
                  </a:cubicBezTo>
                  <a:close/>
                  <a:moveTo>
                    <a:pt x="332777" y="1486495"/>
                  </a:moveTo>
                  <a:cubicBezTo>
                    <a:pt x="340457" y="1488943"/>
                    <a:pt x="344674" y="1497148"/>
                    <a:pt x="342240" y="1504821"/>
                  </a:cubicBezTo>
                  <a:cubicBezTo>
                    <a:pt x="339771" y="1512491"/>
                    <a:pt x="331577" y="1516725"/>
                    <a:pt x="323897" y="1514277"/>
                  </a:cubicBezTo>
                  <a:cubicBezTo>
                    <a:pt x="316286" y="1511850"/>
                    <a:pt x="312069" y="1503755"/>
                    <a:pt x="314400" y="1496119"/>
                  </a:cubicBezTo>
                  <a:cubicBezTo>
                    <a:pt x="316731" y="1488425"/>
                    <a:pt x="324891" y="1484088"/>
                    <a:pt x="332571" y="1486433"/>
                  </a:cubicBezTo>
                  <a:cubicBezTo>
                    <a:pt x="332640" y="1486454"/>
                    <a:pt x="332709" y="1486475"/>
                    <a:pt x="332777" y="1486495"/>
                  </a:cubicBezTo>
                  <a:close/>
                  <a:moveTo>
                    <a:pt x="624000" y="71301"/>
                  </a:moveTo>
                  <a:cubicBezTo>
                    <a:pt x="617726" y="69364"/>
                    <a:pt x="613406" y="63600"/>
                    <a:pt x="613337" y="57031"/>
                  </a:cubicBezTo>
                  <a:cubicBezTo>
                    <a:pt x="613372" y="50181"/>
                    <a:pt x="618137" y="44263"/>
                    <a:pt x="624823" y="42761"/>
                  </a:cubicBezTo>
                  <a:cubicBezTo>
                    <a:pt x="626297" y="42388"/>
                    <a:pt x="627806" y="42045"/>
                    <a:pt x="629280" y="41685"/>
                  </a:cubicBezTo>
                  <a:cubicBezTo>
                    <a:pt x="631475" y="42371"/>
                    <a:pt x="633635" y="43036"/>
                    <a:pt x="635829" y="43711"/>
                  </a:cubicBezTo>
                  <a:cubicBezTo>
                    <a:pt x="636857" y="44849"/>
                    <a:pt x="637886" y="45984"/>
                    <a:pt x="638880" y="47140"/>
                  </a:cubicBezTo>
                  <a:cubicBezTo>
                    <a:pt x="643509" y="52180"/>
                    <a:pt x="644057" y="59747"/>
                    <a:pt x="640217" y="65407"/>
                  </a:cubicBezTo>
                  <a:cubicBezTo>
                    <a:pt x="636583" y="70574"/>
                    <a:pt x="630103" y="72926"/>
                    <a:pt x="624000" y="71301"/>
                  </a:cubicBezTo>
                  <a:close/>
                  <a:moveTo>
                    <a:pt x="185692" y="1017909"/>
                  </a:moveTo>
                  <a:cubicBezTo>
                    <a:pt x="178903" y="1017590"/>
                    <a:pt x="173212" y="1012663"/>
                    <a:pt x="171909" y="1005984"/>
                  </a:cubicBezTo>
                  <a:cubicBezTo>
                    <a:pt x="171463" y="1004051"/>
                    <a:pt x="170846" y="1002155"/>
                    <a:pt x="170332" y="1000242"/>
                  </a:cubicBezTo>
                  <a:cubicBezTo>
                    <a:pt x="170743" y="998939"/>
                    <a:pt x="171154" y="997632"/>
                    <a:pt x="171532" y="996329"/>
                  </a:cubicBezTo>
                  <a:cubicBezTo>
                    <a:pt x="173074" y="995105"/>
                    <a:pt x="174686" y="993957"/>
                    <a:pt x="176160" y="992647"/>
                  </a:cubicBezTo>
                  <a:cubicBezTo>
                    <a:pt x="181097" y="987971"/>
                    <a:pt x="188571" y="987213"/>
                    <a:pt x="194332" y="990802"/>
                  </a:cubicBezTo>
                  <a:cubicBezTo>
                    <a:pt x="199749" y="994430"/>
                    <a:pt x="202320" y="1001095"/>
                    <a:pt x="200674" y="1007421"/>
                  </a:cubicBezTo>
                  <a:cubicBezTo>
                    <a:pt x="198617" y="1013894"/>
                    <a:pt x="192480" y="1018190"/>
                    <a:pt x="185692" y="1017909"/>
                  </a:cubicBezTo>
                  <a:close/>
                  <a:moveTo>
                    <a:pt x="408720" y="300134"/>
                  </a:moveTo>
                  <a:cubicBezTo>
                    <a:pt x="401931" y="299890"/>
                    <a:pt x="396137" y="295084"/>
                    <a:pt x="394663" y="288443"/>
                  </a:cubicBezTo>
                  <a:cubicBezTo>
                    <a:pt x="394217" y="286560"/>
                    <a:pt x="393463" y="284743"/>
                    <a:pt x="392880" y="282895"/>
                  </a:cubicBezTo>
                  <a:cubicBezTo>
                    <a:pt x="393291" y="281589"/>
                    <a:pt x="393669" y="280286"/>
                    <a:pt x="394080" y="278983"/>
                  </a:cubicBezTo>
                  <a:cubicBezTo>
                    <a:pt x="395589" y="277660"/>
                    <a:pt x="397132" y="276381"/>
                    <a:pt x="398606" y="275009"/>
                  </a:cubicBezTo>
                  <a:cubicBezTo>
                    <a:pt x="403372" y="270131"/>
                    <a:pt x="410880" y="269212"/>
                    <a:pt x="416674" y="272805"/>
                  </a:cubicBezTo>
                  <a:cubicBezTo>
                    <a:pt x="422468" y="276336"/>
                    <a:pt x="425212" y="283327"/>
                    <a:pt x="423291" y="289852"/>
                  </a:cubicBezTo>
                  <a:cubicBezTo>
                    <a:pt x="421097" y="296016"/>
                    <a:pt x="415269" y="300134"/>
                    <a:pt x="408720" y="300134"/>
                  </a:cubicBezTo>
                  <a:close/>
                  <a:moveTo>
                    <a:pt x="451029" y="164973"/>
                  </a:moveTo>
                  <a:cubicBezTo>
                    <a:pt x="443966" y="164949"/>
                    <a:pt x="437897" y="159936"/>
                    <a:pt x="436526" y="153000"/>
                  </a:cubicBezTo>
                  <a:cubicBezTo>
                    <a:pt x="436080" y="151067"/>
                    <a:pt x="435463" y="149167"/>
                    <a:pt x="434949" y="147251"/>
                  </a:cubicBezTo>
                  <a:lnTo>
                    <a:pt x="436183" y="143339"/>
                  </a:lnTo>
                  <a:cubicBezTo>
                    <a:pt x="437692" y="142115"/>
                    <a:pt x="439303" y="140966"/>
                    <a:pt x="440743" y="139656"/>
                  </a:cubicBezTo>
                  <a:cubicBezTo>
                    <a:pt x="445680" y="134973"/>
                    <a:pt x="453154" y="134205"/>
                    <a:pt x="458949" y="137784"/>
                  </a:cubicBezTo>
                  <a:cubicBezTo>
                    <a:pt x="465840" y="142070"/>
                    <a:pt x="467966" y="151135"/>
                    <a:pt x="463680" y="158030"/>
                  </a:cubicBezTo>
                  <a:cubicBezTo>
                    <a:pt x="460972" y="162398"/>
                    <a:pt x="456172" y="165028"/>
                    <a:pt x="451029" y="164973"/>
                  </a:cubicBezTo>
                  <a:close/>
                  <a:moveTo>
                    <a:pt x="491280" y="29863"/>
                  </a:moveTo>
                  <a:cubicBezTo>
                    <a:pt x="485246" y="29119"/>
                    <a:pt x="480240" y="24765"/>
                    <a:pt x="478697" y="18868"/>
                  </a:cubicBezTo>
                  <a:cubicBezTo>
                    <a:pt x="478080" y="16468"/>
                    <a:pt x="477600" y="14030"/>
                    <a:pt x="477017" y="11606"/>
                  </a:cubicBezTo>
                  <a:lnTo>
                    <a:pt x="477840" y="8997"/>
                  </a:lnTo>
                  <a:cubicBezTo>
                    <a:pt x="482674" y="4354"/>
                    <a:pt x="487577" y="-147"/>
                    <a:pt x="494949" y="4"/>
                  </a:cubicBezTo>
                  <a:cubicBezTo>
                    <a:pt x="496663" y="542"/>
                    <a:pt x="498411" y="1084"/>
                    <a:pt x="500160" y="1622"/>
                  </a:cubicBezTo>
                  <a:cubicBezTo>
                    <a:pt x="501429" y="2884"/>
                    <a:pt x="502731" y="4090"/>
                    <a:pt x="503931" y="5421"/>
                  </a:cubicBezTo>
                  <a:cubicBezTo>
                    <a:pt x="507806" y="9796"/>
                    <a:pt x="508766" y="16025"/>
                    <a:pt x="506366" y="21353"/>
                  </a:cubicBezTo>
                  <a:cubicBezTo>
                    <a:pt x="503589" y="27045"/>
                    <a:pt x="497589" y="30432"/>
                    <a:pt x="491280" y="29863"/>
                  </a:cubicBezTo>
                  <a:close/>
                  <a:moveTo>
                    <a:pt x="372720" y="416133"/>
                  </a:moveTo>
                  <a:cubicBezTo>
                    <a:pt x="379577" y="420446"/>
                    <a:pt x="381635" y="429491"/>
                    <a:pt x="377314" y="436337"/>
                  </a:cubicBezTo>
                  <a:cubicBezTo>
                    <a:pt x="374400" y="440952"/>
                    <a:pt x="369189" y="443572"/>
                    <a:pt x="363737" y="443133"/>
                  </a:cubicBezTo>
                  <a:cubicBezTo>
                    <a:pt x="357154" y="442766"/>
                    <a:pt x="351669" y="438045"/>
                    <a:pt x="350297" y="431609"/>
                  </a:cubicBezTo>
                  <a:lnTo>
                    <a:pt x="348754" y="425061"/>
                  </a:lnTo>
                  <a:lnTo>
                    <a:pt x="349577" y="422452"/>
                  </a:lnTo>
                  <a:cubicBezTo>
                    <a:pt x="351223" y="420916"/>
                    <a:pt x="352869" y="419366"/>
                    <a:pt x="354514" y="417844"/>
                  </a:cubicBezTo>
                  <a:cubicBezTo>
                    <a:pt x="359451" y="413099"/>
                    <a:pt x="366994" y="412389"/>
                    <a:pt x="372720" y="416133"/>
                  </a:cubicBezTo>
                  <a:close/>
                  <a:moveTo>
                    <a:pt x="330617" y="551150"/>
                  </a:moveTo>
                  <a:cubicBezTo>
                    <a:pt x="337474" y="555497"/>
                    <a:pt x="339532" y="564590"/>
                    <a:pt x="335177" y="571461"/>
                  </a:cubicBezTo>
                  <a:cubicBezTo>
                    <a:pt x="330857" y="578335"/>
                    <a:pt x="321737" y="580382"/>
                    <a:pt x="314880" y="576034"/>
                  </a:cubicBezTo>
                  <a:cubicBezTo>
                    <a:pt x="311451" y="573868"/>
                    <a:pt x="309086" y="570388"/>
                    <a:pt x="308297" y="566410"/>
                  </a:cubicBezTo>
                  <a:cubicBezTo>
                    <a:pt x="307852" y="564487"/>
                    <a:pt x="307234" y="562605"/>
                    <a:pt x="306686" y="560702"/>
                  </a:cubicBezTo>
                  <a:cubicBezTo>
                    <a:pt x="307097" y="559399"/>
                    <a:pt x="307509" y="558096"/>
                    <a:pt x="307886" y="556790"/>
                  </a:cubicBezTo>
                  <a:cubicBezTo>
                    <a:pt x="309429" y="555546"/>
                    <a:pt x="311006" y="554369"/>
                    <a:pt x="312480" y="553046"/>
                  </a:cubicBezTo>
                  <a:cubicBezTo>
                    <a:pt x="317383" y="548338"/>
                    <a:pt x="324857" y="547557"/>
                    <a:pt x="330617" y="551150"/>
                  </a:cubicBezTo>
                  <a:close/>
                  <a:moveTo>
                    <a:pt x="288411" y="686054"/>
                  </a:moveTo>
                  <a:cubicBezTo>
                    <a:pt x="295406" y="690113"/>
                    <a:pt x="297806" y="699086"/>
                    <a:pt x="293760" y="706097"/>
                  </a:cubicBezTo>
                  <a:cubicBezTo>
                    <a:pt x="291051" y="710771"/>
                    <a:pt x="285977" y="713579"/>
                    <a:pt x="280594" y="713407"/>
                  </a:cubicBezTo>
                  <a:cubicBezTo>
                    <a:pt x="273771" y="713311"/>
                    <a:pt x="267909" y="708518"/>
                    <a:pt x="266468" y="701850"/>
                  </a:cubicBezTo>
                  <a:cubicBezTo>
                    <a:pt x="265989" y="699981"/>
                    <a:pt x="265234" y="698181"/>
                    <a:pt x="264617" y="696347"/>
                  </a:cubicBezTo>
                  <a:cubicBezTo>
                    <a:pt x="265029" y="695044"/>
                    <a:pt x="265406" y="693737"/>
                    <a:pt x="265817" y="692435"/>
                  </a:cubicBezTo>
                  <a:cubicBezTo>
                    <a:pt x="267326" y="691097"/>
                    <a:pt x="268869" y="689801"/>
                    <a:pt x="270308" y="688416"/>
                  </a:cubicBezTo>
                  <a:cubicBezTo>
                    <a:pt x="275074" y="683517"/>
                    <a:pt x="282549" y="682540"/>
                    <a:pt x="288411" y="686054"/>
                  </a:cubicBezTo>
                  <a:close/>
                  <a:moveTo>
                    <a:pt x="236366" y="855868"/>
                  </a:moveTo>
                  <a:cubicBezTo>
                    <a:pt x="243189" y="860201"/>
                    <a:pt x="245212" y="869246"/>
                    <a:pt x="240891" y="876072"/>
                  </a:cubicBezTo>
                  <a:cubicBezTo>
                    <a:pt x="238080" y="880471"/>
                    <a:pt x="233177" y="883056"/>
                    <a:pt x="227966" y="882857"/>
                  </a:cubicBezTo>
                  <a:cubicBezTo>
                    <a:pt x="221143" y="882741"/>
                    <a:pt x="215280" y="877896"/>
                    <a:pt x="213909" y="871200"/>
                  </a:cubicBezTo>
                  <a:cubicBezTo>
                    <a:pt x="213394" y="869010"/>
                    <a:pt x="212914" y="866808"/>
                    <a:pt x="212400" y="864614"/>
                  </a:cubicBezTo>
                  <a:lnTo>
                    <a:pt x="213223" y="862005"/>
                  </a:lnTo>
                  <a:cubicBezTo>
                    <a:pt x="214869" y="860486"/>
                    <a:pt x="216514" y="858960"/>
                    <a:pt x="218194" y="857448"/>
                  </a:cubicBezTo>
                  <a:cubicBezTo>
                    <a:pt x="223132" y="852707"/>
                    <a:pt x="230709" y="852048"/>
                    <a:pt x="236366" y="855868"/>
                  </a:cubicBezTo>
                  <a:close/>
                  <a:moveTo>
                    <a:pt x="152057" y="1125789"/>
                  </a:moveTo>
                  <a:cubicBezTo>
                    <a:pt x="157852" y="1129324"/>
                    <a:pt x="160560" y="1136321"/>
                    <a:pt x="158640" y="1142843"/>
                  </a:cubicBezTo>
                  <a:cubicBezTo>
                    <a:pt x="156514" y="1149031"/>
                    <a:pt x="150686" y="1153166"/>
                    <a:pt x="144137" y="1153097"/>
                  </a:cubicBezTo>
                  <a:cubicBezTo>
                    <a:pt x="137314" y="1152888"/>
                    <a:pt x="131520" y="1148088"/>
                    <a:pt x="130046" y="1141440"/>
                  </a:cubicBezTo>
                  <a:cubicBezTo>
                    <a:pt x="129600" y="1139555"/>
                    <a:pt x="128846" y="1137734"/>
                    <a:pt x="128263" y="1135886"/>
                  </a:cubicBezTo>
                  <a:cubicBezTo>
                    <a:pt x="128640" y="1134580"/>
                    <a:pt x="129051" y="1133277"/>
                    <a:pt x="129463" y="1131974"/>
                  </a:cubicBezTo>
                  <a:cubicBezTo>
                    <a:pt x="130972" y="1130651"/>
                    <a:pt x="132514" y="1129372"/>
                    <a:pt x="133955" y="1128000"/>
                  </a:cubicBezTo>
                  <a:cubicBezTo>
                    <a:pt x="138720" y="1123128"/>
                    <a:pt x="146263" y="1122213"/>
                    <a:pt x="152057" y="1125789"/>
                  </a:cubicBezTo>
                  <a:close/>
                  <a:moveTo>
                    <a:pt x="107520" y="1268709"/>
                  </a:moveTo>
                  <a:cubicBezTo>
                    <a:pt x="113314" y="1272275"/>
                    <a:pt x="116091" y="1279242"/>
                    <a:pt x="114308" y="1285817"/>
                  </a:cubicBezTo>
                  <a:cubicBezTo>
                    <a:pt x="112183" y="1292311"/>
                    <a:pt x="105943" y="1296546"/>
                    <a:pt x="99120" y="1296103"/>
                  </a:cubicBezTo>
                  <a:cubicBezTo>
                    <a:pt x="92537" y="1295757"/>
                    <a:pt x="87051" y="1291039"/>
                    <a:pt x="85680" y="1284604"/>
                  </a:cubicBezTo>
                  <a:lnTo>
                    <a:pt x="84137" y="1278045"/>
                  </a:lnTo>
                  <a:lnTo>
                    <a:pt x="84960" y="1275439"/>
                  </a:lnTo>
                  <a:cubicBezTo>
                    <a:pt x="86606" y="1273900"/>
                    <a:pt x="88251" y="1272353"/>
                    <a:pt x="89897" y="1270831"/>
                  </a:cubicBezTo>
                  <a:cubicBezTo>
                    <a:pt x="94628" y="1266278"/>
                    <a:pt x="101829" y="1265414"/>
                    <a:pt x="107520" y="1268709"/>
                  </a:cubicBezTo>
                  <a:close/>
                  <a:moveTo>
                    <a:pt x="66034" y="1404138"/>
                  </a:moveTo>
                  <a:cubicBezTo>
                    <a:pt x="72960" y="1408409"/>
                    <a:pt x="75086" y="1417475"/>
                    <a:pt x="70800" y="1424383"/>
                  </a:cubicBezTo>
                  <a:cubicBezTo>
                    <a:pt x="68126" y="1428734"/>
                    <a:pt x="63360" y="1431374"/>
                    <a:pt x="58251" y="1431357"/>
                  </a:cubicBezTo>
                  <a:cubicBezTo>
                    <a:pt x="51189" y="1431333"/>
                    <a:pt x="45086" y="1426348"/>
                    <a:pt x="43680" y="1419419"/>
                  </a:cubicBezTo>
                  <a:cubicBezTo>
                    <a:pt x="43234" y="1417495"/>
                    <a:pt x="42617" y="1415613"/>
                    <a:pt x="42069" y="1413710"/>
                  </a:cubicBezTo>
                  <a:cubicBezTo>
                    <a:pt x="42480" y="1412407"/>
                    <a:pt x="42891" y="1411101"/>
                    <a:pt x="43269" y="1409798"/>
                  </a:cubicBezTo>
                  <a:cubicBezTo>
                    <a:pt x="44812" y="1408553"/>
                    <a:pt x="46389" y="1407371"/>
                    <a:pt x="47863" y="1406047"/>
                  </a:cubicBezTo>
                  <a:cubicBezTo>
                    <a:pt x="52766" y="1401312"/>
                    <a:pt x="60240" y="1400517"/>
                    <a:pt x="66034" y="1404120"/>
                  </a:cubicBezTo>
                  <a:close/>
                  <a:moveTo>
                    <a:pt x="24343" y="1539477"/>
                  </a:moveTo>
                  <a:cubicBezTo>
                    <a:pt x="30000" y="1543245"/>
                    <a:pt x="32434" y="1550373"/>
                    <a:pt x="30206" y="1556812"/>
                  </a:cubicBezTo>
                  <a:cubicBezTo>
                    <a:pt x="27532" y="1563635"/>
                    <a:pt x="20366" y="1567602"/>
                    <a:pt x="13166" y="1566278"/>
                  </a:cubicBezTo>
                  <a:cubicBezTo>
                    <a:pt x="7474" y="1565044"/>
                    <a:pt x="3017" y="1560566"/>
                    <a:pt x="1852" y="1554857"/>
                  </a:cubicBezTo>
                  <a:cubicBezTo>
                    <a:pt x="1337" y="1552989"/>
                    <a:pt x="617" y="1551185"/>
                    <a:pt x="0" y="1549355"/>
                  </a:cubicBezTo>
                  <a:cubicBezTo>
                    <a:pt x="377" y="1548052"/>
                    <a:pt x="789" y="1546745"/>
                    <a:pt x="1200" y="1545443"/>
                  </a:cubicBezTo>
                  <a:cubicBezTo>
                    <a:pt x="2709" y="1544102"/>
                    <a:pt x="4251" y="1542806"/>
                    <a:pt x="5692" y="1541421"/>
                  </a:cubicBezTo>
                  <a:cubicBezTo>
                    <a:pt x="10628" y="1536357"/>
                    <a:pt x="18480" y="1535531"/>
                    <a:pt x="24343" y="1539460"/>
                  </a:cubicBezTo>
                  <a:close/>
                  <a:moveTo>
                    <a:pt x="155897" y="1579526"/>
                  </a:moveTo>
                  <a:cubicBezTo>
                    <a:pt x="163680" y="1582180"/>
                    <a:pt x="167829" y="1590635"/>
                    <a:pt x="165189" y="1598414"/>
                  </a:cubicBezTo>
                  <a:cubicBezTo>
                    <a:pt x="162617" y="1605964"/>
                    <a:pt x="154526" y="1610140"/>
                    <a:pt x="146880" y="1607880"/>
                  </a:cubicBezTo>
                  <a:cubicBezTo>
                    <a:pt x="139200" y="1605247"/>
                    <a:pt x="135017" y="1596967"/>
                    <a:pt x="137451" y="1589219"/>
                  </a:cubicBezTo>
                  <a:cubicBezTo>
                    <a:pt x="139886" y="1581463"/>
                    <a:pt x="148115" y="1577126"/>
                    <a:pt x="155897" y="1579509"/>
                  </a:cubicBezTo>
                  <a:close/>
                  <a:moveTo>
                    <a:pt x="317314" y="1059326"/>
                  </a:moveTo>
                  <a:cubicBezTo>
                    <a:pt x="309566" y="1056977"/>
                    <a:pt x="305177" y="1048783"/>
                    <a:pt x="307509" y="1041021"/>
                  </a:cubicBezTo>
                  <a:cubicBezTo>
                    <a:pt x="307509" y="1041021"/>
                    <a:pt x="307509" y="1041017"/>
                    <a:pt x="307509" y="1041017"/>
                  </a:cubicBezTo>
                  <a:cubicBezTo>
                    <a:pt x="309874" y="1033300"/>
                    <a:pt x="318034" y="1028959"/>
                    <a:pt x="325749" y="1031325"/>
                  </a:cubicBezTo>
                  <a:cubicBezTo>
                    <a:pt x="333497" y="1033691"/>
                    <a:pt x="337817" y="1041864"/>
                    <a:pt x="335451" y="1049582"/>
                  </a:cubicBezTo>
                  <a:cubicBezTo>
                    <a:pt x="333120" y="1057255"/>
                    <a:pt x="324994" y="1061599"/>
                    <a:pt x="317314" y="1059309"/>
                  </a:cubicBezTo>
                  <a:close/>
                  <a:moveTo>
                    <a:pt x="590606" y="178252"/>
                  </a:moveTo>
                  <a:cubicBezTo>
                    <a:pt x="598217" y="180563"/>
                    <a:pt x="602503" y="188603"/>
                    <a:pt x="600206" y="196214"/>
                  </a:cubicBezTo>
                  <a:cubicBezTo>
                    <a:pt x="600172" y="196354"/>
                    <a:pt x="600103" y="196492"/>
                    <a:pt x="600069" y="196629"/>
                  </a:cubicBezTo>
                  <a:cubicBezTo>
                    <a:pt x="597635" y="204316"/>
                    <a:pt x="589406" y="208564"/>
                    <a:pt x="581726" y="206112"/>
                  </a:cubicBezTo>
                  <a:cubicBezTo>
                    <a:pt x="574012" y="203661"/>
                    <a:pt x="569795" y="195443"/>
                    <a:pt x="572229" y="187756"/>
                  </a:cubicBezTo>
                  <a:cubicBezTo>
                    <a:pt x="574526" y="180120"/>
                    <a:pt x="582583" y="175797"/>
                    <a:pt x="590229" y="178097"/>
                  </a:cubicBezTo>
                  <a:cubicBezTo>
                    <a:pt x="590332" y="178139"/>
                    <a:pt x="590469" y="178180"/>
                    <a:pt x="590606" y="178221"/>
                  </a:cubicBezTo>
                  <a:close/>
                  <a:moveTo>
                    <a:pt x="513737" y="474857"/>
                  </a:moveTo>
                  <a:cubicBezTo>
                    <a:pt x="511200" y="482520"/>
                    <a:pt x="502937" y="486683"/>
                    <a:pt x="495291" y="484159"/>
                  </a:cubicBezTo>
                  <a:cubicBezTo>
                    <a:pt x="487611" y="481632"/>
                    <a:pt x="483463" y="473373"/>
                    <a:pt x="486000" y="465710"/>
                  </a:cubicBezTo>
                  <a:cubicBezTo>
                    <a:pt x="488503" y="458095"/>
                    <a:pt x="496663" y="453926"/>
                    <a:pt x="504308" y="456367"/>
                  </a:cubicBezTo>
                  <a:cubicBezTo>
                    <a:pt x="512023" y="458867"/>
                    <a:pt x="516240" y="467136"/>
                    <a:pt x="513737" y="474840"/>
                  </a:cubicBezTo>
                  <a:close/>
                  <a:moveTo>
                    <a:pt x="548503" y="313115"/>
                  </a:moveTo>
                  <a:cubicBezTo>
                    <a:pt x="556354" y="315388"/>
                    <a:pt x="560846" y="323582"/>
                    <a:pt x="558583" y="331416"/>
                  </a:cubicBezTo>
                  <a:cubicBezTo>
                    <a:pt x="556320" y="339254"/>
                    <a:pt x="548126" y="343766"/>
                    <a:pt x="540275" y="341493"/>
                  </a:cubicBezTo>
                  <a:cubicBezTo>
                    <a:pt x="532457" y="339223"/>
                    <a:pt x="527931" y="331029"/>
                    <a:pt x="530194" y="323191"/>
                  </a:cubicBezTo>
                  <a:cubicBezTo>
                    <a:pt x="530194" y="323160"/>
                    <a:pt x="530229" y="323126"/>
                    <a:pt x="530229" y="323095"/>
                  </a:cubicBezTo>
                  <a:cubicBezTo>
                    <a:pt x="532492" y="315299"/>
                    <a:pt x="540652" y="310814"/>
                    <a:pt x="548434" y="313080"/>
                  </a:cubicBezTo>
                  <a:cubicBezTo>
                    <a:pt x="548469" y="313087"/>
                    <a:pt x="548469" y="313091"/>
                    <a:pt x="548503" y="313097"/>
                  </a:cubicBezTo>
                  <a:close/>
                  <a:moveTo>
                    <a:pt x="462069" y="591473"/>
                  </a:moveTo>
                  <a:cubicBezTo>
                    <a:pt x="469817" y="593747"/>
                    <a:pt x="474275" y="601882"/>
                    <a:pt x="472012" y="609641"/>
                  </a:cubicBezTo>
                  <a:cubicBezTo>
                    <a:pt x="469714" y="617400"/>
                    <a:pt x="461589" y="621844"/>
                    <a:pt x="453840" y="619570"/>
                  </a:cubicBezTo>
                  <a:cubicBezTo>
                    <a:pt x="446091" y="617297"/>
                    <a:pt x="441635" y="609172"/>
                    <a:pt x="443897" y="601416"/>
                  </a:cubicBezTo>
                  <a:cubicBezTo>
                    <a:pt x="445989" y="593743"/>
                    <a:pt x="453909" y="589221"/>
                    <a:pt x="461589" y="591312"/>
                  </a:cubicBezTo>
                  <a:cubicBezTo>
                    <a:pt x="461760" y="591357"/>
                    <a:pt x="461897" y="591405"/>
                    <a:pt x="462069" y="591456"/>
                  </a:cubicBezTo>
                  <a:close/>
                  <a:moveTo>
                    <a:pt x="402034" y="736368"/>
                  </a:moveTo>
                  <a:cubicBezTo>
                    <a:pt x="404332" y="728630"/>
                    <a:pt x="412423" y="724204"/>
                    <a:pt x="420172" y="726487"/>
                  </a:cubicBezTo>
                  <a:cubicBezTo>
                    <a:pt x="427920" y="728767"/>
                    <a:pt x="432343" y="736893"/>
                    <a:pt x="430046" y="744631"/>
                  </a:cubicBezTo>
                  <a:cubicBezTo>
                    <a:pt x="430046" y="744720"/>
                    <a:pt x="430012" y="744813"/>
                    <a:pt x="429977" y="744902"/>
                  </a:cubicBezTo>
                  <a:cubicBezTo>
                    <a:pt x="427611" y="752620"/>
                    <a:pt x="419451" y="756960"/>
                    <a:pt x="411737" y="754598"/>
                  </a:cubicBezTo>
                  <a:cubicBezTo>
                    <a:pt x="404023" y="752236"/>
                    <a:pt x="399669" y="744069"/>
                    <a:pt x="402034" y="736351"/>
                  </a:cubicBezTo>
                  <a:close/>
                  <a:moveTo>
                    <a:pt x="359349" y="924271"/>
                  </a:moveTo>
                  <a:cubicBezTo>
                    <a:pt x="351497" y="922094"/>
                    <a:pt x="346869" y="913954"/>
                    <a:pt x="349063" y="906093"/>
                  </a:cubicBezTo>
                  <a:cubicBezTo>
                    <a:pt x="351223" y="898231"/>
                    <a:pt x="359383" y="893627"/>
                    <a:pt x="367234" y="895804"/>
                  </a:cubicBezTo>
                  <a:cubicBezTo>
                    <a:pt x="375086" y="897984"/>
                    <a:pt x="379714" y="906120"/>
                    <a:pt x="377520" y="913982"/>
                  </a:cubicBezTo>
                  <a:cubicBezTo>
                    <a:pt x="377520" y="914030"/>
                    <a:pt x="377486" y="914082"/>
                    <a:pt x="377486" y="914129"/>
                  </a:cubicBezTo>
                  <a:cubicBezTo>
                    <a:pt x="375291" y="921923"/>
                    <a:pt x="367200" y="926462"/>
                    <a:pt x="359417" y="924271"/>
                  </a:cubicBezTo>
                  <a:cubicBezTo>
                    <a:pt x="359383" y="924264"/>
                    <a:pt x="359383" y="924261"/>
                    <a:pt x="359349" y="924254"/>
                  </a:cubicBezTo>
                  <a:close/>
                  <a:moveTo>
                    <a:pt x="283749" y="1166095"/>
                  </a:moveTo>
                  <a:cubicBezTo>
                    <a:pt x="291600" y="1168303"/>
                    <a:pt x="296160" y="1176446"/>
                    <a:pt x="293931" y="1184284"/>
                  </a:cubicBezTo>
                  <a:cubicBezTo>
                    <a:pt x="291737" y="1192121"/>
                    <a:pt x="283577" y="1196685"/>
                    <a:pt x="275760" y="1194477"/>
                  </a:cubicBezTo>
                  <a:cubicBezTo>
                    <a:pt x="267909" y="1192265"/>
                    <a:pt x="263349" y="1184123"/>
                    <a:pt x="265543" y="1176285"/>
                  </a:cubicBezTo>
                  <a:cubicBezTo>
                    <a:pt x="265577" y="1176264"/>
                    <a:pt x="265577" y="1176244"/>
                    <a:pt x="265577" y="1176223"/>
                  </a:cubicBezTo>
                  <a:cubicBezTo>
                    <a:pt x="267737" y="1168430"/>
                    <a:pt x="275829" y="1163870"/>
                    <a:pt x="283611" y="1166040"/>
                  </a:cubicBezTo>
                  <a:cubicBezTo>
                    <a:pt x="283646" y="1166054"/>
                    <a:pt x="283714" y="1166064"/>
                    <a:pt x="283749" y="1166078"/>
                  </a:cubicBezTo>
                  <a:close/>
                  <a:moveTo>
                    <a:pt x="198069" y="1444732"/>
                  </a:moveTo>
                  <a:cubicBezTo>
                    <a:pt x="205680" y="1447382"/>
                    <a:pt x="209692" y="1455696"/>
                    <a:pt x="207051" y="1463304"/>
                  </a:cubicBezTo>
                  <a:cubicBezTo>
                    <a:pt x="204411" y="1470909"/>
                    <a:pt x="196080" y="1474927"/>
                    <a:pt x="188468" y="1472280"/>
                  </a:cubicBezTo>
                  <a:cubicBezTo>
                    <a:pt x="180891" y="1469633"/>
                    <a:pt x="176846" y="1461343"/>
                    <a:pt x="179486" y="1453742"/>
                  </a:cubicBezTo>
                  <a:cubicBezTo>
                    <a:pt x="181886" y="1446234"/>
                    <a:pt x="189909" y="1442092"/>
                    <a:pt x="197417" y="1444492"/>
                  </a:cubicBezTo>
                  <a:cubicBezTo>
                    <a:pt x="197623" y="1444560"/>
                    <a:pt x="197863" y="1444636"/>
                    <a:pt x="198069" y="1444715"/>
                  </a:cubicBezTo>
                  <a:close/>
                  <a:moveTo>
                    <a:pt x="240069" y="1309433"/>
                  </a:moveTo>
                  <a:cubicBezTo>
                    <a:pt x="247852" y="1312008"/>
                    <a:pt x="252034" y="1320391"/>
                    <a:pt x="249463" y="1328157"/>
                  </a:cubicBezTo>
                  <a:cubicBezTo>
                    <a:pt x="246891" y="1335923"/>
                    <a:pt x="238526" y="1340133"/>
                    <a:pt x="230743" y="1337558"/>
                  </a:cubicBezTo>
                  <a:cubicBezTo>
                    <a:pt x="222994" y="1334983"/>
                    <a:pt x="218777" y="1326600"/>
                    <a:pt x="221349" y="1318835"/>
                  </a:cubicBezTo>
                  <a:cubicBezTo>
                    <a:pt x="221383" y="1318763"/>
                    <a:pt x="221383" y="1318694"/>
                    <a:pt x="221417" y="1318622"/>
                  </a:cubicBezTo>
                  <a:cubicBezTo>
                    <a:pt x="223989" y="1310939"/>
                    <a:pt x="232320" y="1306811"/>
                    <a:pt x="240000" y="1309396"/>
                  </a:cubicBezTo>
                  <a:cubicBezTo>
                    <a:pt x="240034" y="1309403"/>
                    <a:pt x="240034" y="1309409"/>
                    <a:pt x="240069" y="1309416"/>
                  </a:cubicBezTo>
                  <a:close/>
                  <a:moveTo>
                    <a:pt x="291189" y="1621512"/>
                  </a:moveTo>
                  <a:cubicBezTo>
                    <a:pt x="298869" y="1624176"/>
                    <a:pt x="303017" y="1632450"/>
                    <a:pt x="300583" y="1640191"/>
                  </a:cubicBezTo>
                  <a:cubicBezTo>
                    <a:pt x="298217" y="1647974"/>
                    <a:pt x="289989" y="1652366"/>
                    <a:pt x="282206" y="1650004"/>
                  </a:cubicBezTo>
                  <a:cubicBezTo>
                    <a:pt x="274423" y="1647638"/>
                    <a:pt x="270034" y="1639413"/>
                    <a:pt x="272400" y="1631633"/>
                  </a:cubicBezTo>
                  <a:cubicBezTo>
                    <a:pt x="272468" y="1631424"/>
                    <a:pt x="272537" y="1631219"/>
                    <a:pt x="272606" y="1631013"/>
                  </a:cubicBezTo>
                  <a:cubicBezTo>
                    <a:pt x="275177" y="1623295"/>
                    <a:pt x="283440" y="1619057"/>
                    <a:pt x="291189" y="1621495"/>
                  </a:cubicBezTo>
                  <a:close/>
                  <a:moveTo>
                    <a:pt x="366103" y="1379541"/>
                  </a:moveTo>
                  <a:cubicBezTo>
                    <a:pt x="358251" y="1377203"/>
                    <a:pt x="353795" y="1368953"/>
                    <a:pt x="356126" y="1361112"/>
                  </a:cubicBezTo>
                  <a:cubicBezTo>
                    <a:pt x="358492" y="1353275"/>
                    <a:pt x="366720" y="1348817"/>
                    <a:pt x="374571" y="1351152"/>
                  </a:cubicBezTo>
                  <a:cubicBezTo>
                    <a:pt x="382423" y="1353491"/>
                    <a:pt x="386880" y="1361743"/>
                    <a:pt x="384514" y="1369581"/>
                  </a:cubicBezTo>
                  <a:cubicBezTo>
                    <a:pt x="384514" y="1369598"/>
                    <a:pt x="384514" y="1369615"/>
                    <a:pt x="384514" y="1369632"/>
                  </a:cubicBezTo>
                  <a:cubicBezTo>
                    <a:pt x="382080" y="1377391"/>
                    <a:pt x="373920" y="1381790"/>
                    <a:pt x="366103" y="1379524"/>
                  </a:cubicBezTo>
                  <a:close/>
                  <a:moveTo>
                    <a:pt x="410366" y="1236247"/>
                  </a:moveTo>
                  <a:cubicBezTo>
                    <a:pt x="402617" y="1233785"/>
                    <a:pt x="398297" y="1225495"/>
                    <a:pt x="400766" y="1217733"/>
                  </a:cubicBezTo>
                  <a:cubicBezTo>
                    <a:pt x="403234" y="1209971"/>
                    <a:pt x="411532" y="1205671"/>
                    <a:pt x="419280" y="1208133"/>
                  </a:cubicBezTo>
                  <a:cubicBezTo>
                    <a:pt x="426960" y="1210701"/>
                    <a:pt x="431212" y="1218936"/>
                    <a:pt x="428846" y="1226695"/>
                  </a:cubicBezTo>
                  <a:cubicBezTo>
                    <a:pt x="426343" y="1234416"/>
                    <a:pt x="418115" y="1238678"/>
                    <a:pt x="410366" y="1236230"/>
                  </a:cubicBezTo>
                  <a:close/>
                  <a:moveTo>
                    <a:pt x="546720" y="796615"/>
                  </a:moveTo>
                  <a:cubicBezTo>
                    <a:pt x="538972" y="794133"/>
                    <a:pt x="534686" y="785829"/>
                    <a:pt x="537154" y="778067"/>
                  </a:cubicBezTo>
                  <a:cubicBezTo>
                    <a:pt x="539623" y="770304"/>
                    <a:pt x="547955" y="766022"/>
                    <a:pt x="555703" y="768501"/>
                  </a:cubicBezTo>
                  <a:cubicBezTo>
                    <a:pt x="563451" y="770983"/>
                    <a:pt x="567737" y="779284"/>
                    <a:pt x="565269" y="787039"/>
                  </a:cubicBezTo>
                  <a:cubicBezTo>
                    <a:pt x="562766" y="794798"/>
                    <a:pt x="554469" y="799077"/>
                    <a:pt x="546720" y="796598"/>
                  </a:cubicBezTo>
                  <a:close/>
                  <a:moveTo>
                    <a:pt x="597703" y="633552"/>
                  </a:moveTo>
                  <a:cubicBezTo>
                    <a:pt x="605383" y="636079"/>
                    <a:pt x="609566" y="644352"/>
                    <a:pt x="607029" y="652032"/>
                  </a:cubicBezTo>
                  <a:cubicBezTo>
                    <a:pt x="604492" y="659709"/>
                    <a:pt x="596229" y="663885"/>
                    <a:pt x="588549" y="661358"/>
                  </a:cubicBezTo>
                  <a:cubicBezTo>
                    <a:pt x="580869" y="658831"/>
                    <a:pt x="576686" y="650551"/>
                    <a:pt x="579223" y="642868"/>
                  </a:cubicBezTo>
                  <a:cubicBezTo>
                    <a:pt x="581726" y="635188"/>
                    <a:pt x="590023" y="631008"/>
                    <a:pt x="597703" y="633535"/>
                  </a:cubicBezTo>
                  <a:close/>
                  <a:moveTo>
                    <a:pt x="494023" y="966048"/>
                  </a:moveTo>
                  <a:cubicBezTo>
                    <a:pt x="486275" y="963515"/>
                    <a:pt x="482023" y="955176"/>
                    <a:pt x="484560" y="947421"/>
                  </a:cubicBezTo>
                  <a:cubicBezTo>
                    <a:pt x="487097" y="939669"/>
                    <a:pt x="495429" y="935435"/>
                    <a:pt x="503177" y="937968"/>
                  </a:cubicBezTo>
                  <a:cubicBezTo>
                    <a:pt x="510960" y="940499"/>
                    <a:pt x="515177" y="948840"/>
                    <a:pt x="512640" y="956592"/>
                  </a:cubicBezTo>
                  <a:cubicBezTo>
                    <a:pt x="512640" y="956603"/>
                    <a:pt x="512640" y="956609"/>
                    <a:pt x="512640" y="956620"/>
                  </a:cubicBezTo>
                  <a:cubicBezTo>
                    <a:pt x="510069" y="964334"/>
                    <a:pt x="501771" y="968534"/>
                    <a:pt x="494023" y="966031"/>
                  </a:cubicBezTo>
                  <a:close/>
                  <a:moveTo>
                    <a:pt x="452537" y="1101254"/>
                  </a:moveTo>
                  <a:cubicBezTo>
                    <a:pt x="444754" y="1098909"/>
                    <a:pt x="440332" y="1090728"/>
                    <a:pt x="442629" y="1082939"/>
                  </a:cubicBezTo>
                  <a:cubicBezTo>
                    <a:pt x="445029" y="1075173"/>
                    <a:pt x="453257" y="1070819"/>
                    <a:pt x="461040" y="1073219"/>
                  </a:cubicBezTo>
                  <a:cubicBezTo>
                    <a:pt x="468686" y="1075581"/>
                    <a:pt x="473040" y="1083624"/>
                    <a:pt x="470846" y="1091321"/>
                  </a:cubicBezTo>
                  <a:cubicBezTo>
                    <a:pt x="468446" y="1099046"/>
                    <a:pt x="460320" y="1103445"/>
                    <a:pt x="452537" y="1101237"/>
                  </a:cubicBezTo>
                  <a:close/>
                  <a:moveTo>
                    <a:pt x="665349" y="365030"/>
                  </a:moveTo>
                  <a:cubicBezTo>
                    <a:pt x="667714" y="357261"/>
                    <a:pt x="675840" y="352821"/>
                    <a:pt x="683657" y="355056"/>
                  </a:cubicBezTo>
                  <a:cubicBezTo>
                    <a:pt x="691440" y="357446"/>
                    <a:pt x="695829" y="365702"/>
                    <a:pt x="693463" y="373502"/>
                  </a:cubicBezTo>
                  <a:cubicBezTo>
                    <a:pt x="691097" y="381213"/>
                    <a:pt x="682972" y="385605"/>
                    <a:pt x="675223" y="383359"/>
                  </a:cubicBezTo>
                  <a:cubicBezTo>
                    <a:pt x="667440" y="381035"/>
                    <a:pt x="663017" y="372837"/>
                    <a:pt x="665349" y="365051"/>
                  </a:cubicBezTo>
                  <a:cubicBezTo>
                    <a:pt x="665349" y="365040"/>
                    <a:pt x="665349" y="365027"/>
                    <a:pt x="665349" y="365013"/>
                  </a:cubicBezTo>
                  <a:close/>
                  <a:moveTo>
                    <a:pt x="630617" y="526495"/>
                  </a:moveTo>
                  <a:cubicBezTo>
                    <a:pt x="622834" y="524085"/>
                    <a:pt x="618446" y="515808"/>
                    <a:pt x="620846" y="508008"/>
                  </a:cubicBezTo>
                  <a:cubicBezTo>
                    <a:pt x="623280" y="500208"/>
                    <a:pt x="631543" y="495840"/>
                    <a:pt x="639360" y="498254"/>
                  </a:cubicBezTo>
                  <a:cubicBezTo>
                    <a:pt x="647143" y="500664"/>
                    <a:pt x="651532" y="508941"/>
                    <a:pt x="649097" y="516741"/>
                  </a:cubicBezTo>
                  <a:cubicBezTo>
                    <a:pt x="649097" y="516748"/>
                    <a:pt x="649097" y="516755"/>
                    <a:pt x="649097" y="516761"/>
                  </a:cubicBezTo>
                  <a:cubicBezTo>
                    <a:pt x="646629" y="524496"/>
                    <a:pt x="638400" y="528816"/>
                    <a:pt x="630617" y="526478"/>
                  </a:cubicBezTo>
                  <a:close/>
                  <a:moveTo>
                    <a:pt x="468137" y="1528505"/>
                  </a:moveTo>
                  <a:cubicBezTo>
                    <a:pt x="475783" y="1531080"/>
                    <a:pt x="479863" y="1539357"/>
                    <a:pt x="477291" y="1546992"/>
                  </a:cubicBezTo>
                  <a:cubicBezTo>
                    <a:pt x="474720" y="1554628"/>
                    <a:pt x="466457" y="1558728"/>
                    <a:pt x="458812" y="1556150"/>
                  </a:cubicBezTo>
                  <a:cubicBezTo>
                    <a:pt x="451234" y="1553599"/>
                    <a:pt x="447154" y="1545446"/>
                    <a:pt x="449589" y="1537852"/>
                  </a:cubicBezTo>
                  <a:cubicBezTo>
                    <a:pt x="452091" y="1530151"/>
                    <a:pt x="460389" y="1525955"/>
                    <a:pt x="468103" y="1528471"/>
                  </a:cubicBezTo>
                  <a:cubicBezTo>
                    <a:pt x="468103" y="1528478"/>
                    <a:pt x="468137" y="1528481"/>
                    <a:pt x="468137" y="1528488"/>
                  </a:cubicBezTo>
                  <a:close/>
                  <a:moveTo>
                    <a:pt x="425829" y="1663283"/>
                  </a:moveTo>
                  <a:cubicBezTo>
                    <a:pt x="433577" y="1665707"/>
                    <a:pt x="438034" y="1673801"/>
                    <a:pt x="435943" y="1681643"/>
                  </a:cubicBezTo>
                  <a:cubicBezTo>
                    <a:pt x="433406" y="1689323"/>
                    <a:pt x="425417" y="1693780"/>
                    <a:pt x="417532" y="1691904"/>
                  </a:cubicBezTo>
                  <a:cubicBezTo>
                    <a:pt x="409852" y="1689326"/>
                    <a:pt x="405497" y="1681242"/>
                    <a:pt x="407554" y="1673411"/>
                  </a:cubicBezTo>
                  <a:cubicBezTo>
                    <a:pt x="409852" y="1665611"/>
                    <a:pt x="417977" y="1661095"/>
                    <a:pt x="425829" y="1663265"/>
                  </a:cubicBezTo>
                  <a:close/>
                  <a:moveTo>
                    <a:pt x="587726" y="1143192"/>
                  </a:moveTo>
                  <a:cubicBezTo>
                    <a:pt x="579943" y="1140854"/>
                    <a:pt x="575486" y="1132708"/>
                    <a:pt x="577714" y="1124901"/>
                  </a:cubicBezTo>
                  <a:cubicBezTo>
                    <a:pt x="579977" y="1117132"/>
                    <a:pt x="588137" y="1112685"/>
                    <a:pt x="595920" y="1114965"/>
                  </a:cubicBezTo>
                  <a:cubicBezTo>
                    <a:pt x="595920" y="1114972"/>
                    <a:pt x="595955" y="1114982"/>
                    <a:pt x="595989" y="1114989"/>
                  </a:cubicBezTo>
                  <a:cubicBezTo>
                    <a:pt x="603771" y="1117276"/>
                    <a:pt x="608297" y="1125408"/>
                    <a:pt x="606103" y="1133232"/>
                  </a:cubicBezTo>
                  <a:cubicBezTo>
                    <a:pt x="603669" y="1140971"/>
                    <a:pt x="595543" y="1145376"/>
                    <a:pt x="587726" y="1143175"/>
                  </a:cubicBezTo>
                  <a:close/>
                  <a:moveTo>
                    <a:pt x="690926" y="810446"/>
                  </a:moveTo>
                  <a:cubicBezTo>
                    <a:pt x="698709" y="812873"/>
                    <a:pt x="703063" y="821154"/>
                    <a:pt x="700629" y="828940"/>
                  </a:cubicBezTo>
                  <a:cubicBezTo>
                    <a:pt x="698194" y="836726"/>
                    <a:pt x="689931" y="841070"/>
                    <a:pt x="682148" y="838639"/>
                  </a:cubicBezTo>
                  <a:cubicBezTo>
                    <a:pt x="682012" y="838601"/>
                    <a:pt x="681874" y="838564"/>
                    <a:pt x="681771" y="838523"/>
                  </a:cubicBezTo>
                  <a:cubicBezTo>
                    <a:pt x="674023" y="835996"/>
                    <a:pt x="669771" y="827657"/>
                    <a:pt x="672308" y="819899"/>
                  </a:cubicBezTo>
                  <a:cubicBezTo>
                    <a:pt x="674846" y="812140"/>
                    <a:pt x="683177" y="807902"/>
                    <a:pt x="690926" y="810429"/>
                  </a:cubicBezTo>
                  <a:close/>
                  <a:moveTo>
                    <a:pt x="638469" y="979934"/>
                  </a:moveTo>
                  <a:cubicBezTo>
                    <a:pt x="646217" y="982516"/>
                    <a:pt x="650366" y="990881"/>
                    <a:pt x="647795" y="998616"/>
                  </a:cubicBezTo>
                  <a:cubicBezTo>
                    <a:pt x="645223" y="1006355"/>
                    <a:pt x="636857" y="1010531"/>
                    <a:pt x="629109" y="1007949"/>
                  </a:cubicBezTo>
                  <a:cubicBezTo>
                    <a:pt x="621394" y="1005364"/>
                    <a:pt x="617212" y="997005"/>
                    <a:pt x="619783" y="989270"/>
                  </a:cubicBezTo>
                  <a:cubicBezTo>
                    <a:pt x="622457" y="981621"/>
                    <a:pt x="630720" y="977483"/>
                    <a:pt x="638469" y="979917"/>
                  </a:cubicBezTo>
                  <a:close/>
                  <a:moveTo>
                    <a:pt x="545589" y="1278196"/>
                  </a:moveTo>
                  <a:cubicBezTo>
                    <a:pt x="537840" y="1275803"/>
                    <a:pt x="533486" y="1267577"/>
                    <a:pt x="535886" y="1259819"/>
                  </a:cubicBezTo>
                  <a:cubicBezTo>
                    <a:pt x="535886" y="1259805"/>
                    <a:pt x="535886" y="1259791"/>
                    <a:pt x="535886" y="1259778"/>
                  </a:cubicBezTo>
                  <a:cubicBezTo>
                    <a:pt x="538354" y="1252049"/>
                    <a:pt x="546549" y="1247716"/>
                    <a:pt x="554332" y="1250037"/>
                  </a:cubicBezTo>
                  <a:cubicBezTo>
                    <a:pt x="562046" y="1252564"/>
                    <a:pt x="566366" y="1260755"/>
                    <a:pt x="564103" y="1268551"/>
                  </a:cubicBezTo>
                  <a:cubicBezTo>
                    <a:pt x="561600" y="1276289"/>
                    <a:pt x="553372" y="1280579"/>
                    <a:pt x="545589" y="1278179"/>
                  </a:cubicBezTo>
                  <a:close/>
                  <a:moveTo>
                    <a:pt x="500880" y="1421352"/>
                  </a:moveTo>
                  <a:cubicBezTo>
                    <a:pt x="493132" y="1418778"/>
                    <a:pt x="488914" y="1410398"/>
                    <a:pt x="491486" y="1402632"/>
                  </a:cubicBezTo>
                  <a:cubicBezTo>
                    <a:pt x="494057" y="1394870"/>
                    <a:pt x="502423" y="1390660"/>
                    <a:pt x="510206" y="1393235"/>
                  </a:cubicBezTo>
                  <a:cubicBezTo>
                    <a:pt x="517955" y="1395806"/>
                    <a:pt x="522172" y="1404185"/>
                    <a:pt x="519600" y="1411951"/>
                  </a:cubicBezTo>
                  <a:cubicBezTo>
                    <a:pt x="516857" y="1419583"/>
                    <a:pt x="508629" y="1423718"/>
                    <a:pt x="500880" y="1421335"/>
                  </a:cubicBezTo>
                  <a:close/>
                  <a:moveTo>
                    <a:pt x="995897" y="303981"/>
                  </a:moveTo>
                  <a:cubicBezTo>
                    <a:pt x="1003646" y="306257"/>
                    <a:pt x="1008069" y="314380"/>
                    <a:pt x="1005806" y="322121"/>
                  </a:cubicBezTo>
                  <a:cubicBezTo>
                    <a:pt x="1003509" y="329863"/>
                    <a:pt x="995383" y="334296"/>
                    <a:pt x="987669" y="332020"/>
                  </a:cubicBezTo>
                  <a:cubicBezTo>
                    <a:pt x="987566" y="331996"/>
                    <a:pt x="987497" y="331975"/>
                    <a:pt x="987429" y="331951"/>
                  </a:cubicBezTo>
                  <a:cubicBezTo>
                    <a:pt x="979714" y="329613"/>
                    <a:pt x="975326" y="321453"/>
                    <a:pt x="977657" y="313728"/>
                  </a:cubicBezTo>
                  <a:cubicBezTo>
                    <a:pt x="980023" y="306000"/>
                    <a:pt x="988183" y="301632"/>
                    <a:pt x="995897" y="303971"/>
                  </a:cubicBezTo>
                  <a:close/>
                  <a:moveTo>
                    <a:pt x="954377" y="439015"/>
                  </a:moveTo>
                  <a:cubicBezTo>
                    <a:pt x="962057" y="441635"/>
                    <a:pt x="966206" y="449966"/>
                    <a:pt x="963635" y="457670"/>
                  </a:cubicBezTo>
                  <a:cubicBezTo>
                    <a:pt x="960994" y="465302"/>
                    <a:pt x="952663" y="469351"/>
                    <a:pt x="945052" y="466711"/>
                  </a:cubicBezTo>
                  <a:cubicBezTo>
                    <a:pt x="937406" y="464075"/>
                    <a:pt x="933360" y="455750"/>
                    <a:pt x="936000" y="448118"/>
                  </a:cubicBezTo>
                  <a:cubicBezTo>
                    <a:pt x="938606" y="440572"/>
                    <a:pt x="946800" y="436512"/>
                    <a:pt x="954377" y="439005"/>
                  </a:cubicBezTo>
                  <a:close/>
                  <a:moveTo>
                    <a:pt x="909497" y="582052"/>
                  </a:moveTo>
                  <a:cubicBezTo>
                    <a:pt x="917349" y="584263"/>
                    <a:pt x="921943" y="592423"/>
                    <a:pt x="919714" y="600281"/>
                  </a:cubicBezTo>
                  <a:cubicBezTo>
                    <a:pt x="917520" y="608140"/>
                    <a:pt x="909360" y="612720"/>
                    <a:pt x="901509" y="610509"/>
                  </a:cubicBezTo>
                  <a:cubicBezTo>
                    <a:pt x="893623" y="608297"/>
                    <a:pt x="889063" y="600137"/>
                    <a:pt x="891257" y="592279"/>
                  </a:cubicBezTo>
                  <a:cubicBezTo>
                    <a:pt x="891291" y="592211"/>
                    <a:pt x="891291" y="592142"/>
                    <a:pt x="891326" y="592073"/>
                  </a:cubicBezTo>
                  <a:cubicBezTo>
                    <a:pt x="893554" y="584301"/>
                    <a:pt x="901680" y="579806"/>
                    <a:pt x="909429" y="582034"/>
                  </a:cubicBezTo>
                  <a:cubicBezTo>
                    <a:pt x="909463" y="582041"/>
                    <a:pt x="909463" y="582045"/>
                    <a:pt x="909497" y="582052"/>
                  </a:cubicBezTo>
                  <a:close/>
                  <a:moveTo>
                    <a:pt x="867532" y="717247"/>
                  </a:moveTo>
                  <a:cubicBezTo>
                    <a:pt x="875280" y="719500"/>
                    <a:pt x="879771" y="727622"/>
                    <a:pt x="877509" y="735384"/>
                  </a:cubicBezTo>
                  <a:cubicBezTo>
                    <a:pt x="875246" y="743147"/>
                    <a:pt x="867120" y="747614"/>
                    <a:pt x="859372" y="745358"/>
                  </a:cubicBezTo>
                  <a:cubicBezTo>
                    <a:pt x="851623" y="743105"/>
                    <a:pt x="847132" y="734983"/>
                    <a:pt x="849394" y="727221"/>
                  </a:cubicBezTo>
                  <a:cubicBezTo>
                    <a:pt x="849394" y="727221"/>
                    <a:pt x="849394" y="727221"/>
                    <a:pt x="849394" y="727221"/>
                  </a:cubicBezTo>
                  <a:cubicBezTo>
                    <a:pt x="851554" y="719520"/>
                    <a:pt x="859509" y="715012"/>
                    <a:pt x="867223" y="717158"/>
                  </a:cubicBezTo>
                  <a:cubicBezTo>
                    <a:pt x="867326" y="717185"/>
                    <a:pt x="867429" y="717216"/>
                    <a:pt x="867532" y="717247"/>
                  </a:cubicBezTo>
                  <a:close/>
                  <a:moveTo>
                    <a:pt x="782914" y="1040219"/>
                  </a:moveTo>
                  <a:cubicBezTo>
                    <a:pt x="780411" y="1047899"/>
                    <a:pt x="772183" y="1052109"/>
                    <a:pt x="764503" y="1049620"/>
                  </a:cubicBezTo>
                  <a:cubicBezTo>
                    <a:pt x="756823" y="1047131"/>
                    <a:pt x="752606" y="1038888"/>
                    <a:pt x="755109" y="1031205"/>
                  </a:cubicBezTo>
                  <a:cubicBezTo>
                    <a:pt x="757577" y="1023590"/>
                    <a:pt x="765703" y="1019373"/>
                    <a:pt x="773349" y="1021752"/>
                  </a:cubicBezTo>
                  <a:cubicBezTo>
                    <a:pt x="781097" y="1024204"/>
                    <a:pt x="785383" y="1032467"/>
                    <a:pt x="782914" y="1040205"/>
                  </a:cubicBezTo>
                  <a:cubicBezTo>
                    <a:pt x="782914" y="1040212"/>
                    <a:pt x="782914" y="1040219"/>
                    <a:pt x="782914" y="1040225"/>
                  </a:cubicBezTo>
                  <a:close/>
                  <a:moveTo>
                    <a:pt x="825669" y="852237"/>
                  </a:moveTo>
                  <a:cubicBezTo>
                    <a:pt x="833486" y="854537"/>
                    <a:pt x="837977" y="862742"/>
                    <a:pt x="835646" y="870559"/>
                  </a:cubicBezTo>
                  <a:cubicBezTo>
                    <a:pt x="833349" y="878380"/>
                    <a:pt x="825154" y="882854"/>
                    <a:pt x="817337" y="880553"/>
                  </a:cubicBezTo>
                  <a:cubicBezTo>
                    <a:pt x="809520" y="878253"/>
                    <a:pt x="805063" y="870052"/>
                    <a:pt x="807360" y="862231"/>
                  </a:cubicBezTo>
                  <a:cubicBezTo>
                    <a:pt x="809657" y="854414"/>
                    <a:pt x="817852" y="849943"/>
                    <a:pt x="825669" y="852244"/>
                  </a:cubicBezTo>
                  <a:close/>
                  <a:moveTo>
                    <a:pt x="731349" y="1156961"/>
                  </a:moveTo>
                  <a:cubicBezTo>
                    <a:pt x="739097" y="1159324"/>
                    <a:pt x="743486" y="1167532"/>
                    <a:pt x="741120" y="1175294"/>
                  </a:cubicBezTo>
                  <a:cubicBezTo>
                    <a:pt x="738789" y="1183060"/>
                    <a:pt x="730560" y="1187441"/>
                    <a:pt x="722812" y="1185079"/>
                  </a:cubicBezTo>
                  <a:cubicBezTo>
                    <a:pt x="715029" y="1182720"/>
                    <a:pt x="710640" y="1174512"/>
                    <a:pt x="713006" y="1166747"/>
                  </a:cubicBezTo>
                  <a:cubicBezTo>
                    <a:pt x="713040" y="1166719"/>
                    <a:pt x="713040" y="1166692"/>
                    <a:pt x="713040" y="1166664"/>
                  </a:cubicBezTo>
                  <a:cubicBezTo>
                    <a:pt x="715303" y="1158988"/>
                    <a:pt x="723360" y="1154606"/>
                    <a:pt x="731040" y="1156876"/>
                  </a:cubicBezTo>
                  <a:cubicBezTo>
                    <a:pt x="731143" y="1156907"/>
                    <a:pt x="731246" y="1156937"/>
                    <a:pt x="731349" y="1156968"/>
                  </a:cubicBezTo>
                  <a:close/>
                  <a:moveTo>
                    <a:pt x="603360" y="1570423"/>
                  </a:moveTo>
                  <a:cubicBezTo>
                    <a:pt x="611006" y="1572953"/>
                    <a:pt x="615154" y="1581206"/>
                    <a:pt x="612617" y="1588855"/>
                  </a:cubicBezTo>
                  <a:cubicBezTo>
                    <a:pt x="610115" y="1596504"/>
                    <a:pt x="601852" y="1600656"/>
                    <a:pt x="594206" y="1598126"/>
                  </a:cubicBezTo>
                  <a:cubicBezTo>
                    <a:pt x="586560" y="1595603"/>
                    <a:pt x="582411" y="1587378"/>
                    <a:pt x="584914" y="1579739"/>
                  </a:cubicBezTo>
                  <a:cubicBezTo>
                    <a:pt x="587246" y="1572179"/>
                    <a:pt x="595234" y="1567927"/>
                    <a:pt x="602812" y="1570245"/>
                  </a:cubicBezTo>
                  <a:cubicBezTo>
                    <a:pt x="602983" y="1570303"/>
                    <a:pt x="603189" y="1570365"/>
                    <a:pt x="603360" y="1570430"/>
                  </a:cubicBezTo>
                  <a:close/>
                  <a:moveTo>
                    <a:pt x="645257" y="1435091"/>
                  </a:moveTo>
                  <a:cubicBezTo>
                    <a:pt x="653074" y="1437484"/>
                    <a:pt x="657497" y="1445774"/>
                    <a:pt x="655097" y="1453605"/>
                  </a:cubicBezTo>
                  <a:cubicBezTo>
                    <a:pt x="652697" y="1461432"/>
                    <a:pt x="644400" y="1465838"/>
                    <a:pt x="636583" y="1463445"/>
                  </a:cubicBezTo>
                  <a:cubicBezTo>
                    <a:pt x="628766" y="1461048"/>
                    <a:pt x="624343" y="1452762"/>
                    <a:pt x="626743" y="1444931"/>
                  </a:cubicBezTo>
                  <a:cubicBezTo>
                    <a:pt x="626777" y="1444862"/>
                    <a:pt x="626777" y="1444790"/>
                    <a:pt x="626812" y="1444718"/>
                  </a:cubicBezTo>
                  <a:cubicBezTo>
                    <a:pt x="629280" y="1436980"/>
                    <a:pt x="637509" y="1432680"/>
                    <a:pt x="645257" y="1435097"/>
                  </a:cubicBezTo>
                  <a:close/>
                  <a:moveTo>
                    <a:pt x="689795" y="1292033"/>
                  </a:moveTo>
                  <a:cubicBezTo>
                    <a:pt x="697509" y="1294632"/>
                    <a:pt x="701623" y="1302977"/>
                    <a:pt x="699017" y="1310678"/>
                  </a:cubicBezTo>
                  <a:cubicBezTo>
                    <a:pt x="699017" y="1310688"/>
                    <a:pt x="699017" y="1310702"/>
                    <a:pt x="699017" y="1310712"/>
                  </a:cubicBezTo>
                  <a:cubicBezTo>
                    <a:pt x="696377" y="1318355"/>
                    <a:pt x="688046" y="1322411"/>
                    <a:pt x="680400" y="1319771"/>
                  </a:cubicBezTo>
                  <a:cubicBezTo>
                    <a:pt x="672754" y="1317134"/>
                    <a:pt x="668709" y="1308799"/>
                    <a:pt x="671349" y="1301157"/>
                  </a:cubicBezTo>
                  <a:cubicBezTo>
                    <a:pt x="673955" y="1293576"/>
                    <a:pt x="682183" y="1289513"/>
                    <a:pt x="689795" y="1292040"/>
                  </a:cubicBezTo>
                  <a:close/>
                  <a:moveTo>
                    <a:pt x="561463" y="1705327"/>
                  </a:moveTo>
                  <a:cubicBezTo>
                    <a:pt x="569177" y="1707916"/>
                    <a:pt x="573360" y="1716230"/>
                    <a:pt x="570823" y="1723958"/>
                  </a:cubicBezTo>
                  <a:cubicBezTo>
                    <a:pt x="568457" y="1731693"/>
                    <a:pt x="560297" y="1736061"/>
                    <a:pt x="552549" y="1733712"/>
                  </a:cubicBezTo>
                  <a:cubicBezTo>
                    <a:pt x="544834" y="1731360"/>
                    <a:pt x="540446" y="1723183"/>
                    <a:pt x="542812" y="1715448"/>
                  </a:cubicBezTo>
                  <a:cubicBezTo>
                    <a:pt x="542846" y="1715267"/>
                    <a:pt x="542914" y="1715085"/>
                    <a:pt x="542983" y="1714907"/>
                  </a:cubicBezTo>
                  <a:cubicBezTo>
                    <a:pt x="545451" y="1707162"/>
                    <a:pt x="553714" y="1702879"/>
                    <a:pt x="561463" y="1705334"/>
                  </a:cubicBezTo>
                  <a:close/>
                  <a:moveTo>
                    <a:pt x="696446" y="1747214"/>
                  </a:moveTo>
                  <a:cubicBezTo>
                    <a:pt x="704126" y="1749789"/>
                    <a:pt x="708446" y="1757952"/>
                    <a:pt x="706251" y="1765763"/>
                  </a:cubicBezTo>
                  <a:cubicBezTo>
                    <a:pt x="703509" y="1773381"/>
                    <a:pt x="695451" y="1777674"/>
                    <a:pt x="687600" y="1775675"/>
                  </a:cubicBezTo>
                  <a:cubicBezTo>
                    <a:pt x="679955" y="1772956"/>
                    <a:pt x="675737" y="1764779"/>
                    <a:pt x="677966" y="1756986"/>
                  </a:cubicBezTo>
                  <a:cubicBezTo>
                    <a:pt x="680434" y="1749237"/>
                    <a:pt x="688663" y="1744889"/>
                    <a:pt x="696446" y="1747221"/>
                  </a:cubicBezTo>
                  <a:close/>
                  <a:moveTo>
                    <a:pt x="1266411" y="387888"/>
                  </a:moveTo>
                  <a:cubicBezTo>
                    <a:pt x="1274091" y="390364"/>
                    <a:pt x="1278309" y="398599"/>
                    <a:pt x="1275840" y="406283"/>
                  </a:cubicBezTo>
                  <a:cubicBezTo>
                    <a:pt x="1273372" y="413966"/>
                    <a:pt x="1265143" y="418187"/>
                    <a:pt x="1257463" y="415711"/>
                  </a:cubicBezTo>
                  <a:cubicBezTo>
                    <a:pt x="1249783" y="413243"/>
                    <a:pt x="1245566" y="405045"/>
                    <a:pt x="1248000" y="397372"/>
                  </a:cubicBezTo>
                  <a:cubicBezTo>
                    <a:pt x="1250332" y="389740"/>
                    <a:pt x="1258423" y="385444"/>
                    <a:pt x="1266034" y="387779"/>
                  </a:cubicBezTo>
                  <a:cubicBezTo>
                    <a:pt x="1266172" y="387816"/>
                    <a:pt x="1266275" y="387854"/>
                    <a:pt x="1266411" y="387895"/>
                  </a:cubicBezTo>
                  <a:close/>
                  <a:moveTo>
                    <a:pt x="873291" y="1654176"/>
                  </a:moveTo>
                  <a:cubicBezTo>
                    <a:pt x="881006" y="1656528"/>
                    <a:pt x="885326" y="1664682"/>
                    <a:pt x="882994" y="1672386"/>
                  </a:cubicBezTo>
                  <a:cubicBezTo>
                    <a:pt x="880629" y="1680089"/>
                    <a:pt x="872469" y="1684427"/>
                    <a:pt x="864754" y="1682075"/>
                  </a:cubicBezTo>
                  <a:cubicBezTo>
                    <a:pt x="857109" y="1679733"/>
                    <a:pt x="852754" y="1671648"/>
                    <a:pt x="855052" y="1663968"/>
                  </a:cubicBezTo>
                  <a:cubicBezTo>
                    <a:pt x="857177" y="1656347"/>
                    <a:pt x="865063" y="1651879"/>
                    <a:pt x="872674" y="1653988"/>
                  </a:cubicBezTo>
                  <a:cubicBezTo>
                    <a:pt x="872880" y="1654046"/>
                    <a:pt x="873086" y="1654108"/>
                    <a:pt x="873291" y="1654176"/>
                  </a:cubicBezTo>
                  <a:close/>
                  <a:moveTo>
                    <a:pt x="831360" y="1789067"/>
                  </a:moveTo>
                  <a:cubicBezTo>
                    <a:pt x="839143" y="1791398"/>
                    <a:pt x="843600" y="1799596"/>
                    <a:pt x="841269" y="1807389"/>
                  </a:cubicBezTo>
                  <a:cubicBezTo>
                    <a:pt x="839109" y="1815196"/>
                    <a:pt x="831052" y="1819780"/>
                    <a:pt x="823234" y="1817630"/>
                  </a:cubicBezTo>
                  <a:cubicBezTo>
                    <a:pt x="815451" y="1815480"/>
                    <a:pt x="810857" y="1807409"/>
                    <a:pt x="812983" y="1799603"/>
                  </a:cubicBezTo>
                  <a:cubicBezTo>
                    <a:pt x="813052" y="1799466"/>
                    <a:pt x="813086" y="1799328"/>
                    <a:pt x="813120" y="1799191"/>
                  </a:cubicBezTo>
                  <a:cubicBezTo>
                    <a:pt x="815383" y="1791381"/>
                    <a:pt x="823543" y="1786859"/>
                    <a:pt x="831360" y="1789067"/>
                  </a:cubicBezTo>
                  <a:close/>
                  <a:moveTo>
                    <a:pt x="1129611" y="829200"/>
                  </a:moveTo>
                  <a:cubicBezTo>
                    <a:pt x="1121863" y="826900"/>
                    <a:pt x="1117440" y="818750"/>
                    <a:pt x="1119737" y="810998"/>
                  </a:cubicBezTo>
                  <a:cubicBezTo>
                    <a:pt x="1122034" y="803249"/>
                    <a:pt x="1130194" y="798830"/>
                    <a:pt x="1137943" y="801131"/>
                  </a:cubicBezTo>
                  <a:cubicBezTo>
                    <a:pt x="1145692" y="803431"/>
                    <a:pt x="1150115" y="811567"/>
                    <a:pt x="1147817" y="819316"/>
                  </a:cubicBezTo>
                  <a:cubicBezTo>
                    <a:pt x="1145623" y="827020"/>
                    <a:pt x="1137600" y="831480"/>
                    <a:pt x="1129886" y="829283"/>
                  </a:cubicBezTo>
                  <a:cubicBezTo>
                    <a:pt x="1129783" y="829255"/>
                    <a:pt x="1129714" y="829228"/>
                    <a:pt x="1129611" y="829200"/>
                  </a:cubicBezTo>
                  <a:close/>
                  <a:moveTo>
                    <a:pt x="1096251" y="936172"/>
                  </a:moveTo>
                  <a:cubicBezTo>
                    <a:pt x="1104069" y="938551"/>
                    <a:pt x="1108457" y="946804"/>
                    <a:pt x="1106057" y="954604"/>
                  </a:cubicBezTo>
                  <a:cubicBezTo>
                    <a:pt x="1103692" y="962407"/>
                    <a:pt x="1095429" y="966799"/>
                    <a:pt x="1087646" y="964420"/>
                  </a:cubicBezTo>
                  <a:cubicBezTo>
                    <a:pt x="1079829" y="962040"/>
                    <a:pt x="1075440" y="953788"/>
                    <a:pt x="1077806" y="945988"/>
                  </a:cubicBezTo>
                  <a:cubicBezTo>
                    <a:pt x="1077840" y="945964"/>
                    <a:pt x="1077840" y="945940"/>
                    <a:pt x="1077840" y="945916"/>
                  </a:cubicBezTo>
                  <a:cubicBezTo>
                    <a:pt x="1080240" y="938143"/>
                    <a:pt x="1088469" y="933775"/>
                    <a:pt x="1096251" y="936162"/>
                  </a:cubicBezTo>
                  <a:close/>
                  <a:moveTo>
                    <a:pt x="1044206" y="1105811"/>
                  </a:moveTo>
                  <a:cubicBezTo>
                    <a:pt x="1051920" y="1108485"/>
                    <a:pt x="1056000" y="1116895"/>
                    <a:pt x="1053326" y="1124603"/>
                  </a:cubicBezTo>
                  <a:cubicBezTo>
                    <a:pt x="1050652" y="1132307"/>
                    <a:pt x="1042217" y="1136387"/>
                    <a:pt x="1034537" y="1133712"/>
                  </a:cubicBezTo>
                  <a:cubicBezTo>
                    <a:pt x="1026823" y="1131041"/>
                    <a:pt x="1022743" y="1122628"/>
                    <a:pt x="1025417" y="1114924"/>
                  </a:cubicBezTo>
                  <a:cubicBezTo>
                    <a:pt x="1025417" y="1114886"/>
                    <a:pt x="1025451" y="1114852"/>
                    <a:pt x="1025451" y="1114817"/>
                  </a:cubicBezTo>
                  <a:cubicBezTo>
                    <a:pt x="1028160" y="1107151"/>
                    <a:pt x="1036526" y="1103116"/>
                    <a:pt x="1044206" y="1105800"/>
                  </a:cubicBezTo>
                  <a:close/>
                  <a:moveTo>
                    <a:pt x="992709" y="1268832"/>
                  </a:moveTo>
                  <a:cubicBezTo>
                    <a:pt x="985029" y="1266247"/>
                    <a:pt x="980880" y="1257916"/>
                    <a:pt x="983451" y="1250222"/>
                  </a:cubicBezTo>
                  <a:cubicBezTo>
                    <a:pt x="986057" y="1242559"/>
                    <a:pt x="994354" y="1238448"/>
                    <a:pt x="1002034" y="1241044"/>
                  </a:cubicBezTo>
                  <a:cubicBezTo>
                    <a:pt x="1009680" y="1243636"/>
                    <a:pt x="1013795" y="1251953"/>
                    <a:pt x="1011189" y="1259616"/>
                  </a:cubicBezTo>
                  <a:cubicBezTo>
                    <a:pt x="1008617" y="1267252"/>
                    <a:pt x="1000354" y="1271363"/>
                    <a:pt x="992709" y="1268822"/>
                  </a:cubicBezTo>
                  <a:close/>
                  <a:moveTo>
                    <a:pt x="925097" y="1537214"/>
                  </a:moveTo>
                  <a:cubicBezTo>
                    <a:pt x="922731" y="1544956"/>
                    <a:pt x="914537" y="1549310"/>
                    <a:pt x="906789" y="1546941"/>
                  </a:cubicBezTo>
                  <a:cubicBezTo>
                    <a:pt x="899040" y="1544572"/>
                    <a:pt x="894686" y="1536374"/>
                    <a:pt x="897052" y="1528636"/>
                  </a:cubicBezTo>
                  <a:cubicBezTo>
                    <a:pt x="899417" y="1520952"/>
                    <a:pt x="907509" y="1516595"/>
                    <a:pt x="915223" y="1518864"/>
                  </a:cubicBezTo>
                  <a:cubicBezTo>
                    <a:pt x="923006" y="1521227"/>
                    <a:pt x="927394" y="1529417"/>
                    <a:pt x="925097" y="1537204"/>
                  </a:cubicBezTo>
                  <a:close/>
                  <a:moveTo>
                    <a:pt x="959623" y="1375763"/>
                  </a:moveTo>
                  <a:cubicBezTo>
                    <a:pt x="967406" y="1378108"/>
                    <a:pt x="971829" y="1386309"/>
                    <a:pt x="969497" y="1394095"/>
                  </a:cubicBezTo>
                  <a:cubicBezTo>
                    <a:pt x="967200" y="1401857"/>
                    <a:pt x="959040" y="1406294"/>
                    <a:pt x="951291" y="1404000"/>
                  </a:cubicBezTo>
                  <a:cubicBezTo>
                    <a:pt x="943509" y="1401707"/>
                    <a:pt x="939086" y="1393553"/>
                    <a:pt x="941383" y="1385791"/>
                  </a:cubicBezTo>
                  <a:cubicBezTo>
                    <a:pt x="943646" y="1377991"/>
                    <a:pt x="951806" y="1373500"/>
                    <a:pt x="959623" y="1375752"/>
                  </a:cubicBezTo>
                  <a:close/>
                  <a:moveTo>
                    <a:pt x="1205966" y="532900"/>
                  </a:moveTo>
                  <a:cubicBezTo>
                    <a:pt x="1208057" y="525076"/>
                    <a:pt x="1216115" y="520437"/>
                    <a:pt x="1223931" y="522532"/>
                  </a:cubicBezTo>
                  <a:cubicBezTo>
                    <a:pt x="1231749" y="524630"/>
                    <a:pt x="1236377" y="532670"/>
                    <a:pt x="1234286" y="540494"/>
                  </a:cubicBezTo>
                  <a:cubicBezTo>
                    <a:pt x="1234251" y="540662"/>
                    <a:pt x="1234183" y="540830"/>
                    <a:pt x="1234149" y="540998"/>
                  </a:cubicBezTo>
                  <a:cubicBezTo>
                    <a:pt x="1231920" y="548781"/>
                    <a:pt x="1223795" y="553272"/>
                    <a:pt x="1216012" y="551033"/>
                  </a:cubicBezTo>
                  <a:cubicBezTo>
                    <a:pt x="1208229" y="548794"/>
                    <a:pt x="1203737" y="540672"/>
                    <a:pt x="1205966" y="532889"/>
                  </a:cubicBezTo>
                  <a:close/>
                  <a:moveTo>
                    <a:pt x="1171337" y="694242"/>
                  </a:moveTo>
                  <a:cubicBezTo>
                    <a:pt x="1163520" y="691865"/>
                    <a:pt x="1159132" y="683606"/>
                    <a:pt x="1161497" y="675799"/>
                  </a:cubicBezTo>
                  <a:cubicBezTo>
                    <a:pt x="1163863" y="667989"/>
                    <a:pt x="1172126" y="663583"/>
                    <a:pt x="1179943" y="665959"/>
                  </a:cubicBezTo>
                  <a:cubicBezTo>
                    <a:pt x="1187657" y="668609"/>
                    <a:pt x="1191771" y="677016"/>
                    <a:pt x="1189132" y="684737"/>
                  </a:cubicBezTo>
                  <a:cubicBezTo>
                    <a:pt x="1186594" y="692078"/>
                    <a:pt x="1178846" y="696220"/>
                    <a:pt x="1171337" y="694221"/>
                  </a:cubicBezTo>
                  <a:close/>
                  <a:moveTo>
                    <a:pt x="967029" y="1831156"/>
                  </a:moveTo>
                  <a:cubicBezTo>
                    <a:pt x="974709" y="1833792"/>
                    <a:pt x="978857" y="1842110"/>
                    <a:pt x="976354" y="1849838"/>
                  </a:cubicBezTo>
                  <a:cubicBezTo>
                    <a:pt x="973989" y="1857611"/>
                    <a:pt x="965795" y="1862003"/>
                    <a:pt x="958012" y="1859647"/>
                  </a:cubicBezTo>
                  <a:cubicBezTo>
                    <a:pt x="950229" y="1857292"/>
                    <a:pt x="945840" y="1849077"/>
                    <a:pt x="948206" y="1841304"/>
                  </a:cubicBezTo>
                  <a:cubicBezTo>
                    <a:pt x="948275" y="1841088"/>
                    <a:pt x="948343" y="1840879"/>
                    <a:pt x="948411" y="1840667"/>
                  </a:cubicBezTo>
                  <a:cubicBezTo>
                    <a:pt x="950983" y="1832942"/>
                    <a:pt x="959246" y="1828701"/>
                    <a:pt x="967029" y="1831135"/>
                  </a:cubicBezTo>
                  <a:close/>
                  <a:moveTo>
                    <a:pt x="1041669" y="1589099"/>
                  </a:moveTo>
                  <a:cubicBezTo>
                    <a:pt x="1033852" y="1586640"/>
                    <a:pt x="1029532" y="1578319"/>
                    <a:pt x="1032000" y="1570516"/>
                  </a:cubicBezTo>
                  <a:cubicBezTo>
                    <a:pt x="1034434" y="1562712"/>
                    <a:pt x="1042766" y="1558379"/>
                    <a:pt x="1050583" y="1560837"/>
                  </a:cubicBezTo>
                  <a:cubicBezTo>
                    <a:pt x="1058366" y="1563299"/>
                    <a:pt x="1062720" y="1571616"/>
                    <a:pt x="1060251" y="1579420"/>
                  </a:cubicBezTo>
                  <a:cubicBezTo>
                    <a:pt x="1060251" y="1579458"/>
                    <a:pt x="1060217" y="1579492"/>
                    <a:pt x="1060217" y="1579526"/>
                  </a:cubicBezTo>
                  <a:cubicBezTo>
                    <a:pt x="1057680" y="1587240"/>
                    <a:pt x="1049417" y="1591502"/>
                    <a:pt x="1041669" y="1589102"/>
                  </a:cubicBezTo>
                  <a:close/>
                  <a:moveTo>
                    <a:pt x="1104686" y="1436184"/>
                  </a:moveTo>
                  <a:cubicBezTo>
                    <a:pt x="1102286" y="1443947"/>
                    <a:pt x="1094057" y="1448308"/>
                    <a:pt x="1086309" y="1445925"/>
                  </a:cubicBezTo>
                  <a:cubicBezTo>
                    <a:pt x="1078560" y="1443539"/>
                    <a:pt x="1074172" y="1435310"/>
                    <a:pt x="1076571" y="1427548"/>
                  </a:cubicBezTo>
                  <a:cubicBezTo>
                    <a:pt x="1078972" y="1419785"/>
                    <a:pt x="1087200" y="1415424"/>
                    <a:pt x="1094949" y="1417814"/>
                  </a:cubicBezTo>
                  <a:cubicBezTo>
                    <a:pt x="1102697" y="1420200"/>
                    <a:pt x="1107086" y="1428429"/>
                    <a:pt x="1104686" y="1436191"/>
                  </a:cubicBezTo>
                  <a:close/>
                  <a:moveTo>
                    <a:pt x="1128275" y="1310873"/>
                  </a:moveTo>
                  <a:cubicBezTo>
                    <a:pt x="1120492" y="1308501"/>
                    <a:pt x="1116137" y="1300293"/>
                    <a:pt x="1118469" y="1292517"/>
                  </a:cubicBezTo>
                  <a:cubicBezTo>
                    <a:pt x="1120903" y="1284768"/>
                    <a:pt x="1129132" y="1280455"/>
                    <a:pt x="1136880" y="1282883"/>
                  </a:cubicBezTo>
                  <a:cubicBezTo>
                    <a:pt x="1144526" y="1285272"/>
                    <a:pt x="1148846" y="1293326"/>
                    <a:pt x="1146617" y="1301010"/>
                  </a:cubicBezTo>
                  <a:cubicBezTo>
                    <a:pt x="1144251" y="1308768"/>
                    <a:pt x="1136057" y="1313167"/>
                    <a:pt x="1128275" y="1310880"/>
                  </a:cubicBezTo>
                  <a:close/>
                  <a:moveTo>
                    <a:pt x="1359874" y="564816"/>
                  </a:moveTo>
                  <a:cubicBezTo>
                    <a:pt x="1367623" y="567364"/>
                    <a:pt x="1371840" y="575709"/>
                    <a:pt x="1369303" y="583457"/>
                  </a:cubicBezTo>
                  <a:cubicBezTo>
                    <a:pt x="1366732" y="591206"/>
                    <a:pt x="1358400" y="595423"/>
                    <a:pt x="1350652" y="592876"/>
                  </a:cubicBezTo>
                  <a:cubicBezTo>
                    <a:pt x="1342937" y="590325"/>
                    <a:pt x="1338754" y="582000"/>
                    <a:pt x="1341291" y="574279"/>
                  </a:cubicBezTo>
                  <a:cubicBezTo>
                    <a:pt x="1343863" y="566582"/>
                    <a:pt x="1352126" y="562372"/>
                    <a:pt x="1359874" y="564816"/>
                  </a:cubicBezTo>
                  <a:close/>
                  <a:moveTo>
                    <a:pt x="1314960" y="707836"/>
                  </a:moveTo>
                  <a:cubicBezTo>
                    <a:pt x="1322812" y="710075"/>
                    <a:pt x="1327372" y="718252"/>
                    <a:pt x="1325109" y="726103"/>
                  </a:cubicBezTo>
                  <a:cubicBezTo>
                    <a:pt x="1322880" y="733951"/>
                    <a:pt x="1314720" y="738501"/>
                    <a:pt x="1306869" y="736265"/>
                  </a:cubicBezTo>
                  <a:cubicBezTo>
                    <a:pt x="1299017" y="734026"/>
                    <a:pt x="1294457" y="725850"/>
                    <a:pt x="1296686" y="717998"/>
                  </a:cubicBezTo>
                  <a:cubicBezTo>
                    <a:pt x="1296686" y="717971"/>
                    <a:pt x="1296720" y="717940"/>
                    <a:pt x="1296720" y="717909"/>
                  </a:cubicBezTo>
                  <a:cubicBezTo>
                    <a:pt x="1299017" y="710116"/>
                    <a:pt x="1307143" y="705621"/>
                    <a:pt x="1314960" y="707836"/>
                  </a:cubicBezTo>
                  <a:close/>
                  <a:moveTo>
                    <a:pt x="1273097" y="843072"/>
                  </a:moveTo>
                  <a:cubicBezTo>
                    <a:pt x="1280846" y="845417"/>
                    <a:pt x="1285200" y="853588"/>
                    <a:pt x="1282834" y="861319"/>
                  </a:cubicBezTo>
                  <a:cubicBezTo>
                    <a:pt x="1280503" y="869051"/>
                    <a:pt x="1272343" y="873418"/>
                    <a:pt x="1264594" y="871070"/>
                  </a:cubicBezTo>
                  <a:cubicBezTo>
                    <a:pt x="1256914" y="868735"/>
                    <a:pt x="1252526" y="860627"/>
                    <a:pt x="1254823" y="852916"/>
                  </a:cubicBezTo>
                  <a:cubicBezTo>
                    <a:pt x="1257120" y="845171"/>
                    <a:pt x="1265246" y="840751"/>
                    <a:pt x="1272994" y="843041"/>
                  </a:cubicBezTo>
                  <a:cubicBezTo>
                    <a:pt x="1273029" y="843052"/>
                    <a:pt x="1273063" y="843062"/>
                    <a:pt x="1273097" y="843072"/>
                  </a:cubicBezTo>
                  <a:close/>
                  <a:moveTo>
                    <a:pt x="1212994" y="987813"/>
                  </a:moveTo>
                  <a:cubicBezTo>
                    <a:pt x="1215463" y="980075"/>
                    <a:pt x="1223726" y="975789"/>
                    <a:pt x="1231440" y="978240"/>
                  </a:cubicBezTo>
                  <a:cubicBezTo>
                    <a:pt x="1239189" y="980695"/>
                    <a:pt x="1243475" y="988958"/>
                    <a:pt x="1241040" y="996700"/>
                  </a:cubicBezTo>
                  <a:cubicBezTo>
                    <a:pt x="1238571" y="1004428"/>
                    <a:pt x="1230343" y="1008713"/>
                    <a:pt x="1222594" y="1006279"/>
                  </a:cubicBezTo>
                  <a:cubicBezTo>
                    <a:pt x="1214880" y="1003780"/>
                    <a:pt x="1210629" y="995558"/>
                    <a:pt x="1212994" y="987813"/>
                  </a:cubicBezTo>
                  <a:close/>
                  <a:moveTo>
                    <a:pt x="1170275" y="1175829"/>
                  </a:moveTo>
                  <a:cubicBezTo>
                    <a:pt x="1162457" y="1173546"/>
                    <a:pt x="1157931" y="1165344"/>
                    <a:pt x="1160229" y="1157510"/>
                  </a:cubicBezTo>
                  <a:cubicBezTo>
                    <a:pt x="1162526" y="1149676"/>
                    <a:pt x="1170720" y="1145177"/>
                    <a:pt x="1178537" y="1147464"/>
                  </a:cubicBezTo>
                  <a:cubicBezTo>
                    <a:pt x="1186389" y="1149748"/>
                    <a:pt x="1190880" y="1157949"/>
                    <a:pt x="1188583" y="1165783"/>
                  </a:cubicBezTo>
                  <a:cubicBezTo>
                    <a:pt x="1188583" y="1165793"/>
                    <a:pt x="1188583" y="1165807"/>
                    <a:pt x="1188583" y="1165817"/>
                  </a:cubicBezTo>
                  <a:cubicBezTo>
                    <a:pt x="1186286" y="1173635"/>
                    <a:pt x="1178091" y="1178112"/>
                    <a:pt x="1170275" y="1175829"/>
                  </a:cubicBezTo>
                  <a:close/>
                  <a:moveTo>
                    <a:pt x="1101806" y="1872964"/>
                  </a:moveTo>
                  <a:cubicBezTo>
                    <a:pt x="1109520" y="1875484"/>
                    <a:pt x="1113909" y="1883585"/>
                    <a:pt x="1111817" y="1891420"/>
                  </a:cubicBezTo>
                  <a:cubicBezTo>
                    <a:pt x="1109109" y="1899024"/>
                    <a:pt x="1101120" y="1903379"/>
                    <a:pt x="1093269" y="1901524"/>
                  </a:cubicBezTo>
                  <a:cubicBezTo>
                    <a:pt x="1085589" y="1898904"/>
                    <a:pt x="1081269" y="1890779"/>
                    <a:pt x="1083394" y="1882955"/>
                  </a:cubicBezTo>
                  <a:cubicBezTo>
                    <a:pt x="1085795" y="1875179"/>
                    <a:pt x="1093989" y="1870742"/>
                    <a:pt x="1101806" y="1872964"/>
                  </a:cubicBezTo>
                  <a:close/>
                  <a:moveTo>
                    <a:pt x="1671977" y="513710"/>
                  </a:moveTo>
                  <a:cubicBezTo>
                    <a:pt x="1679589" y="516052"/>
                    <a:pt x="1683874" y="524126"/>
                    <a:pt x="1681543" y="531744"/>
                  </a:cubicBezTo>
                  <a:cubicBezTo>
                    <a:pt x="1681509" y="531874"/>
                    <a:pt x="1681440" y="532005"/>
                    <a:pt x="1681406" y="532135"/>
                  </a:cubicBezTo>
                  <a:cubicBezTo>
                    <a:pt x="1678903" y="539819"/>
                    <a:pt x="1670674" y="544032"/>
                    <a:pt x="1662994" y="541543"/>
                  </a:cubicBezTo>
                  <a:cubicBezTo>
                    <a:pt x="1655315" y="539054"/>
                    <a:pt x="1651097" y="530805"/>
                    <a:pt x="1653566" y="523121"/>
                  </a:cubicBezTo>
                  <a:cubicBezTo>
                    <a:pt x="1656069" y="515445"/>
                    <a:pt x="1664297" y="511231"/>
                    <a:pt x="1671977" y="513707"/>
                  </a:cubicBezTo>
                  <a:close/>
                  <a:moveTo>
                    <a:pt x="1611497" y="658739"/>
                  </a:moveTo>
                  <a:cubicBezTo>
                    <a:pt x="1613726" y="650966"/>
                    <a:pt x="1621817" y="646457"/>
                    <a:pt x="1629566" y="648669"/>
                  </a:cubicBezTo>
                  <a:cubicBezTo>
                    <a:pt x="1637349" y="650884"/>
                    <a:pt x="1641874" y="658979"/>
                    <a:pt x="1639646" y="666751"/>
                  </a:cubicBezTo>
                  <a:cubicBezTo>
                    <a:pt x="1637417" y="674524"/>
                    <a:pt x="1629326" y="679032"/>
                    <a:pt x="1621577" y="676817"/>
                  </a:cubicBezTo>
                  <a:cubicBezTo>
                    <a:pt x="1613795" y="674606"/>
                    <a:pt x="1609269" y="666511"/>
                    <a:pt x="1611497" y="658739"/>
                  </a:cubicBezTo>
                  <a:close/>
                  <a:moveTo>
                    <a:pt x="1577006" y="820077"/>
                  </a:moveTo>
                  <a:cubicBezTo>
                    <a:pt x="1569154" y="817859"/>
                    <a:pt x="1564594" y="809692"/>
                    <a:pt x="1566789" y="801833"/>
                  </a:cubicBezTo>
                  <a:cubicBezTo>
                    <a:pt x="1569017" y="793979"/>
                    <a:pt x="1577177" y="789408"/>
                    <a:pt x="1585029" y="791630"/>
                  </a:cubicBezTo>
                  <a:cubicBezTo>
                    <a:pt x="1592880" y="793848"/>
                    <a:pt x="1597475" y="802015"/>
                    <a:pt x="1595246" y="809870"/>
                  </a:cubicBezTo>
                  <a:cubicBezTo>
                    <a:pt x="1595246" y="809915"/>
                    <a:pt x="1595212" y="809956"/>
                    <a:pt x="1595212" y="809997"/>
                  </a:cubicBezTo>
                  <a:cubicBezTo>
                    <a:pt x="1592949" y="817790"/>
                    <a:pt x="1584823" y="822292"/>
                    <a:pt x="1577006" y="820077"/>
                  </a:cubicBezTo>
                  <a:close/>
                  <a:moveTo>
                    <a:pt x="1543714" y="927011"/>
                  </a:moveTo>
                  <a:cubicBezTo>
                    <a:pt x="1551429" y="929452"/>
                    <a:pt x="1555680" y="937684"/>
                    <a:pt x="1553246" y="945391"/>
                  </a:cubicBezTo>
                  <a:cubicBezTo>
                    <a:pt x="1550812" y="953102"/>
                    <a:pt x="1542583" y="957371"/>
                    <a:pt x="1534869" y="954930"/>
                  </a:cubicBezTo>
                  <a:cubicBezTo>
                    <a:pt x="1527154" y="952488"/>
                    <a:pt x="1522903" y="944256"/>
                    <a:pt x="1525337" y="936549"/>
                  </a:cubicBezTo>
                  <a:cubicBezTo>
                    <a:pt x="1525337" y="936542"/>
                    <a:pt x="1525337" y="936539"/>
                    <a:pt x="1525337" y="936532"/>
                  </a:cubicBezTo>
                  <a:cubicBezTo>
                    <a:pt x="1527669" y="928900"/>
                    <a:pt x="1535726" y="924590"/>
                    <a:pt x="1543372" y="926908"/>
                  </a:cubicBezTo>
                  <a:cubicBezTo>
                    <a:pt x="1543475" y="926942"/>
                    <a:pt x="1543611" y="926980"/>
                    <a:pt x="1543714" y="927021"/>
                  </a:cubicBezTo>
                  <a:close/>
                  <a:moveTo>
                    <a:pt x="1501440" y="1061880"/>
                  </a:moveTo>
                  <a:cubicBezTo>
                    <a:pt x="1509257" y="1064143"/>
                    <a:pt x="1513783" y="1072324"/>
                    <a:pt x="1511520" y="1080155"/>
                  </a:cubicBezTo>
                  <a:cubicBezTo>
                    <a:pt x="1509257" y="1087985"/>
                    <a:pt x="1501063" y="1092497"/>
                    <a:pt x="1493246" y="1090235"/>
                  </a:cubicBezTo>
                  <a:cubicBezTo>
                    <a:pt x="1485429" y="1087972"/>
                    <a:pt x="1480903" y="1079791"/>
                    <a:pt x="1483166" y="1071960"/>
                  </a:cubicBezTo>
                  <a:cubicBezTo>
                    <a:pt x="1485429" y="1064129"/>
                    <a:pt x="1493623" y="1059618"/>
                    <a:pt x="1501440" y="1061880"/>
                  </a:cubicBezTo>
                  <a:close/>
                  <a:moveTo>
                    <a:pt x="1449326" y="1231468"/>
                  </a:moveTo>
                  <a:cubicBezTo>
                    <a:pt x="1457109" y="1233895"/>
                    <a:pt x="1461463" y="1242179"/>
                    <a:pt x="1459029" y="1249968"/>
                  </a:cubicBezTo>
                  <a:cubicBezTo>
                    <a:pt x="1456594" y="1257758"/>
                    <a:pt x="1448332" y="1262105"/>
                    <a:pt x="1440549" y="1259678"/>
                  </a:cubicBezTo>
                  <a:cubicBezTo>
                    <a:pt x="1432732" y="1257251"/>
                    <a:pt x="1428411" y="1248967"/>
                    <a:pt x="1430812" y="1241177"/>
                  </a:cubicBezTo>
                  <a:cubicBezTo>
                    <a:pt x="1430846" y="1241119"/>
                    <a:pt x="1430846" y="1241064"/>
                    <a:pt x="1430880" y="1241006"/>
                  </a:cubicBezTo>
                  <a:cubicBezTo>
                    <a:pt x="1433315" y="1233288"/>
                    <a:pt x="1441577" y="1229016"/>
                    <a:pt x="1449291" y="1231464"/>
                  </a:cubicBezTo>
                  <a:cubicBezTo>
                    <a:pt x="1449291" y="1231471"/>
                    <a:pt x="1449326" y="1231475"/>
                    <a:pt x="1449326" y="1231478"/>
                  </a:cubicBezTo>
                  <a:close/>
                  <a:moveTo>
                    <a:pt x="1312320" y="1673068"/>
                  </a:moveTo>
                  <a:cubicBezTo>
                    <a:pt x="1304434" y="1670836"/>
                    <a:pt x="1299874" y="1662645"/>
                    <a:pt x="1302103" y="1654773"/>
                  </a:cubicBezTo>
                  <a:cubicBezTo>
                    <a:pt x="1304332" y="1646897"/>
                    <a:pt x="1312526" y="1642324"/>
                    <a:pt x="1320411" y="1644552"/>
                  </a:cubicBezTo>
                  <a:cubicBezTo>
                    <a:pt x="1328263" y="1646784"/>
                    <a:pt x="1332857" y="1654975"/>
                    <a:pt x="1330629" y="1662851"/>
                  </a:cubicBezTo>
                  <a:cubicBezTo>
                    <a:pt x="1330594" y="1662912"/>
                    <a:pt x="1330594" y="1662977"/>
                    <a:pt x="1330560" y="1663043"/>
                  </a:cubicBezTo>
                  <a:cubicBezTo>
                    <a:pt x="1328263" y="1670832"/>
                    <a:pt x="1320137" y="1675314"/>
                    <a:pt x="1312320" y="1673078"/>
                  </a:cubicBezTo>
                  <a:close/>
                  <a:moveTo>
                    <a:pt x="1366046" y="1501855"/>
                  </a:moveTo>
                  <a:cubicBezTo>
                    <a:pt x="1373726" y="1504598"/>
                    <a:pt x="1377703" y="1513036"/>
                    <a:pt x="1374960" y="1520702"/>
                  </a:cubicBezTo>
                  <a:cubicBezTo>
                    <a:pt x="1372217" y="1528368"/>
                    <a:pt x="1363783" y="1532359"/>
                    <a:pt x="1356103" y="1529616"/>
                  </a:cubicBezTo>
                  <a:cubicBezTo>
                    <a:pt x="1348457" y="1526873"/>
                    <a:pt x="1344446" y="1518436"/>
                    <a:pt x="1347189" y="1510770"/>
                  </a:cubicBezTo>
                  <a:cubicBezTo>
                    <a:pt x="1347223" y="1510745"/>
                    <a:pt x="1347223" y="1510725"/>
                    <a:pt x="1347223" y="1510701"/>
                  </a:cubicBezTo>
                  <a:cubicBezTo>
                    <a:pt x="1349931" y="1503086"/>
                    <a:pt x="1358297" y="1499105"/>
                    <a:pt x="1365909" y="1501811"/>
                  </a:cubicBezTo>
                  <a:cubicBezTo>
                    <a:pt x="1365943" y="1501824"/>
                    <a:pt x="1366012" y="1501842"/>
                    <a:pt x="1366046" y="1501859"/>
                  </a:cubicBezTo>
                  <a:close/>
                  <a:moveTo>
                    <a:pt x="1407737" y="1366807"/>
                  </a:moveTo>
                  <a:cubicBezTo>
                    <a:pt x="1415417" y="1369458"/>
                    <a:pt x="1419497" y="1377827"/>
                    <a:pt x="1416823" y="1385500"/>
                  </a:cubicBezTo>
                  <a:cubicBezTo>
                    <a:pt x="1414183" y="1393173"/>
                    <a:pt x="1405817" y="1397243"/>
                    <a:pt x="1398137" y="1394592"/>
                  </a:cubicBezTo>
                  <a:cubicBezTo>
                    <a:pt x="1390457" y="1391942"/>
                    <a:pt x="1386377" y="1383573"/>
                    <a:pt x="1389052" y="1375900"/>
                  </a:cubicBezTo>
                  <a:cubicBezTo>
                    <a:pt x="1389052" y="1375862"/>
                    <a:pt x="1389086" y="1375821"/>
                    <a:pt x="1389086" y="1375783"/>
                  </a:cubicBezTo>
                  <a:cubicBezTo>
                    <a:pt x="1391657" y="1368203"/>
                    <a:pt x="1399886" y="1364143"/>
                    <a:pt x="1407463" y="1366718"/>
                  </a:cubicBezTo>
                  <a:cubicBezTo>
                    <a:pt x="1407566" y="1366749"/>
                    <a:pt x="1407635" y="1366780"/>
                    <a:pt x="1407737" y="1366811"/>
                  </a:cubicBezTo>
                  <a:close/>
                  <a:moveTo>
                    <a:pt x="1278652" y="1779950"/>
                  </a:moveTo>
                  <a:cubicBezTo>
                    <a:pt x="1286400" y="1782189"/>
                    <a:pt x="1290857" y="1790273"/>
                    <a:pt x="1288594" y="1798008"/>
                  </a:cubicBezTo>
                  <a:cubicBezTo>
                    <a:pt x="1286366" y="1805747"/>
                    <a:pt x="1278275" y="1810204"/>
                    <a:pt x="1270560" y="1807965"/>
                  </a:cubicBezTo>
                  <a:cubicBezTo>
                    <a:pt x="1262812" y="1805733"/>
                    <a:pt x="1258354" y="1797669"/>
                    <a:pt x="1260583" y="1789941"/>
                  </a:cubicBezTo>
                  <a:cubicBezTo>
                    <a:pt x="1262606" y="1782302"/>
                    <a:pt x="1270423" y="1777749"/>
                    <a:pt x="1278069" y="1779768"/>
                  </a:cubicBezTo>
                  <a:cubicBezTo>
                    <a:pt x="1278275" y="1779820"/>
                    <a:pt x="1278446" y="1779878"/>
                    <a:pt x="1278652" y="1779936"/>
                  </a:cubicBezTo>
                  <a:close/>
                  <a:moveTo>
                    <a:pt x="1236823" y="1914871"/>
                  </a:moveTo>
                  <a:cubicBezTo>
                    <a:pt x="1244606" y="1917172"/>
                    <a:pt x="1249063" y="1925356"/>
                    <a:pt x="1246766" y="1933149"/>
                  </a:cubicBezTo>
                  <a:cubicBezTo>
                    <a:pt x="1246766" y="1933156"/>
                    <a:pt x="1246766" y="1933163"/>
                    <a:pt x="1246766" y="1933169"/>
                  </a:cubicBezTo>
                  <a:cubicBezTo>
                    <a:pt x="1244709" y="1940980"/>
                    <a:pt x="1236720" y="1945660"/>
                    <a:pt x="1228937" y="1943616"/>
                  </a:cubicBezTo>
                  <a:cubicBezTo>
                    <a:pt x="1221120" y="1941576"/>
                    <a:pt x="1216423" y="1933588"/>
                    <a:pt x="1218480" y="1925774"/>
                  </a:cubicBezTo>
                  <a:cubicBezTo>
                    <a:pt x="1218549" y="1925534"/>
                    <a:pt x="1218617" y="1925294"/>
                    <a:pt x="1218686" y="1925054"/>
                  </a:cubicBezTo>
                  <a:cubicBezTo>
                    <a:pt x="1220880" y="1917237"/>
                    <a:pt x="1228972" y="1912667"/>
                    <a:pt x="1236789" y="1914851"/>
                  </a:cubicBezTo>
                  <a:cubicBezTo>
                    <a:pt x="1236789" y="1914851"/>
                    <a:pt x="1236823" y="1914854"/>
                    <a:pt x="1236823" y="1914857"/>
                  </a:cubicBezTo>
                  <a:close/>
                  <a:moveTo>
                    <a:pt x="1414389" y="1822056"/>
                  </a:moveTo>
                  <a:cubicBezTo>
                    <a:pt x="1422000" y="1824672"/>
                    <a:pt x="1426046" y="1832969"/>
                    <a:pt x="1423440" y="1840584"/>
                  </a:cubicBezTo>
                  <a:cubicBezTo>
                    <a:pt x="1420834" y="1848203"/>
                    <a:pt x="1412537" y="1852255"/>
                    <a:pt x="1404926" y="1849636"/>
                  </a:cubicBezTo>
                  <a:cubicBezTo>
                    <a:pt x="1397349" y="1847040"/>
                    <a:pt x="1393303" y="1838853"/>
                    <a:pt x="1395806" y="1831269"/>
                  </a:cubicBezTo>
                  <a:cubicBezTo>
                    <a:pt x="1398377" y="1823592"/>
                    <a:pt x="1406709" y="1819461"/>
                    <a:pt x="1414389" y="1822039"/>
                  </a:cubicBezTo>
                  <a:cubicBezTo>
                    <a:pt x="1414389" y="1822043"/>
                    <a:pt x="1414389" y="1822043"/>
                    <a:pt x="1414389" y="1822043"/>
                  </a:cubicBezTo>
                  <a:close/>
                  <a:moveTo>
                    <a:pt x="1372320" y="1956909"/>
                  </a:moveTo>
                  <a:cubicBezTo>
                    <a:pt x="1380000" y="1959518"/>
                    <a:pt x="1384251" y="1967709"/>
                    <a:pt x="1381989" y="1975495"/>
                  </a:cubicBezTo>
                  <a:cubicBezTo>
                    <a:pt x="1379280" y="1983117"/>
                    <a:pt x="1371189" y="1987392"/>
                    <a:pt x="1363372" y="1985332"/>
                  </a:cubicBezTo>
                  <a:cubicBezTo>
                    <a:pt x="1355726" y="1982610"/>
                    <a:pt x="1351543" y="1974395"/>
                    <a:pt x="1353840" y="1966615"/>
                  </a:cubicBezTo>
                  <a:cubicBezTo>
                    <a:pt x="1356309" y="1958877"/>
                    <a:pt x="1364537" y="1954550"/>
                    <a:pt x="1372320" y="1956895"/>
                  </a:cubicBezTo>
                  <a:close/>
                  <a:moveTo>
                    <a:pt x="1456115" y="1686669"/>
                  </a:moveTo>
                  <a:cubicBezTo>
                    <a:pt x="1463931" y="1689103"/>
                    <a:pt x="1468286" y="1697407"/>
                    <a:pt x="1465852" y="1705214"/>
                  </a:cubicBezTo>
                  <a:cubicBezTo>
                    <a:pt x="1463417" y="1713024"/>
                    <a:pt x="1455120" y="1717386"/>
                    <a:pt x="1447303" y="1714951"/>
                  </a:cubicBezTo>
                  <a:cubicBezTo>
                    <a:pt x="1439486" y="1712517"/>
                    <a:pt x="1435132" y="1704209"/>
                    <a:pt x="1437566" y="1696396"/>
                  </a:cubicBezTo>
                  <a:cubicBezTo>
                    <a:pt x="1440000" y="1688582"/>
                    <a:pt x="1448297" y="1684221"/>
                    <a:pt x="1456115" y="1686655"/>
                  </a:cubicBezTo>
                  <a:close/>
                  <a:moveTo>
                    <a:pt x="1500480" y="1543560"/>
                  </a:moveTo>
                  <a:cubicBezTo>
                    <a:pt x="1508194" y="1546101"/>
                    <a:pt x="1512514" y="1554278"/>
                    <a:pt x="1510251" y="1562075"/>
                  </a:cubicBezTo>
                  <a:cubicBezTo>
                    <a:pt x="1507817" y="1569861"/>
                    <a:pt x="1499520" y="1574201"/>
                    <a:pt x="1491737" y="1571767"/>
                  </a:cubicBezTo>
                  <a:cubicBezTo>
                    <a:pt x="1483955" y="1569333"/>
                    <a:pt x="1479635" y="1561049"/>
                    <a:pt x="1482069" y="1553263"/>
                  </a:cubicBezTo>
                  <a:cubicBezTo>
                    <a:pt x="1484469" y="1545508"/>
                    <a:pt x="1492697" y="1541167"/>
                    <a:pt x="1500480" y="1543547"/>
                  </a:cubicBezTo>
                  <a:close/>
                  <a:moveTo>
                    <a:pt x="1575806" y="1301640"/>
                  </a:moveTo>
                  <a:cubicBezTo>
                    <a:pt x="1567989" y="1299302"/>
                    <a:pt x="1563566" y="1291070"/>
                    <a:pt x="1565897" y="1283256"/>
                  </a:cubicBezTo>
                  <a:cubicBezTo>
                    <a:pt x="1568194" y="1275508"/>
                    <a:pt x="1576320" y="1271064"/>
                    <a:pt x="1584103" y="1273289"/>
                  </a:cubicBezTo>
                  <a:cubicBezTo>
                    <a:pt x="1591989" y="1275343"/>
                    <a:pt x="1596720" y="1283407"/>
                    <a:pt x="1594697" y="1291300"/>
                  </a:cubicBezTo>
                  <a:cubicBezTo>
                    <a:pt x="1592640" y="1299196"/>
                    <a:pt x="1584549" y="1303931"/>
                    <a:pt x="1576663" y="1301880"/>
                  </a:cubicBezTo>
                  <a:cubicBezTo>
                    <a:pt x="1576389" y="1301805"/>
                    <a:pt x="1576080" y="1301719"/>
                    <a:pt x="1575806" y="1301627"/>
                  </a:cubicBezTo>
                  <a:close/>
                  <a:moveTo>
                    <a:pt x="1628229" y="1132135"/>
                  </a:moveTo>
                  <a:cubicBezTo>
                    <a:pt x="1620446" y="1129725"/>
                    <a:pt x="1616091" y="1121455"/>
                    <a:pt x="1618492" y="1113665"/>
                  </a:cubicBezTo>
                  <a:cubicBezTo>
                    <a:pt x="1620892" y="1105941"/>
                    <a:pt x="1629052" y="1101576"/>
                    <a:pt x="1636800" y="1103880"/>
                  </a:cubicBezTo>
                  <a:cubicBezTo>
                    <a:pt x="1644514" y="1106376"/>
                    <a:pt x="1648869" y="1114523"/>
                    <a:pt x="1646674" y="1122326"/>
                  </a:cubicBezTo>
                  <a:cubicBezTo>
                    <a:pt x="1644206" y="1130057"/>
                    <a:pt x="1636012" y="1134408"/>
                    <a:pt x="1628229" y="1132121"/>
                  </a:cubicBezTo>
                  <a:close/>
                  <a:moveTo>
                    <a:pt x="1507475" y="1998854"/>
                  </a:moveTo>
                  <a:cubicBezTo>
                    <a:pt x="1514914" y="2001024"/>
                    <a:pt x="1519166" y="2008804"/>
                    <a:pt x="1517006" y="2016230"/>
                  </a:cubicBezTo>
                  <a:cubicBezTo>
                    <a:pt x="1516869" y="2016593"/>
                    <a:pt x="1516766" y="2016950"/>
                    <a:pt x="1516629" y="2017303"/>
                  </a:cubicBezTo>
                  <a:cubicBezTo>
                    <a:pt x="1514537" y="2024942"/>
                    <a:pt x="1506617" y="2029433"/>
                    <a:pt x="1499006" y="2027332"/>
                  </a:cubicBezTo>
                  <a:cubicBezTo>
                    <a:pt x="1498800" y="2027284"/>
                    <a:pt x="1498629" y="2027229"/>
                    <a:pt x="1498457" y="2027174"/>
                  </a:cubicBezTo>
                  <a:cubicBezTo>
                    <a:pt x="1490777" y="2024513"/>
                    <a:pt x="1486594" y="2016257"/>
                    <a:pt x="1488994" y="2008499"/>
                  </a:cubicBezTo>
                  <a:cubicBezTo>
                    <a:pt x="1491463" y="2000743"/>
                    <a:pt x="1499692" y="1996430"/>
                    <a:pt x="1507475" y="1998840"/>
                  </a:cubicBezTo>
                  <a:close/>
                  <a:moveTo>
                    <a:pt x="1626994" y="1613682"/>
                  </a:moveTo>
                  <a:cubicBezTo>
                    <a:pt x="1619246" y="1611162"/>
                    <a:pt x="1615029" y="1602844"/>
                    <a:pt x="1617532" y="1595102"/>
                  </a:cubicBezTo>
                  <a:cubicBezTo>
                    <a:pt x="1619966" y="1587624"/>
                    <a:pt x="1627852" y="1583370"/>
                    <a:pt x="1635429" y="1585437"/>
                  </a:cubicBezTo>
                  <a:cubicBezTo>
                    <a:pt x="1643143" y="1588067"/>
                    <a:pt x="1647257" y="1596446"/>
                    <a:pt x="1644617" y="1604150"/>
                  </a:cubicBezTo>
                  <a:cubicBezTo>
                    <a:pt x="1642149" y="1611439"/>
                    <a:pt x="1634469" y="1615588"/>
                    <a:pt x="1626994" y="1613668"/>
                  </a:cubicBezTo>
                  <a:close/>
                  <a:moveTo>
                    <a:pt x="1814023" y="1010887"/>
                  </a:moveTo>
                  <a:cubicBezTo>
                    <a:pt x="1821635" y="1013572"/>
                    <a:pt x="1825646" y="1021931"/>
                    <a:pt x="1822972" y="1029559"/>
                  </a:cubicBezTo>
                  <a:cubicBezTo>
                    <a:pt x="1820400" y="1036900"/>
                    <a:pt x="1812514" y="1040935"/>
                    <a:pt x="1805040" y="1038744"/>
                  </a:cubicBezTo>
                  <a:cubicBezTo>
                    <a:pt x="1797360" y="1036265"/>
                    <a:pt x="1793109" y="1028013"/>
                    <a:pt x="1795611" y="1020316"/>
                  </a:cubicBezTo>
                  <a:cubicBezTo>
                    <a:pt x="1798080" y="1012622"/>
                    <a:pt x="1806343" y="1008395"/>
                    <a:pt x="1814023" y="1010873"/>
                  </a:cubicBezTo>
                  <a:close/>
                  <a:moveTo>
                    <a:pt x="1855749" y="875599"/>
                  </a:moveTo>
                  <a:cubicBezTo>
                    <a:pt x="1863463" y="878232"/>
                    <a:pt x="1867611" y="886629"/>
                    <a:pt x="1864972" y="894357"/>
                  </a:cubicBezTo>
                  <a:cubicBezTo>
                    <a:pt x="1862469" y="901742"/>
                    <a:pt x="1854652" y="905897"/>
                    <a:pt x="1847109" y="903854"/>
                  </a:cubicBezTo>
                  <a:cubicBezTo>
                    <a:pt x="1839291" y="901468"/>
                    <a:pt x="1834903" y="893208"/>
                    <a:pt x="1837303" y="885405"/>
                  </a:cubicBezTo>
                  <a:cubicBezTo>
                    <a:pt x="1839669" y="877598"/>
                    <a:pt x="1847931" y="873206"/>
                    <a:pt x="1855749" y="875592"/>
                  </a:cubicBezTo>
                  <a:close/>
                  <a:moveTo>
                    <a:pt x="1686789" y="1468807"/>
                  </a:moveTo>
                  <a:cubicBezTo>
                    <a:pt x="1684869" y="1476285"/>
                    <a:pt x="1677257" y="1480787"/>
                    <a:pt x="1669783" y="1478863"/>
                  </a:cubicBezTo>
                  <a:cubicBezTo>
                    <a:pt x="1669406" y="1478771"/>
                    <a:pt x="1669029" y="1478661"/>
                    <a:pt x="1668686" y="1478538"/>
                  </a:cubicBezTo>
                  <a:cubicBezTo>
                    <a:pt x="1660972" y="1476011"/>
                    <a:pt x="1656754" y="1467710"/>
                    <a:pt x="1659291" y="1459999"/>
                  </a:cubicBezTo>
                  <a:cubicBezTo>
                    <a:pt x="1661795" y="1452401"/>
                    <a:pt x="1669886" y="1448188"/>
                    <a:pt x="1677532" y="1450512"/>
                  </a:cubicBezTo>
                  <a:cubicBezTo>
                    <a:pt x="1684937" y="1452580"/>
                    <a:pt x="1689223" y="1460243"/>
                    <a:pt x="1687166" y="1467635"/>
                  </a:cubicBezTo>
                  <a:cubicBezTo>
                    <a:pt x="1687063" y="1468025"/>
                    <a:pt x="1686926" y="1468413"/>
                    <a:pt x="1686789" y="1468793"/>
                  </a:cubicBezTo>
                  <a:close/>
                  <a:moveTo>
                    <a:pt x="1719223" y="1315207"/>
                  </a:moveTo>
                  <a:cubicBezTo>
                    <a:pt x="1726972" y="1317731"/>
                    <a:pt x="1731223" y="1326069"/>
                    <a:pt x="1728686" y="1333828"/>
                  </a:cubicBezTo>
                  <a:cubicBezTo>
                    <a:pt x="1726286" y="1341288"/>
                    <a:pt x="1718434" y="1345550"/>
                    <a:pt x="1710857" y="1343534"/>
                  </a:cubicBezTo>
                  <a:cubicBezTo>
                    <a:pt x="1703040" y="1341223"/>
                    <a:pt x="1698549" y="1333008"/>
                    <a:pt x="1700880" y="1325181"/>
                  </a:cubicBezTo>
                  <a:cubicBezTo>
                    <a:pt x="1703177" y="1317353"/>
                    <a:pt x="1711406" y="1312883"/>
                    <a:pt x="1719223" y="1315193"/>
                  </a:cubicBezTo>
                  <a:close/>
                  <a:moveTo>
                    <a:pt x="1549543" y="1863988"/>
                  </a:moveTo>
                  <a:cubicBezTo>
                    <a:pt x="1557154" y="1866659"/>
                    <a:pt x="1561132" y="1874987"/>
                    <a:pt x="1558457" y="1882584"/>
                  </a:cubicBezTo>
                  <a:cubicBezTo>
                    <a:pt x="1555852" y="1890035"/>
                    <a:pt x="1547760" y="1894049"/>
                    <a:pt x="1540251" y="1891636"/>
                  </a:cubicBezTo>
                  <a:cubicBezTo>
                    <a:pt x="1532606" y="1889071"/>
                    <a:pt x="1528492" y="1880798"/>
                    <a:pt x="1531063" y="1873159"/>
                  </a:cubicBezTo>
                  <a:cubicBezTo>
                    <a:pt x="1533635" y="1865520"/>
                    <a:pt x="1541897" y="1861409"/>
                    <a:pt x="1549543" y="1863974"/>
                  </a:cubicBezTo>
                  <a:close/>
                  <a:moveTo>
                    <a:pt x="1591372" y="1728635"/>
                  </a:moveTo>
                  <a:cubicBezTo>
                    <a:pt x="1598846" y="1730963"/>
                    <a:pt x="1603029" y="1738910"/>
                    <a:pt x="1600697" y="1746384"/>
                  </a:cubicBezTo>
                  <a:cubicBezTo>
                    <a:pt x="1600594" y="1746641"/>
                    <a:pt x="1600526" y="1746895"/>
                    <a:pt x="1600423" y="1747149"/>
                  </a:cubicBezTo>
                  <a:cubicBezTo>
                    <a:pt x="1598469" y="1754613"/>
                    <a:pt x="1590823" y="1759077"/>
                    <a:pt x="1583383" y="1757119"/>
                  </a:cubicBezTo>
                  <a:cubicBezTo>
                    <a:pt x="1583006" y="1757023"/>
                    <a:pt x="1582629" y="1756907"/>
                    <a:pt x="1582251" y="1756776"/>
                  </a:cubicBezTo>
                  <a:cubicBezTo>
                    <a:pt x="1574469" y="1754256"/>
                    <a:pt x="1570217" y="1745915"/>
                    <a:pt x="1572720" y="1738139"/>
                  </a:cubicBezTo>
                  <a:cubicBezTo>
                    <a:pt x="1575257" y="1730363"/>
                    <a:pt x="1583589" y="1726104"/>
                    <a:pt x="1591372" y="1728621"/>
                  </a:cubicBezTo>
                  <a:close/>
                  <a:moveTo>
                    <a:pt x="1933132" y="625320"/>
                  </a:moveTo>
                  <a:cubicBezTo>
                    <a:pt x="1925486" y="622773"/>
                    <a:pt x="1921337" y="614503"/>
                    <a:pt x="1923874" y="606844"/>
                  </a:cubicBezTo>
                  <a:cubicBezTo>
                    <a:pt x="1926411" y="599188"/>
                    <a:pt x="1934709" y="595046"/>
                    <a:pt x="1942354" y="597593"/>
                  </a:cubicBezTo>
                  <a:cubicBezTo>
                    <a:pt x="1949692" y="599726"/>
                    <a:pt x="1953909" y="607396"/>
                    <a:pt x="1951783" y="614729"/>
                  </a:cubicBezTo>
                  <a:cubicBezTo>
                    <a:pt x="1951646" y="615158"/>
                    <a:pt x="1951509" y="615583"/>
                    <a:pt x="1951337" y="615998"/>
                  </a:cubicBezTo>
                  <a:cubicBezTo>
                    <a:pt x="1949451" y="623311"/>
                    <a:pt x="1941977" y="627700"/>
                    <a:pt x="1934674" y="625800"/>
                  </a:cubicBezTo>
                  <a:cubicBezTo>
                    <a:pt x="1934126" y="625667"/>
                    <a:pt x="1933646" y="625502"/>
                    <a:pt x="1933132" y="625307"/>
                  </a:cubicBezTo>
                  <a:close/>
                  <a:moveTo>
                    <a:pt x="1909577" y="750669"/>
                  </a:moveTo>
                  <a:cubicBezTo>
                    <a:pt x="1907760" y="758195"/>
                    <a:pt x="1900183" y="762820"/>
                    <a:pt x="1892640" y="760999"/>
                  </a:cubicBezTo>
                  <a:cubicBezTo>
                    <a:pt x="1892297" y="760913"/>
                    <a:pt x="1891955" y="760817"/>
                    <a:pt x="1891611" y="760704"/>
                  </a:cubicBezTo>
                  <a:cubicBezTo>
                    <a:pt x="1883795" y="758376"/>
                    <a:pt x="1879372" y="750158"/>
                    <a:pt x="1881703" y="742348"/>
                  </a:cubicBezTo>
                  <a:cubicBezTo>
                    <a:pt x="1884034" y="734541"/>
                    <a:pt x="1892229" y="730101"/>
                    <a:pt x="1900046" y="732429"/>
                  </a:cubicBezTo>
                  <a:cubicBezTo>
                    <a:pt x="1907486" y="734387"/>
                    <a:pt x="1911909" y="742005"/>
                    <a:pt x="1909955" y="749441"/>
                  </a:cubicBezTo>
                  <a:cubicBezTo>
                    <a:pt x="1909852" y="749856"/>
                    <a:pt x="1909714" y="750264"/>
                    <a:pt x="1909577" y="750669"/>
                  </a:cubicBezTo>
                  <a:close/>
                  <a:moveTo>
                    <a:pt x="1763006" y="1173947"/>
                  </a:moveTo>
                  <a:cubicBezTo>
                    <a:pt x="1755257" y="1171409"/>
                    <a:pt x="1751040" y="1163068"/>
                    <a:pt x="1753577" y="1155316"/>
                  </a:cubicBezTo>
                  <a:cubicBezTo>
                    <a:pt x="1756115" y="1147567"/>
                    <a:pt x="1764446" y="1143340"/>
                    <a:pt x="1772194" y="1145877"/>
                  </a:cubicBezTo>
                  <a:cubicBezTo>
                    <a:pt x="1779874" y="1148637"/>
                    <a:pt x="1783852" y="1157099"/>
                    <a:pt x="1781109" y="1164775"/>
                  </a:cubicBezTo>
                  <a:cubicBezTo>
                    <a:pt x="1778469" y="1172147"/>
                    <a:pt x="1770514" y="1176168"/>
                    <a:pt x="1763006" y="1173947"/>
                  </a:cubicBezTo>
                  <a:close/>
                </a:path>
              </a:pathLst>
            </a:custGeom>
            <a:solidFill>
              <a:schemeClr val="accent1"/>
            </a:solidFill>
            <a:ln w="3429" cap="flat">
              <a:noFill/>
              <a:prstDash val="solid"/>
              <a:miter/>
            </a:ln>
          </p:spPr>
          <p:txBody>
            <a:bodyPr rtlCol="0" anchor="ctr"/>
            <a:p>
              <a:endParaRPr lang="zh-CN" altLang="en-US">
                <a:cs typeface="思源黑体 Regular" panose="020B0500000000000000" charset="-122"/>
              </a:endParaRPr>
            </a:p>
          </p:txBody>
        </p:sp>
        <p:pic>
          <p:nvPicPr>
            <p:cNvPr id="20" name="图片 19" descr="E:/设计图片素材3/pexels-mantasink-18664364.jpgpexels-mantasink-18664364"/>
            <p:cNvPicPr>
              <a:picLocks noChangeAspect="1"/>
            </p:cNvPicPr>
            <p:nvPr>
              <p:custDataLst>
                <p:tags r:id="rId10"/>
              </p:custDataLst>
            </p:nvPr>
          </p:nvPicPr>
          <p:blipFill>
            <a:blip r:embed="rId11" cstate="email"/>
            <a:srcRect l="5431" t="16658" r="5431" b="16658"/>
            <a:stretch>
              <a:fillRect/>
            </a:stretch>
          </p:blipFill>
          <p:spPr>
            <a:xfrm>
              <a:off x="2475" y="3258"/>
              <a:ext cx="12571" cy="12573"/>
            </a:xfrm>
            <a:custGeom>
              <a:avLst/>
              <a:gdLst/>
              <a:ahLst/>
              <a:cxnLst>
                <a:cxn ang="3">
                  <a:pos x="hc" y="t"/>
                </a:cxn>
                <a:cxn ang="cd2">
                  <a:pos x="l" y="vc"/>
                </a:cxn>
                <a:cxn ang="cd4">
                  <a:pos x="hc" y="b"/>
                </a:cxn>
                <a:cxn ang="0">
                  <a:pos x="r" y="vc"/>
                </a:cxn>
              </a:cxnLst>
              <a:rect l="l" t="t" r="r" b="b"/>
              <a:pathLst>
                <a:path w="6302" h="6302">
                  <a:moveTo>
                    <a:pt x="3151" y="0"/>
                  </a:moveTo>
                  <a:cubicBezTo>
                    <a:pt x="4891" y="0"/>
                    <a:pt x="6302" y="1411"/>
                    <a:pt x="6302" y="3151"/>
                  </a:cubicBezTo>
                  <a:cubicBezTo>
                    <a:pt x="6302" y="4891"/>
                    <a:pt x="4891" y="6302"/>
                    <a:pt x="3151" y="6302"/>
                  </a:cubicBezTo>
                  <a:cubicBezTo>
                    <a:pt x="1411" y="6302"/>
                    <a:pt x="0" y="4891"/>
                    <a:pt x="0" y="3151"/>
                  </a:cubicBezTo>
                  <a:cubicBezTo>
                    <a:pt x="0" y="1411"/>
                    <a:pt x="1411" y="0"/>
                    <a:pt x="3151" y="0"/>
                  </a:cubicBezTo>
                  <a:close/>
                </a:path>
              </a:pathLst>
            </a:custGeom>
            <a:ln w="215900">
              <a:solidFill>
                <a:srgbClr val="FFFFFF"/>
              </a:solidFill>
            </a:ln>
            <a:effectLst>
              <a:outerShdw blurRad="228600" dist="152400" algn="l" rotWithShape="0">
                <a:prstClr val="black">
                  <a:alpha val="20000"/>
                </a:prstClr>
              </a:outerShdw>
            </a:effectLst>
          </p:spPr>
        </p:pic>
        <p:sp>
          <p:nvSpPr>
            <p:cNvPr id="21" name="任意多边形: 形状 17"/>
            <p:cNvSpPr/>
            <p:nvPr>
              <p:custDataLst>
                <p:tags r:id="rId12"/>
              </p:custDataLst>
            </p:nvPr>
          </p:nvSpPr>
          <p:spPr>
            <a:xfrm>
              <a:off x="2464" y="12733"/>
              <a:ext cx="2469" cy="2464"/>
            </a:xfrm>
            <a:custGeom>
              <a:avLst/>
              <a:gdLst>
                <a:gd name="connsiteX0" fmla="*/ 1017007 w 1018242"/>
                <a:gd name="connsiteY0" fmla="*/ 541608 h 1014892"/>
                <a:gd name="connsiteX1" fmla="*/ 1014758 w 1018242"/>
                <a:gd name="connsiteY1" fmla="*/ 545723 h 1014892"/>
                <a:gd name="connsiteX2" fmla="*/ 946379 w 1018242"/>
                <a:gd name="connsiteY2" fmla="*/ 613883 h 1014892"/>
                <a:gd name="connsiteX3" fmla="*/ 548075 w 1018242"/>
                <a:gd name="connsiteY3" fmla="*/ 1010431 h 1014892"/>
                <a:gd name="connsiteX4" fmla="*/ 540189 w 1018242"/>
                <a:gd name="connsiteY4" fmla="*/ 1013997 h 1014892"/>
                <a:gd name="connsiteX5" fmla="*/ 474213 w 1018242"/>
                <a:gd name="connsiteY5" fmla="*/ 1013723 h 1014892"/>
                <a:gd name="connsiteX6" fmla="*/ 1016884 w 1018242"/>
                <a:gd name="connsiteY6" fmla="*/ 471563 h 1014892"/>
                <a:gd name="connsiteX7" fmla="*/ 1017539 w 1018242"/>
                <a:gd name="connsiteY7" fmla="*/ 480614 h 1014892"/>
                <a:gd name="connsiteX8" fmla="*/ 1017007 w 1018242"/>
                <a:gd name="connsiteY8" fmla="*/ 541608 h 1014892"/>
                <a:gd name="connsiteX9" fmla="*/ 770058 w 1018242"/>
                <a:gd name="connsiteY9" fmla="*/ 644877 h 1014892"/>
                <a:gd name="connsiteX10" fmla="*/ 767116 w 1018242"/>
                <a:gd name="connsiteY10" fmla="*/ 648374 h 1014892"/>
                <a:gd name="connsiteX11" fmla="*/ 766451 w 1018242"/>
                <a:gd name="connsiteY11" fmla="*/ 647791 h 1014892"/>
                <a:gd name="connsiteX12" fmla="*/ 774426 w 1018242"/>
                <a:gd name="connsiteY12" fmla="*/ 631745 h 1014892"/>
                <a:gd name="connsiteX13" fmla="*/ 799701 w 1018242"/>
                <a:gd name="connsiteY13" fmla="*/ 546785 h 1014892"/>
                <a:gd name="connsiteX14" fmla="*/ 802903 w 1018242"/>
                <a:gd name="connsiteY14" fmla="*/ 540203 h 1014892"/>
                <a:gd name="connsiteX15" fmla="*/ 990594 w 1018242"/>
                <a:gd name="connsiteY15" fmla="*/ 353414 h 1014892"/>
                <a:gd name="connsiteX16" fmla="*/ 992791 w 1018242"/>
                <a:gd name="connsiteY16" fmla="*/ 350740 h 1014892"/>
                <a:gd name="connsiteX17" fmla="*/ 994279 w 1018242"/>
                <a:gd name="connsiteY17" fmla="*/ 350980 h 1014892"/>
                <a:gd name="connsiteX18" fmla="*/ 1007243 w 1018242"/>
                <a:gd name="connsiteY18" fmla="*/ 401825 h 1014892"/>
                <a:gd name="connsiteX19" fmla="*/ 1004239 w 1018242"/>
                <a:gd name="connsiteY19" fmla="*/ 411905 h 1014892"/>
                <a:gd name="connsiteX20" fmla="*/ 770058 w 1018242"/>
                <a:gd name="connsiteY20" fmla="*/ 644877 h 1014892"/>
                <a:gd name="connsiteX21" fmla="*/ 801967 w 1018242"/>
                <a:gd name="connsiteY21" fmla="*/ 468545 h 1014892"/>
                <a:gd name="connsiteX22" fmla="*/ 800418 w 1018242"/>
                <a:gd name="connsiteY22" fmla="*/ 469917 h 1014892"/>
                <a:gd name="connsiteX23" fmla="*/ 796139 w 1018242"/>
                <a:gd name="connsiteY23" fmla="*/ 446603 h 1014892"/>
                <a:gd name="connsiteX24" fmla="*/ 787403 w 1018242"/>
                <a:gd name="connsiteY24" fmla="*/ 414237 h 1014892"/>
                <a:gd name="connsiteX25" fmla="*/ 788308 w 1018242"/>
                <a:gd name="connsiteY25" fmla="*/ 410157 h 1014892"/>
                <a:gd name="connsiteX26" fmla="*/ 946948 w 1018242"/>
                <a:gd name="connsiteY26" fmla="*/ 252305 h 1014892"/>
                <a:gd name="connsiteX27" fmla="*/ 948549 w 1018242"/>
                <a:gd name="connsiteY27" fmla="*/ 250900 h 1014892"/>
                <a:gd name="connsiteX28" fmla="*/ 954487 w 1018242"/>
                <a:gd name="connsiteY28" fmla="*/ 261322 h 1014892"/>
                <a:gd name="connsiteX29" fmla="*/ 972124 w 1018242"/>
                <a:gd name="connsiteY29" fmla="*/ 295917 h 1014892"/>
                <a:gd name="connsiteX30" fmla="*/ 971380 w 1018242"/>
                <a:gd name="connsiteY30" fmla="*/ 299928 h 1014892"/>
                <a:gd name="connsiteX31" fmla="*/ 801943 w 1018242"/>
                <a:gd name="connsiteY31" fmla="*/ 468545 h 1014892"/>
                <a:gd name="connsiteX32" fmla="*/ 735419 w 1018242"/>
                <a:gd name="connsiteY32" fmla="*/ 319539 h 1014892"/>
                <a:gd name="connsiteX33" fmla="*/ 887606 w 1018242"/>
                <a:gd name="connsiteY33" fmla="*/ 167380 h 1014892"/>
                <a:gd name="connsiteX34" fmla="*/ 919293 w 1018242"/>
                <a:gd name="connsiteY34" fmla="*/ 206020 h 1014892"/>
                <a:gd name="connsiteX35" fmla="*/ 764339 w 1018242"/>
                <a:gd name="connsiteY35" fmla="*/ 360923 h 1014892"/>
                <a:gd name="connsiteX36" fmla="*/ 735405 w 1018242"/>
                <a:gd name="connsiteY36" fmla="*/ 319539 h 1014892"/>
                <a:gd name="connsiteX37" fmla="*/ 677476 w 1018242"/>
                <a:gd name="connsiteY37" fmla="*/ 267186 h 1014892"/>
                <a:gd name="connsiteX38" fmla="*/ 656397 w 1018242"/>
                <a:gd name="connsiteY38" fmla="*/ 253437 h 1014892"/>
                <a:gd name="connsiteX39" fmla="*/ 811506 w 1018242"/>
                <a:gd name="connsiteY39" fmla="*/ 98568 h 1014892"/>
                <a:gd name="connsiteX40" fmla="*/ 850125 w 1018242"/>
                <a:gd name="connsiteY40" fmla="*/ 130077 h 1014892"/>
                <a:gd name="connsiteX41" fmla="*/ 697670 w 1018242"/>
                <a:gd name="connsiteY41" fmla="*/ 282340 h 1014892"/>
                <a:gd name="connsiteX42" fmla="*/ 677445 w 1018242"/>
                <a:gd name="connsiteY42" fmla="*/ 267186 h 1014892"/>
                <a:gd name="connsiteX43" fmla="*/ 607506 w 1018242"/>
                <a:gd name="connsiteY43" fmla="*/ 228511 h 1014892"/>
                <a:gd name="connsiteX44" fmla="*/ 603175 w 1018242"/>
                <a:gd name="connsiteY44" fmla="*/ 229711 h 1014892"/>
                <a:gd name="connsiteX45" fmla="*/ 548880 w 1018242"/>
                <a:gd name="connsiteY45" fmla="*/ 216923 h 1014892"/>
                <a:gd name="connsiteX46" fmla="*/ 547814 w 1018242"/>
                <a:gd name="connsiteY46" fmla="*/ 216751 h 1014892"/>
                <a:gd name="connsiteX47" fmla="*/ 547221 w 1018242"/>
                <a:gd name="connsiteY47" fmla="*/ 215791 h 1014892"/>
                <a:gd name="connsiteX48" fmla="*/ 549847 w 1018242"/>
                <a:gd name="connsiteY48" fmla="*/ 213905 h 1014892"/>
                <a:gd name="connsiteX49" fmla="*/ 716733 w 1018242"/>
                <a:gd name="connsiteY49" fmla="*/ 47757 h 1014892"/>
                <a:gd name="connsiteX50" fmla="*/ 722887 w 1018242"/>
                <a:gd name="connsiteY50" fmla="*/ 46694 h 1014892"/>
                <a:gd name="connsiteX51" fmla="*/ 722932 w 1018242"/>
                <a:gd name="connsiteY51" fmla="*/ 46728 h 1014892"/>
                <a:gd name="connsiteX52" fmla="*/ 767226 w 1018242"/>
                <a:gd name="connsiteY52" fmla="*/ 69151 h 1014892"/>
                <a:gd name="connsiteX53" fmla="*/ 764843 w 1018242"/>
                <a:gd name="connsiteY53" fmla="*/ 71825 h 1014892"/>
                <a:gd name="connsiteX54" fmla="*/ 607475 w 1018242"/>
                <a:gd name="connsiteY54" fmla="*/ 228511 h 1014892"/>
                <a:gd name="connsiteX55" fmla="*/ 476682 w 1018242"/>
                <a:gd name="connsiteY55" fmla="*/ 214043 h 1014892"/>
                <a:gd name="connsiteX56" fmla="*/ 472224 w 1018242"/>
                <a:gd name="connsiteY56" fmla="*/ 216408 h 1014892"/>
                <a:gd name="connsiteX57" fmla="*/ 372885 w 1018242"/>
                <a:gd name="connsiteY57" fmla="*/ 247471 h 1014892"/>
                <a:gd name="connsiteX58" fmla="*/ 371784 w 1018242"/>
                <a:gd name="connsiteY58" fmla="*/ 247848 h 1014892"/>
                <a:gd name="connsiteX59" fmla="*/ 370879 w 1018242"/>
                <a:gd name="connsiteY59" fmla="*/ 247711 h 1014892"/>
                <a:gd name="connsiteX60" fmla="*/ 373135 w 1018242"/>
                <a:gd name="connsiteY60" fmla="*/ 245346 h 1014892"/>
                <a:gd name="connsiteX61" fmla="*/ 607396 w 1018242"/>
                <a:gd name="connsiteY61" fmla="*/ 12065 h 1014892"/>
                <a:gd name="connsiteX62" fmla="*/ 612230 w 1018242"/>
                <a:gd name="connsiteY62" fmla="*/ 10420 h 1014892"/>
                <a:gd name="connsiteX63" fmla="*/ 665431 w 1018242"/>
                <a:gd name="connsiteY63" fmla="*/ 24374 h 1014892"/>
                <a:gd name="connsiteX64" fmla="*/ 666484 w 1018242"/>
                <a:gd name="connsiteY64" fmla="*/ 25026 h 1014892"/>
                <a:gd name="connsiteX65" fmla="*/ 664355 w 1018242"/>
                <a:gd name="connsiteY65" fmla="*/ 27322 h 1014892"/>
                <a:gd name="connsiteX66" fmla="*/ 476651 w 1018242"/>
                <a:gd name="connsiteY66" fmla="*/ 214043 h 1014892"/>
                <a:gd name="connsiteX67" fmla="*/ 0 w 1018242"/>
                <a:gd name="connsiteY67" fmla="*/ 532111 h 1014892"/>
                <a:gd name="connsiteX68" fmla="*/ 642 w 1018242"/>
                <a:gd name="connsiteY68" fmla="*/ 473757 h 1014892"/>
                <a:gd name="connsiteX69" fmla="*/ 3134 w 1018242"/>
                <a:gd name="connsiteY69" fmla="*/ 469162 h 1014892"/>
                <a:gd name="connsiteX70" fmla="*/ 120669 w 1018242"/>
                <a:gd name="connsiteY70" fmla="*/ 352077 h 1014892"/>
                <a:gd name="connsiteX71" fmla="*/ 469372 w 1018242"/>
                <a:gd name="connsiteY71" fmla="*/ 4831 h 1014892"/>
                <a:gd name="connsiteX72" fmla="*/ 478255 w 1018242"/>
                <a:gd name="connsiteY72" fmla="*/ 820 h 1014892"/>
                <a:gd name="connsiteX73" fmla="*/ 541458 w 1018242"/>
                <a:gd name="connsiteY73" fmla="*/ 957 h 1014892"/>
                <a:gd name="connsiteX74" fmla="*/ 543679 w 1018242"/>
                <a:gd name="connsiteY74" fmla="*/ 1197 h 1014892"/>
                <a:gd name="connsiteX75" fmla="*/ 755 w 1018242"/>
                <a:gd name="connsiteY75" fmla="*/ 543631 h 1014892"/>
                <a:gd name="connsiteX76" fmla="*/ 0 w 1018242"/>
                <a:gd name="connsiteY76" fmla="*/ 532111 h 1014892"/>
                <a:gd name="connsiteX77" fmla="*/ 14020 w 1018242"/>
                <a:gd name="connsiteY77" fmla="*/ 383791 h 1014892"/>
                <a:gd name="connsiteX78" fmla="*/ 30367 w 1018242"/>
                <a:gd name="connsiteY78" fmla="*/ 333322 h 1014892"/>
                <a:gd name="connsiteX79" fmla="*/ 57912 w 1018242"/>
                <a:gd name="connsiteY79" fmla="*/ 271197 h 1014892"/>
                <a:gd name="connsiteX80" fmla="*/ 61386 w 1018242"/>
                <a:gd name="connsiteY80" fmla="*/ 266534 h 1014892"/>
                <a:gd name="connsiteX81" fmla="*/ 267189 w 1018242"/>
                <a:gd name="connsiteY81" fmla="*/ 61917 h 1014892"/>
                <a:gd name="connsiteX82" fmla="*/ 283135 w 1018242"/>
                <a:gd name="connsiteY82" fmla="*/ 52420 h 1014892"/>
                <a:gd name="connsiteX83" fmla="*/ 382584 w 1018242"/>
                <a:gd name="connsiteY83" fmla="*/ 15768 h 1014892"/>
                <a:gd name="connsiteX84" fmla="*/ 384470 w 1018242"/>
                <a:gd name="connsiteY84" fmla="*/ 15391 h 1014892"/>
                <a:gd name="connsiteX85" fmla="*/ 15138 w 1018242"/>
                <a:gd name="connsiteY85" fmla="*/ 384340 h 1014892"/>
                <a:gd name="connsiteX86" fmla="*/ 14020 w 1018242"/>
                <a:gd name="connsiteY86" fmla="*/ 383791 h 1014892"/>
                <a:gd name="connsiteX87" fmla="*/ 246319 w 1018242"/>
                <a:gd name="connsiteY87" fmla="*/ 371482 h 1014892"/>
                <a:gd name="connsiteX88" fmla="*/ 249162 w 1018242"/>
                <a:gd name="connsiteY88" fmla="*/ 368157 h 1014892"/>
                <a:gd name="connsiteX89" fmla="*/ 249847 w 1018242"/>
                <a:gd name="connsiteY89" fmla="*/ 368671 h 1014892"/>
                <a:gd name="connsiteX90" fmla="*/ 244704 w 1018242"/>
                <a:gd name="connsiteY90" fmla="*/ 378923 h 1014892"/>
                <a:gd name="connsiteX91" fmla="*/ 217434 w 1018242"/>
                <a:gd name="connsiteY91" fmla="*/ 469951 h 1014892"/>
                <a:gd name="connsiteX92" fmla="*/ 214735 w 1018242"/>
                <a:gd name="connsiteY92" fmla="*/ 474785 h 1014892"/>
                <a:gd name="connsiteX93" fmla="*/ 42686 w 1018242"/>
                <a:gd name="connsiteY93" fmla="*/ 646180 h 1014892"/>
                <a:gd name="connsiteX94" fmla="*/ 26712 w 1018242"/>
                <a:gd name="connsiteY94" fmla="*/ 662054 h 1014892"/>
                <a:gd name="connsiteX95" fmla="*/ 24628 w 1018242"/>
                <a:gd name="connsiteY95" fmla="*/ 663974 h 1014892"/>
                <a:gd name="connsiteX96" fmla="*/ 23435 w 1018242"/>
                <a:gd name="connsiteY96" fmla="*/ 663905 h 1014892"/>
                <a:gd name="connsiteX97" fmla="*/ 10406 w 1018242"/>
                <a:gd name="connsiteY97" fmla="*/ 612751 h 1014892"/>
                <a:gd name="connsiteX98" fmla="*/ 13211 w 1018242"/>
                <a:gd name="connsiteY98" fmla="*/ 603460 h 1014892"/>
                <a:gd name="connsiteX99" fmla="*/ 246319 w 1018242"/>
                <a:gd name="connsiteY99" fmla="*/ 371482 h 1014892"/>
                <a:gd name="connsiteX100" fmla="*/ 216343 w 1018242"/>
                <a:gd name="connsiteY100" fmla="*/ 545962 h 1014892"/>
                <a:gd name="connsiteX101" fmla="*/ 217581 w 1018242"/>
                <a:gd name="connsiteY101" fmla="*/ 544934 h 1014892"/>
                <a:gd name="connsiteX102" fmla="*/ 218994 w 1018242"/>
                <a:gd name="connsiteY102" fmla="*/ 553642 h 1014892"/>
                <a:gd name="connsiteX103" fmla="*/ 230380 w 1018242"/>
                <a:gd name="connsiteY103" fmla="*/ 599757 h 1014892"/>
                <a:gd name="connsiteX104" fmla="*/ 229008 w 1018242"/>
                <a:gd name="connsiteY104" fmla="*/ 605346 h 1014892"/>
                <a:gd name="connsiteX105" fmla="*/ 72000 w 1018242"/>
                <a:gd name="connsiteY105" fmla="*/ 761551 h 1014892"/>
                <a:gd name="connsiteX106" fmla="*/ 70050 w 1018242"/>
                <a:gd name="connsiteY106" fmla="*/ 764465 h 1014892"/>
                <a:gd name="connsiteX107" fmla="*/ 69021 w 1018242"/>
                <a:gd name="connsiteY107" fmla="*/ 763951 h 1014892"/>
                <a:gd name="connsiteX108" fmla="*/ 59325 w 1018242"/>
                <a:gd name="connsiteY108" fmla="*/ 746363 h 1014892"/>
                <a:gd name="connsiteX109" fmla="*/ 45710 w 1018242"/>
                <a:gd name="connsiteY109" fmla="*/ 719243 h 1014892"/>
                <a:gd name="connsiteX110" fmla="*/ 46276 w 1018242"/>
                <a:gd name="connsiteY110" fmla="*/ 715162 h 1014892"/>
                <a:gd name="connsiteX111" fmla="*/ 216343 w 1018242"/>
                <a:gd name="connsiteY111" fmla="*/ 545962 h 1014892"/>
                <a:gd name="connsiteX112" fmla="*/ 282947 w 1018242"/>
                <a:gd name="connsiteY112" fmla="*/ 695071 h 1014892"/>
                <a:gd name="connsiteX113" fmla="*/ 130211 w 1018242"/>
                <a:gd name="connsiteY113" fmla="*/ 847574 h 1014892"/>
                <a:gd name="connsiteX114" fmla="*/ 98301 w 1018242"/>
                <a:gd name="connsiteY114" fmla="*/ 808763 h 1014892"/>
                <a:gd name="connsiteX115" fmla="*/ 253715 w 1018242"/>
                <a:gd name="connsiteY115" fmla="*/ 653517 h 1014892"/>
                <a:gd name="connsiteX116" fmla="*/ 282930 w 1018242"/>
                <a:gd name="connsiteY116" fmla="*/ 695071 h 1014892"/>
                <a:gd name="connsiteX117" fmla="*/ 361848 w 1018242"/>
                <a:gd name="connsiteY117" fmla="*/ 761174 h 1014892"/>
                <a:gd name="connsiteX118" fmla="*/ 206442 w 1018242"/>
                <a:gd name="connsiteY118" fmla="*/ 916454 h 1014892"/>
                <a:gd name="connsiteX119" fmla="*/ 167397 w 1018242"/>
                <a:gd name="connsiteY119" fmla="*/ 884637 h 1014892"/>
                <a:gd name="connsiteX120" fmla="*/ 320064 w 1018242"/>
                <a:gd name="connsiteY120" fmla="*/ 732100 h 1014892"/>
                <a:gd name="connsiteX121" fmla="*/ 361848 w 1018242"/>
                <a:gd name="connsiteY121" fmla="*/ 761174 h 1014892"/>
                <a:gd name="connsiteX122" fmla="*/ 410946 w 1018242"/>
                <a:gd name="connsiteY122" fmla="*/ 785791 h 1014892"/>
                <a:gd name="connsiteX123" fmla="*/ 415986 w 1018242"/>
                <a:gd name="connsiteY123" fmla="*/ 784557 h 1014892"/>
                <a:gd name="connsiteX124" fmla="*/ 465727 w 1018242"/>
                <a:gd name="connsiteY124" fmla="*/ 796385 h 1014892"/>
                <a:gd name="connsiteX125" fmla="*/ 471463 w 1018242"/>
                <a:gd name="connsiteY125" fmla="*/ 797243 h 1014892"/>
                <a:gd name="connsiteX126" fmla="*/ 469434 w 1018242"/>
                <a:gd name="connsiteY126" fmla="*/ 799506 h 1014892"/>
                <a:gd name="connsiteX127" fmla="*/ 300477 w 1018242"/>
                <a:gd name="connsiteY127" fmla="*/ 967780 h 1014892"/>
                <a:gd name="connsiteX128" fmla="*/ 295965 w 1018242"/>
                <a:gd name="connsiteY128" fmla="*/ 968706 h 1014892"/>
                <a:gd name="connsiteX129" fmla="*/ 252655 w 1018242"/>
                <a:gd name="connsiteY129" fmla="*/ 946214 h 1014892"/>
                <a:gd name="connsiteX130" fmla="*/ 251082 w 1018242"/>
                <a:gd name="connsiteY130" fmla="*/ 945117 h 1014892"/>
                <a:gd name="connsiteX131" fmla="*/ 253386 w 1018242"/>
                <a:gd name="connsiteY131" fmla="*/ 942682 h 1014892"/>
                <a:gd name="connsiteX132" fmla="*/ 410946 w 1018242"/>
                <a:gd name="connsiteY132" fmla="*/ 785791 h 1014892"/>
                <a:gd name="connsiteX133" fmla="*/ 542483 w 1018242"/>
                <a:gd name="connsiteY133" fmla="*/ 799608 h 1014892"/>
                <a:gd name="connsiteX134" fmla="*/ 548044 w 1018242"/>
                <a:gd name="connsiteY134" fmla="*/ 797037 h 1014892"/>
                <a:gd name="connsiteX135" fmla="*/ 647099 w 1018242"/>
                <a:gd name="connsiteY135" fmla="*/ 765048 h 1014892"/>
                <a:gd name="connsiteX136" fmla="*/ 649687 w 1018242"/>
                <a:gd name="connsiteY136" fmla="*/ 763883 h 1014892"/>
                <a:gd name="connsiteX137" fmla="*/ 650435 w 1018242"/>
                <a:gd name="connsiteY137" fmla="*/ 764706 h 1014892"/>
                <a:gd name="connsiteX138" fmla="*/ 647795 w 1018242"/>
                <a:gd name="connsiteY138" fmla="*/ 766591 h 1014892"/>
                <a:gd name="connsiteX139" fmla="*/ 410507 w 1018242"/>
                <a:gd name="connsiteY139" fmla="*/ 1002682 h 1014892"/>
                <a:gd name="connsiteX140" fmla="*/ 406663 w 1018242"/>
                <a:gd name="connsiteY140" fmla="*/ 1004500 h 1014892"/>
                <a:gd name="connsiteX141" fmla="*/ 351264 w 1018242"/>
                <a:gd name="connsiteY141" fmla="*/ 990134 h 1014892"/>
                <a:gd name="connsiteX142" fmla="*/ 353520 w 1018242"/>
                <a:gd name="connsiteY142" fmla="*/ 987631 h 1014892"/>
                <a:gd name="connsiteX143" fmla="*/ 542483 w 1018242"/>
                <a:gd name="connsiteY143" fmla="*/ 799608 h 1014892"/>
                <a:gd name="connsiteX144" fmla="*/ 1002381 w 1018242"/>
                <a:gd name="connsiteY144" fmla="*/ 630751 h 1014892"/>
                <a:gd name="connsiteX145" fmla="*/ 1003005 w 1018242"/>
                <a:gd name="connsiteY145" fmla="*/ 631060 h 1014892"/>
                <a:gd name="connsiteX146" fmla="*/ 996967 w 1018242"/>
                <a:gd name="connsiteY146" fmla="*/ 652763 h 1014892"/>
                <a:gd name="connsiteX147" fmla="*/ 960360 w 1018242"/>
                <a:gd name="connsiteY147" fmla="*/ 742385 h 1014892"/>
                <a:gd name="connsiteX148" fmla="*/ 954899 w 1018242"/>
                <a:gd name="connsiteY148" fmla="*/ 749860 h 1014892"/>
                <a:gd name="connsiteX149" fmla="*/ 752812 w 1018242"/>
                <a:gd name="connsiteY149" fmla="*/ 951220 h 1014892"/>
                <a:gd name="connsiteX150" fmla="*/ 734747 w 1018242"/>
                <a:gd name="connsiteY150" fmla="*/ 962294 h 1014892"/>
                <a:gd name="connsiteX151" fmla="*/ 633882 w 1018242"/>
                <a:gd name="connsiteY151" fmla="*/ 999391 h 1014892"/>
                <a:gd name="connsiteX152" fmla="*/ 633460 w 1018242"/>
                <a:gd name="connsiteY152" fmla="*/ 999460 h 1014892"/>
                <a:gd name="connsiteX153" fmla="*/ 1002381 w 1018242"/>
                <a:gd name="connsiteY153" fmla="*/ 630751 h 101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018242" h="1014892">
                  <a:moveTo>
                    <a:pt x="1017007" y="541608"/>
                  </a:moveTo>
                  <a:cubicBezTo>
                    <a:pt x="1016716" y="543186"/>
                    <a:pt x="1015927" y="544625"/>
                    <a:pt x="1014758" y="545723"/>
                  </a:cubicBezTo>
                  <a:cubicBezTo>
                    <a:pt x="992006" y="568488"/>
                    <a:pt x="969213" y="591220"/>
                    <a:pt x="946379" y="613883"/>
                  </a:cubicBezTo>
                  <a:cubicBezTo>
                    <a:pt x="813597" y="746054"/>
                    <a:pt x="680829" y="878225"/>
                    <a:pt x="548075" y="1010431"/>
                  </a:cubicBezTo>
                  <a:cubicBezTo>
                    <a:pt x="546038" y="1012625"/>
                    <a:pt x="543192" y="1013928"/>
                    <a:pt x="540189" y="1013997"/>
                  </a:cubicBezTo>
                  <a:cubicBezTo>
                    <a:pt x="518212" y="1015265"/>
                    <a:pt x="496176" y="1015197"/>
                    <a:pt x="474213" y="1013723"/>
                  </a:cubicBezTo>
                  <a:cubicBezTo>
                    <a:pt x="654786" y="833346"/>
                    <a:pt x="835674" y="652625"/>
                    <a:pt x="1016884" y="471563"/>
                  </a:cubicBezTo>
                  <a:cubicBezTo>
                    <a:pt x="1017144" y="475094"/>
                    <a:pt x="1017395" y="477871"/>
                    <a:pt x="1017539" y="480614"/>
                  </a:cubicBezTo>
                  <a:cubicBezTo>
                    <a:pt x="1018629" y="500945"/>
                    <a:pt x="1018454" y="521311"/>
                    <a:pt x="1017007" y="541608"/>
                  </a:cubicBezTo>
                  <a:close/>
                  <a:moveTo>
                    <a:pt x="770058" y="644877"/>
                  </a:moveTo>
                  <a:cubicBezTo>
                    <a:pt x="768978" y="645940"/>
                    <a:pt x="768090" y="647208"/>
                    <a:pt x="767116" y="648374"/>
                  </a:cubicBezTo>
                  <a:cubicBezTo>
                    <a:pt x="766893" y="648203"/>
                    <a:pt x="766674" y="647997"/>
                    <a:pt x="766451" y="647791"/>
                  </a:cubicBezTo>
                  <a:cubicBezTo>
                    <a:pt x="769115" y="642443"/>
                    <a:pt x="771854" y="637128"/>
                    <a:pt x="774426" y="631745"/>
                  </a:cubicBezTo>
                  <a:cubicBezTo>
                    <a:pt x="787207" y="604900"/>
                    <a:pt x="795734" y="576237"/>
                    <a:pt x="799701" y="546785"/>
                  </a:cubicBezTo>
                  <a:cubicBezTo>
                    <a:pt x="799955" y="544283"/>
                    <a:pt x="801090" y="541951"/>
                    <a:pt x="802903" y="540203"/>
                  </a:cubicBezTo>
                  <a:cubicBezTo>
                    <a:pt x="865502" y="477974"/>
                    <a:pt x="928067" y="415711"/>
                    <a:pt x="990594" y="353414"/>
                  </a:cubicBezTo>
                  <a:cubicBezTo>
                    <a:pt x="991379" y="352557"/>
                    <a:pt x="992112" y="351666"/>
                    <a:pt x="992791" y="350740"/>
                  </a:cubicBezTo>
                  <a:cubicBezTo>
                    <a:pt x="993285" y="350808"/>
                    <a:pt x="993782" y="350877"/>
                    <a:pt x="994279" y="350980"/>
                  </a:cubicBezTo>
                  <a:cubicBezTo>
                    <a:pt x="998572" y="367951"/>
                    <a:pt x="1002758" y="384923"/>
                    <a:pt x="1007243" y="401825"/>
                  </a:cubicBezTo>
                  <a:cubicBezTo>
                    <a:pt x="1008460" y="405494"/>
                    <a:pt x="1007260" y="409506"/>
                    <a:pt x="1004239" y="411905"/>
                  </a:cubicBezTo>
                  <a:cubicBezTo>
                    <a:pt x="926085" y="489494"/>
                    <a:pt x="848027" y="567151"/>
                    <a:pt x="770058" y="644877"/>
                  </a:cubicBezTo>
                  <a:close/>
                  <a:moveTo>
                    <a:pt x="801967" y="468545"/>
                  </a:moveTo>
                  <a:cubicBezTo>
                    <a:pt x="801563" y="468957"/>
                    <a:pt x="801114" y="469300"/>
                    <a:pt x="800418" y="469917"/>
                  </a:cubicBezTo>
                  <a:cubicBezTo>
                    <a:pt x="798974" y="461894"/>
                    <a:pt x="797946" y="454145"/>
                    <a:pt x="796139" y="446603"/>
                  </a:cubicBezTo>
                  <a:cubicBezTo>
                    <a:pt x="793540" y="435734"/>
                    <a:pt x="790416" y="425002"/>
                    <a:pt x="787403" y="414237"/>
                  </a:cubicBezTo>
                  <a:cubicBezTo>
                    <a:pt x="786779" y="412831"/>
                    <a:pt x="787146" y="411186"/>
                    <a:pt x="788308" y="410157"/>
                  </a:cubicBezTo>
                  <a:cubicBezTo>
                    <a:pt x="841214" y="357563"/>
                    <a:pt x="894093" y="304934"/>
                    <a:pt x="946948" y="252305"/>
                  </a:cubicBezTo>
                  <a:cubicBezTo>
                    <a:pt x="947356" y="251894"/>
                    <a:pt x="947812" y="251551"/>
                    <a:pt x="948549" y="250900"/>
                  </a:cubicBezTo>
                  <a:cubicBezTo>
                    <a:pt x="950586" y="254465"/>
                    <a:pt x="952663" y="257825"/>
                    <a:pt x="954487" y="261322"/>
                  </a:cubicBezTo>
                  <a:cubicBezTo>
                    <a:pt x="960412" y="272842"/>
                    <a:pt x="966199" y="284431"/>
                    <a:pt x="972124" y="295917"/>
                  </a:cubicBezTo>
                  <a:cubicBezTo>
                    <a:pt x="973009" y="297220"/>
                    <a:pt x="972679" y="299002"/>
                    <a:pt x="971380" y="299928"/>
                  </a:cubicBezTo>
                  <a:cubicBezTo>
                    <a:pt x="914880" y="356122"/>
                    <a:pt x="858402" y="412317"/>
                    <a:pt x="801943" y="468545"/>
                  </a:cubicBezTo>
                  <a:close/>
                  <a:moveTo>
                    <a:pt x="735419" y="319539"/>
                  </a:moveTo>
                  <a:cubicBezTo>
                    <a:pt x="785808" y="269140"/>
                    <a:pt x="836538" y="218431"/>
                    <a:pt x="887606" y="167380"/>
                  </a:cubicBezTo>
                  <a:cubicBezTo>
                    <a:pt x="898269" y="180408"/>
                    <a:pt x="908932" y="193403"/>
                    <a:pt x="919293" y="206020"/>
                  </a:cubicBezTo>
                  <a:cubicBezTo>
                    <a:pt x="867247" y="258065"/>
                    <a:pt x="815596" y="309700"/>
                    <a:pt x="764339" y="360923"/>
                  </a:cubicBezTo>
                  <a:cubicBezTo>
                    <a:pt x="754598" y="347002"/>
                    <a:pt x="744882" y="333083"/>
                    <a:pt x="735405" y="319539"/>
                  </a:cubicBezTo>
                  <a:close/>
                  <a:moveTo>
                    <a:pt x="677476" y="267186"/>
                  </a:moveTo>
                  <a:cubicBezTo>
                    <a:pt x="670506" y="262283"/>
                    <a:pt x="663217" y="257860"/>
                    <a:pt x="656397" y="253437"/>
                  </a:cubicBezTo>
                  <a:cubicBezTo>
                    <a:pt x="707976" y="201940"/>
                    <a:pt x="759494" y="150511"/>
                    <a:pt x="811506" y="98568"/>
                  </a:cubicBezTo>
                  <a:cubicBezTo>
                    <a:pt x="824534" y="109197"/>
                    <a:pt x="837498" y="119757"/>
                    <a:pt x="850125" y="130077"/>
                  </a:cubicBezTo>
                  <a:cubicBezTo>
                    <a:pt x="799084" y="181060"/>
                    <a:pt x="748266" y="231802"/>
                    <a:pt x="697670" y="282340"/>
                  </a:cubicBezTo>
                  <a:cubicBezTo>
                    <a:pt x="691118" y="277403"/>
                    <a:pt x="684439" y="272054"/>
                    <a:pt x="677445" y="267186"/>
                  </a:cubicBezTo>
                  <a:close/>
                  <a:moveTo>
                    <a:pt x="607506" y="228511"/>
                  </a:moveTo>
                  <a:cubicBezTo>
                    <a:pt x="606515" y="229883"/>
                    <a:pt x="604722" y="230363"/>
                    <a:pt x="603175" y="229711"/>
                  </a:cubicBezTo>
                  <a:cubicBezTo>
                    <a:pt x="585535" y="223677"/>
                    <a:pt x="567350" y="219391"/>
                    <a:pt x="548880" y="216923"/>
                  </a:cubicBezTo>
                  <a:cubicBezTo>
                    <a:pt x="548538" y="216854"/>
                    <a:pt x="548167" y="216820"/>
                    <a:pt x="547814" y="216751"/>
                  </a:cubicBezTo>
                  <a:cubicBezTo>
                    <a:pt x="547615" y="216443"/>
                    <a:pt x="547416" y="216100"/>
                    <a:pt x="547221" y="215791"/>
                  </a:cubicBezTo>
                  <a:cubicBezTo>
                    <a:pt x="548150" y="215243"/>
                    <a:pt x="549028" y="214625"/>
                    <a:pt x="549847" y="213905"/>
                  </a:cubicBezTo>
                  <a:cubicBezTo>
                    <a:pt x="605507" y="158568"/>
                    <a:pt x="661135" y="103197"/>
                    <a:pt x="716733" y="47757"/>
                  </a:cubicBezTo>
                  <a:cubicBezTo>
                    <a:pt x="718139" y="45768"/>
                    <a:pt x="720895" y="45288"/>
                    <a:pt x="722887" y="46694"/>
                  </a:cubicBezTo>
                  <a:cubicBezTo>
                    <a:pt x="722901" y="46694"/>
                    <a:pt x="722918" y="46728"/>
                    <a:pt x="722932" y="46728"/>
                  </a:cubicBezTo>
                  <a:cubicBezTo>
                    <a:pt x="737462" y="54203"/>
                    <a:pt x="752075" y="61506"/>
                    <a:pt x="767226" y="69151"/>
                  </a:cubicBezTo>
                  <a:cubicBezTo>
                    <a:pt x="766053" y="70454"/>
                    <a:pt x="765487" y="71174"/>
                    <a:pt x="764843" y="71825"/>
                  </a:cubicBezTo>
                  <a:cubicBezTo>
                    <a:pt x="712372" y="124043"/>
                    <a:pt x="659915" y="176260"/>
                    <a:pt x="607475" y="228511"/>
                  </a:cubicBezTo>
                  <a:close/>
                  <a:moveTo>
                    <a:pt x="476682" y="214043"/>
                  </a:moveTo>
                  <a:cubicBezTo>
                    <a:pt x="475478" y="215277"/>
                    <a:pt x="473922" y="216100"/>
                    <a:pt x="472224" y="216408"/>
                  </a:cubicBezTo>
                  <a:cubicBezTo>
                    <a:pt x="437533" y="220797"/>
                    <a:pt x="403897" y="231322"/>
                    <a:pt x="372885" y="247471"/>
                  </a:cubicBezTo>
                  <a:cubicBezTo>
                    <a:pt x="372532" y="247642"/>
                    <a:pt x="372163" y="247745"/>
                    <a:pt x="371784" y="247848"/>
                  </a:cubicBezTo>
                  <a:cubicBezTo>
                    <a:pt x="371479" y="247814"/>
                    <a:pt x="371177" y="247780"/>
                    <a:pt x="370879" y="247711"/>
                  </a:cubicBezTo>
                  <a:cubicBezTo>
                    <a:pt x="371726" y="246820"/>
                    <a:pt x="372412" y="246065"/>
                    <a:pt x="373135" y="245346"/>
                  </a:cubicBezTo>
                  <a:cubicBezTo>
                    <a:pt x="451229" y="167585"/>
                    <a:pt x="529317" y="89825"/>
                    <a:pt x="607396" y="12065"/>
                  </a:cubicBezTo>
                  <a:cubicBezTo>
                    <a:pt x="608524" y="10591"/>
                    <a:pt x="610434" y="9940"/>
                    <a:pt x="612230" y="10420"/>
                  </a:cubicBezTo>
                  <a:cubicBezTo>
                    <a:pt x="629952" y="15117"/>
                    <a:pt x="647685" y="19780"/>
                    <a:pt x="665431" y="24374"/>
                  </a:cubicBezTo>
                  <a:cubicBezTo>
                    <a:pt x="665802" y="24545"/>
                    <a:pt x="666155" y="24785"/>
                    <a:pt x="666484" y="25026"/>
                  </a:cubicBezTo>
                  <a:cubicBezTo>
                    <a:pt x="665723" y="25848"/>
                    <a:pt x="665071" y="26603"/>
                    <a:pt x="664355" y="27322"/>
                  </a:cubicBezTo>
                  <a:cubicBezTo>
                    <a:pt x="601794" y="89585"/>
                    <a:pt x="539226" y="151814"/>
                    <a:pt x="476651" y="214043"/>
                  </a:cubicBezTo>
                  <a:close/>
                  <a:moveTo>
                    <a:pt x="0" y="532111"/>
                  </a:moveTo>
                  <a:cubicBezTo>
                    <a:pt x="114" y="512671"/>
                    <a:pt x="288" y="493231"/>
                    <a:pt x="642" y="473757"/>
                  </a:cubicBezTo>
                  <a:cubicBezTo>
                    <a:pt x="921" y="471974"/>
                    <a:pt x="1801" y="470363"/>
                    <a:pt x="3134" y="469162"/>
                  </a:cubicBezTo>
                  <a:cubicBezTo>
                    <a:pt x="42272" y="430077"/>
                    <a:pt x="81451" y="391060"/>
                    <a:pt x="120669" y="352077"/>
                  </a:cubicBezTo>
                  <a:cubicBezTo>
                    <a:pt x="236921" y="236363"/>
                    <a:pt x="353155" y="120614"/>
                    <a:pt x="469372" y="4831"/>
                  </a:cubicBezTo>
                  <a:cubicBezTo>
                    <a:pt x="471666" y="2328"/>
                    <a:pt x="474871" y="888"/>
                    <a:pt x="478255" y="820"/>
                  </a:cubicBezTo>
                  <a:cubicBezTo>
                    <a:pt x="499310" y="-312"/>
                    <a:pt x="520410" y="-277"/>
                    <a:pt x="541458" y="957"/>
                  </a:cubicBezTo>
                  <a:cubicBezTo>
                    <a:pt x="542411" y="1026"/>
                    <a:pt x="543361" y="1162"/>
                    <a:pt x="543679" y="1197"/>
                  </a:cubicBezTo>
                  <a:cubicBezTo>
                    <a:pt x="363017" y="181711"/>
                    <a:pt x="182041" y="362534"/>
                    <a:pt x="755" y="543631"/>
                  </a:cubicBezTo>
                  <a:cubicBezTo>
                    <a:pt x="450" y="539174"/>
                    <a:pt x="-17" y="535642"/>
                    <a:pt x="0" y="532111"/>
                  </a:cubicBezTo>
                  <a:close/>
                  <a:moveTo>
                    <a:pt x="14020" y="383791"/>
                  </a:moveTo>
                  <a:cubicBezTo>
                    <a:pt x="19447" y="366957"/>
                    <a:pt x="24597" y="350054"/>
                    <a:pt x="30367" y="333322"/>
                  </a:cubicBezTo>
                  <a:cubicBezTo>
                    <a:pt x="37962" y="311962"/>
                    <a:pt x="47170" y="291186"/>
                    <a:pt x="57912" y="271197"/>
                  </a:cubicBezTo>
                  <a:cubicBezTo>
                    <a:pt x="58839" y="269482"/>
                    <a:pt x="60009" y="267905"/>
                    <a:pt x="61386" y="266534"/>
                  </a:cubicBezTo>
                  <a:cubicBezTo>
                    <a:pt x="129920" y="198271"/>
                    <a:pt x="198522" y="130077"/>
                    <a:pt x="267189" y="61917"/>
                  </a:cubicBezTo>
                  <a:cubicBezTo>
                    <a:pt x="271989" y="57974"/>
                    <a:pt x="277367" y="54751"/>
                    <a:pt x="283135" y="52420"/>
                  </a:cubicBezTo>
                  <a:cubicBezTo>
                    <a:pt x="314894" y="36717"/>
                    <a:pt x="348231" y="24443"/>
                    <a:pt x="382584" y="15768"/>
                  </a:cubicBezTo>
                  <a:cubicBezTo>
                    <a:pt x="383483" y="15563"/>
                    <a:pt x="384398" y="15391"/>
                    <a:pt x="384470" y="15391"/>
                  </a:cubicBezTo>
                  <a:cubicBezTo>
                    <a:pt x="261629" y="138100"/>
                    <a:pt x="138518" y="261083"/>
                    <a:pt x="15138" y="384340"/>
                  </a:cubicBezTo>
                  <a:cubicBezTo>
                    <a:pt x="14767" y="384168"/>
                    <a:pt x="14400" y="383997"/>
                    <a:pt x="14020" y="383791"/>
                  </a:cubicBezTo>
                  <a:close/>
                  <a:moveTo>
                    <a:pt x="246319" y="371482"/>
                  </a:moveTo>
                  <a:cubicBezTo>
                    <a:pt x="247348" y="370454"/>
                    <a:pt x="248219" y="369288"/>
                    <a:pt x="249162" y="368157"/>
                  </a:cubicBezTo>
                  <a:lnTo>
                    <a:pt x="249847" y="368671"/>
                  </a:lnTo>
                  <a:cubicBezTo>
                    <a:pt x="248133" y="372100"/>
                    <a:pt x="246367" y="375494"/>
                    <a:pt x="244704" y="378923"/>
                  </a:cubicBezTo>
                  <a:cubicBezTo>
                    <a:pt x="230787" y="407620"/>
                    <a:pt x="221578" y="438340"/>
                    <a:pt x="217434" y="469951"/>
                  </a:cubicBezTo>
                  <a:cubicBezTo>
                    <a:pt x="217047" y="471802"/>
                    <a:pt x="216106" y="473482"/>
                    <a:pt x="214735" y="474785"/>
                  </a:cubicBezTo>
                  <a:cubicBezTo>
                    <a:pt x="157423" y="531974"/>
                    <a:pt x="100074" y="589094"/>
                    <a:pt x="42686" y="646180"/>
                  </a:cubicBezTo>
                  <a:cubicBezTo>
                    <a:pt x="37365" y="651460"/>
                    <a:pt x="32058" y="656774"/>
                    <a:pt x="26712" y="662054"/>
                  </a:cubicBezTo>
                  <a:cubicBezTo>
                    <a:pt x="26044" y="662740"/>
                    <a:pt x="25341" y="663322"/>
                    <a:pt x="24628" y="663974"/>
                  </a:cubicBezTo>
                  <a:cubicBezTo>
                    <a:pt x="24230" y="663940"/>
                    <a:pt x="23832" y="663940"/>
                    <a:pt x="23435" y="663905"/>
                  </a:cubicBezTo>
                  <a:cubicBezTo>
                    <a:pt x="19122" y="646866"/>
                    <a:pt x="14904" y="629757"/>
                    <a:pt x="10406" y="612751"/>
                  </a:cubicBezTo>
                  <a:cubicBezTo>
                    <a:pt x="9290" y="609357"/>
                    <a:pt x="10412" y="605654"/>
                    <a:pt x="13211" y="603460"/>
                  </a:cubicBezTo>
                  <a:cubicBezTo>
                    <a:pt x="90978" y="526214"/>
                    <a:pt x="168680" y="448900"/>
                    <a:pt x="246319" y="371482"/>
                  </a:cubicBezTo>
                  <a:close/>
                  <a:moveTo>
                    <a:pt x="216343" y="545962"/>
                  </a:moveTo>
                  <a:cubicBezTo>
                    <a:pt x="216611" y="545688"/>
                    <a:pt x="216926" y="545482"/>
                    <a:pt x="217581" y="544934"/>
                  </a:cubicBezTo>
                  <a:cubicBezTo>
                    <a:pt x="218085" y="548054"/>
                    <a:pt x="218558" y="550866"/>
                    <a:pt x="218994" y="553642"/>
                  </a:cubicBezTo>
                  <a:cubicBezTo>
                    <a:pt x="221419" y="569311"/>
                    <a:pt x="225230" y="584740"/>
                    <a:pt x="230380" y="599757"/>
                  </a:cubicBezTo>
                  <a:cubicBezTo>
                    <a:pt x="231264" y="601711"/>
                    <a:pt x="230698" y="604008"/>
                    <a:pt x="229008" y="605346"/>
                  </a:cubicBezTo>
                  <a:cubicBezTo>
                    <a:pt x="176617" y="657357"/>
                    <a:pt x="124282" y="709437"/>
                    <a:pt x="72000" y="761551"/>
                  </a:cubicBezTo>
                  <a:cubicBezTo>
                    <a:pt x="71252" y="762443"/>
                    <a:pt x="70598" y="763437"/>
                    <a:pt x="70050" y="764465"/>
                  </a:cubicBezTo>
                  <a:lnTo>
                    <a:pt x="69021" y="763951"/>
                  </a:lnTo>
                  <a:cubicBezTo>
                    <a:pt x="65778" y="758088"/>
                    <a:pt x="62397" y="752294"/>
                    <a:pt x="59325" y="746363"/>
                  </a:cubicBezTo>
                  <a:cubicBezTo>
                    <a:pt x="54679" y="737380"/>
                    <a:pt x="50263" y="728260"/>
                    <a:pt x="45710" y="719243"/>
                  </a:cubicBezTo>
                  <a:cubicBezTo>
                    <a:pt x="44788" y="717940"/>
                    <a:pt x="45036" y="716157"/>
                    <a:pt x="46276" y="715162"/>
                  </a:cubicBezTo>
                  <a:cubicBezTo>
                    <a:pt x="102984" y="658797"/>
                    <a:pt x="159673" y="602397"/>
                    <a:pt x="216343" y="545962"/>
                  </a:cubicBezTo>
                  <a:close/>
                  <a:moveTo>
                    <a:pt x="282947" y="695071"/>
                  </a:moveTo>
                  <a:lnTo>
                    <a:pt x="130211" y="847574"/>
                  </a:lnTo>
                  <a:cubicBezTo>
                    <a:pt x="119603" y="834682"/>
                    <a:pt x="108885" y="821654"/>
                    <a:pt x="98301" y="808763"/>
                  </a:cubicBezTo>
                  <a:cubicBezTo>
                    <a:pt x="150559" y="756580"/>
                    <a:pt x="202364" y="704842"/>
                    <a:pt x="253715" y="653517"/>
                  </a:cubicBezTo>
                  <a:cubicBezTo>
                    <a:pt x="263490" y="667403"/>
                    <a:pt x="273288" y="681357"/>
                    <a:pt x="282930" y="695071"/>
                  </a:cubicBezTo>
                  <a:close/>
                  <a:moveTo>
                    <a:pt x="361848" y="761174"/>
                  </a:moveTo>
                  <a:cubicBezTo>
                    <a:pt x="310475" y="812500"/>
                    <a:pt x="258672" y="864271"/>
                    <a:pt x="206442" y="916454"/>
                  </a:cubicBezTo>
                  <a:cubicBezTo>
                    <a:pt x="193413" y="905825"/>
                    <a:pt x="180306" y="895162"/>
                    <a:pt x="167397" y="884637"/>
                  </a:cubicBezTo>
                  <a:cubicBezTo>
                    <a:pt x="218679" y="833414"/>
                    <a:pt x="269568" y="782568"/>
                    <a:pt x="320064" y="732100"/>
                  </a:cubicBezTo>
                  <a:cubicBezTo>
                    <a:pt x="334132" y="741905"/>
                    <a:pt x="348189" y="751677"/>
                    <a:pt x="361848" y="761174"/>
                  </a:cubicBezTo>
                  <a:close/>
                  <a:moveTo>
                    <a:pt x="410946" y="785791"/>
                  </a:moveTo>
                  <a:cubicBezTo>
                    <a:pt x="412134" y="784248"/>
                    <a:pt x="414223" y="783734"/>
                    <a:pt x="415986" y="784557"/>
                  </a:cubicBezTo>
                  <a:cubicBezTo>
                    <a:pt x="432173" y="790008"/>
                    <a:pt x="448822" y="793951"/>
                    <a:pt x="465727" y="796385"/>
                  </a:cubicBezTo>
                  <a:cubicBezTo>
                    <a:pt x="467462" y="796625"/>
                    <a:pt x="469197" y="796900"/>
                    <a:pt x="471463" y="797243"/>
                  </a:cubicBezTo>
                  <a:cubicBezTo>
                    <a:pt x="470630" y="798168"/>
                    <a:pt x="470068" y="798888"/>
                    <a:pt x="469434" y="799506"/>
                  </a:cubicBezTo>
                  <a:cubicBezTo>
                    <a:pt x="413107" y="855597"/>
                    <a:pt x="356788" y="911688"/>
                    <a:pt x="300477" y="967780"/>
                  </a:cubicBezTo>
                  <a:cubicBezTo>
                    <a:pt x="299471" y="969254"/>
                    <a:pt x="297472" y="969666"/>
                    <a:pt x="295965" y="968706"/>
                  </a:cubicBezTo>
                  <a:cubicBezTo>
                    <a:pt x="281565" y="961162"/>
                    <a:pt x="267093" y="953723"/>
                    <a:pt x="252655" y="946214"/>
                  </a:cubicBezTo>
                  <a:cubicBezTo>
                    <a:pt x="252102" y="945905"/>
                    <a:pt x="251576" y="945528"/>
                    <a:pt x="251082" y="945117"/>
                  </a:cubicBezTo>
                  <a:cubicBezTo>
                    <a:pt x="251928" y="944225"/>
                    <a:pt x="252638" y="943437"/>
                    <a:pt x="253386" y="942682"/>
                  </a:cubicBezTo>
                  <a:cubicBezTo>
                    <a:pt x="305916" y="890397"/>
                    <a:pt x="358436" y="838111"/>
                    <a:pt x="410946" y="785791"/>
                  </a:cubicBezTo>
                  <a:close/>
                  <a:moveTo>
                    <a:pt x="542483" y="799608"/>
                  </a:moveTo>
                  <a:cubicBezTo>
                    <a:pt x="544032" y="798203"/>
                    <a:pt x="545973" y="797311"/>
                    <a:pt x="548044" y="797037"/>
                  </a:cubicBezTo>
                  <a:cubicBezTo>
                    <a:pt x="582700" y="792340"/>
                    <a:pt x="616242" y="781506"/>
                    <a:pt x="647099" y="765048"/>
                  </a:cubicBezTo>
                  <a:cubicBezTo>
                    <a:pt x="647929" y="764603"/>
                    <a:pt x="648813" y="764260"/>
                    <a:pt x="649687" y="763883"/>
                  </a:cubicBezTo>
                  <a:lnTo>
                    <a:pt x="650435" y="764706"/>
                  </a:lnTo>
                  <a:cubicBezTo>
                    <a:pt x="649502" y="765254"/>
                    <a:pt x="648618" y="765871"/>
                    <a:pt x="647795" y="766591"/>
                  </a:cubicBezTo>
                  <a:cubicBezTo>
                    <a:pt x="568708" y="845277"/>
                    <a:pt x="489614" y="923963"/>
                    <a:pt x="410507" y="1002682"/>
                  </a:cubicBezTo>
                  <a:cubicBezTo>
                    <a:pt x="409520" y="1003780"/>
                    <a:pt x="408136" y="1004431"/>
                    <a:pt x="406663" y="1004500"/>
                  </a:cubicBezTo>
                  <a:cubicBezTo>
                    <a:pt x="387912" y="1000900"/>
                    <a:pt x="369409" y="996100"/>
                    <a:pt x="351264" y="990134"/>
                  </a:cubicBezTo>
                  <a:cubicBezTo>
                    <a:pt x="352166" y="989105"/>
                    <a:pt x="352807" y="988317"/>
                    <a:pt x="353520" y="987631"/>
                  </a:cubicBezTo>
                  <a:cubicBezTo>
                    <a:pt x="416483" y="924923"/>
                    <a:pt x="479469" y="862248"/>
                    <a:pt x="542483" y="799608"/>
                  </a:cubicBezTo>
                  <a:close/>
                  <a:moveTo>
                    <a:pt x="1002381" y="630751"/>
                  </a:moveTo>
                  <a:lnTo>
                    <a:pt x="1003005" y="631060"/>
                  </a:lnTo>
                  <a:cubicBezTo>
                    <a:pt x="1000999" y="638294"/>
                    <a:pt x="999124" y="645563"/>
                    <a:pt x="996967" y="652763"/>
                  </a:cubicBezTo>
                  <a:cubicBezTo>
                    <a:pt x="987731" y="683757"/>
                    <a:pt x="975470" y="713791"/>
                    <a:pt x="960360" y="742385"/>
                  </a:cubicBezTo>
                  <a:cubicBezTo>
                    <a:pt x="958920" y="745128"/>
                    <a:pt x="957079" y="747666"/>
                    <a:pt x="954899" y="749860"/>
                  </a:cubicBezTo>
                  <a:cubicBezTo>
                    <a:pt x="887555" y="816991"/>
                    <a:pt x="820194" y="884123"/>
                    <a:pt x="752812" y="951220"/>
                  </a:cubicBezTo>
                  <a:cubicBezTo>
                    <a:pt x="747453" y="955883"/>
                    <a:pt x="741347" y="959654"/>
                    <a:pt x="734747" y="962294"/>
                  </a:cubicBezTo>
                  <a:cubicBezTo>
                    <a:pt x="702563" y="978271"/>
                    <a:pt x="668743" y="990717"/>
                    <a:pt x="633882" y="999391"/>
                  </a:cubicBezTo>
                  <a:cubicBezTo>
                    <a:pt x="633511" y="999494"/>
                    <a:pt x="633138" y="999528"/>
                    <a:pt x="633460" y="999460"/>
                  </a:cubicBezTo>
                  <a:cubicBezTo>
                    <a:pt x="756165" y="876820"/>
                    <a:pt x="879141" y="753905"/>
                    <a:pt x="1002381" y="630751"/>
                  </a:cubicBezTo>
                  <a:close/>
                </a:path>
              </a:pathLst>
            </a:custGeom>
            <a:solidFill>
              <a:schemeClr val="accent1"/>
            </a:solidFill>
            <a:ln w="3429" cap="flat">
              <a:noFill/>
              <a:prstDash val="solid"/>
              <a:miter/>
            </a:ln>
          </p:spPr>
          <p:txBody>
            <a:bodyPr rtlCol="0" anchor="ctr"/>
            <a:p>
              <a:endParaRPr lang="zh-CN" altLang="en-US">
                <a:cs typeface="思源黑体 Regular" panose="020B0500000000000000" charset="-122"/>
              </a:endParaRPr>
            </a:p>
          </p:txBody>
        </p:sp>
      </p:grpSp>
      <p:sp>
        <p:nvSpPr>
          <p:cNvPr id="34" name="文本框 33"/>
          <p:cNvSpPr txBox="1"/>
          <p:nvPr/>
        </p:nvSpPr>
        <p:spPr>
          <a:xfrm>
            <a:off x="924560" y="4820285"/>
            <a:ext cx="2580640" cy="818515"/>
          </a:xfrm>
          <a:prstGeom prst="rect">
            <a:avLst/>
          </a:prstGeom>
          <a:noFill/>
        </p:spPr>
        <p:txBody>
          <a:bodyPr wrap="square" rtlCol="0">
            <a:normAutofit/>
          </a:bodyPr>
          <a:p>
            <a:pPr>
              <a:lnSpc>
                <a:spcPct val="140000"/>
              </a:lnSpc>
            </a:pPr>
            <a:r>
              <a:rPr lang="zh-CN" altLang="en-US" sz="2400" kern="100" dirty="0">
                <a:effectLst/>
                <a:latin typeface="+mn-ea"/>
                <a:cs typeface="江城圆体 400W" panose="020B0500000000000000" pitchFamily="34" charset="-122"/>
              </a:rPr>
              <a:t>图表传递</a:t>
            </a:r>
            <a:r>
              <a:rPr lang="zh-CN" altLang="en-US" sz="2400" kern="100" dirty="0">
                <a:effectLst/>
                <a:latin typeface="+mn-ea"/>
                <a:cs typeface="江城圆体 400W" panose="020B0500000000000000" pitchFamily="34" charset="-122"/>
              </a:rPr>
              <a:t>力量</a:t>
            </a:r>
            <a:endParaRPr lang="zh-CN" altLang="en-US" sz="2400" kern="100" dirty="0">
              <a:effectLst/>
              <a:latin typeface="+mn-ea"/>
              <a:cs typeface="江城圆体 400W" panose="020B0500000000000000" pitchFamily="34" charset="-122"/>
            </a:endParaRPr>
          </a:p>
        </p:txBody>
      </p:sp>
      <p:sp>
        <p:nvSpPr>
          <p:cNvPr id="35" name="文本框 34"/>
          <p:cNvSpPr txBox="1"/>
          <p:nvPr/>
        </p:nvSpPr>
        <p:spPr>
          <a:xfrm>
            <a:off x="4535170" y="4856480"/>
            <a:ext cx="2580640" cy="818515"/>
          </a:xfrm>
          <a:prstGeom prst="rect">
            <a:avLst/>
          </a:prstGeom>
          <a:noFill/>
        </p:spPr>
        <p:txBody>
          <a:bodyPr wrap="square" rtlCol="0">
            <a:normAutofit/>
          </a:bodyPr>
          <a:p>
            <a:pPr>
              <a:lnSpc>
                <a:spcPct val="140000"/>
              </a:lnSpc>
            </a:pPr>
            <a:r>
              <a:rPr lang="zh-CN" altLang="en-US" sz="2400" kern="100" dirty="0">
                <a:effectLst/>
                <a:latin typeface="+mn-ea"/>
                <a:cs typeface="江城圆体 400W" panose="020B0500000000000000" pitchFamily="34" charset="-122"/>
              </a:rPr>
              <a:t>问题</a:t>
            </a:r>
            <a:r>
              <a:rPr lang="zh-CN" altLang="en-US" sz="2400" kern="100" dirty="0">
                <a:effectLst/>
                <a:latin typeface="+mn-ea"/>
                <a:cs typeface="江城圆体 400W" panose="020B0500000000000000" pitchFamily="34" charset="-122"/>
              </a:rPr>
              <a:t>拆解</a:t>
            </a:r>
            <a:endParaRPr lang="zh-CN" altLang="en-US" sz="2400" kern="100" dirty="0">
              <a:effectLst/>
              <a:latin typeface="+mn-ea"/>
              <a:cs typeface="江城圆体 400W" panose="020B0500000000000000" pitchFamily="34" charset="-122"/>
            </a:endParaRPr>
          </a:p>
        </p:txBody>
      </p:sp>
    </p:spTree>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971"/>
</p:tagLst>
</file>

<file path=ppt/tags/tag15.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971"/>
</p:tagLst>
</file>

<file path=ppt/tags/tag1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971"/>
  <p:tag name="KSO_WM_TEMPLATE_CATEGORY" val="custom"/>
  <p:tag name="KSO_WM_TEMPLATE_MASTER_TYPE" val="0"/>
</p:tagLst>
</file>

<file path=ppt/tags/tag20.xml><?xml version="1.0" encoding="utf-8"?>
<p:tagLst xmlns:p="http://schemas.openxmlformats.org/presentationml/2006/main">
  <p:tag name="KSO_WM_UNIT_PLACING_PICTURE_USER_VIEWPORT" val="{&quot;height&quot;:7498,&quot;width&quot;:5964}"/>
</p:tagLst>
</file>

<file path=ppt/tags/tag21.xml><?xml version="1.0" encoding="utf-8"?>
<p:tagLst xmlns:p="http://schemas.openxmlformats.org/presentationml/2006/main">
  <p:tag name="KSO_WM_DIAGRAM_VIRTUALLY_FRAME" val="{&quot;height&quot;:112.74763779527557,&quot;left&quot;:66.15,&quot;top&quot;:441.40236220472445,&quot;width&quot;:353.85}"/>
</p:tagLst>
</file>

<file path=ppt/tags/tag22.xml><?xml version="1.0" encoding="utf-8"?>
<p:tagLst xmlns:p="http://schemas.openxmlformats.org/presentationml/2006/main">
  <p:tag name="KSO_WM_DIAGRAM_VIRTUALLY_FRAME" val="{&quot;height&quot;:112.74763779527557,&quot;left&quot;:66.15,&quot;top&quot;:441.40236220472445,&quot;width&quot;:353.85}"/>
</p:tagLst>
</file>

<file path=ppt/tags/tag23.xml><?xml version="1.0" encoding="utf-8"?>
<p:tagLst xmlns:p="http://schemas.openxmlformats.org/presentationml/2006/main">
  <p:tag name="KSO_WM_DIAGRAM_VIRTUALLY_FRAME" val="{&quot;height&quot;:112.74763779527557,&quot;left&quot;:66.15,&quot;top&quot;:441.40236220472445,&quot;width&quot;:353.85}"/>
</p:tagLst>
</file>

<file path=ppt/tags/tag24.xml><?xml version="1.0" encoding="utf-8"?>
<p:tagLst xmlns:p="http://schemas.openxmlformats.org/presentationml/2006/main">
  <p:tag name="KSO_WM_DIAGRAM_VIRTUALLY_FRAME" val="{&quot;height&quot;:112.74763779527557,&quot;left&quot;:66.15,&quot;top&quot;:441.40236220472445,&quot;width&quot;:353.85}"/>
</p:tagLst>
</file>

<file path=ppt/tags/tag25.xml><?xml version="1.0" encoding="utf-8"?>
<p:tagLst xmlns:p="http://schemas.openxmlformats.org/presentationml/2006/main">
  <p:tag name="KSO_WM_DIAGRAM_VIRTUALLY_FRAME" val="{&quot;height&quot;:112.74763779527557,&quot;left&quot;:66.15,&quot;top&quot;:441.40236220472445,&quot;width&quot;:353.85}"/>
</p:tagLst>
</file>

<file path=ppt/tags/tag26.xml><?xml version="1.0" encoding="utf-8"?>
<p:tagLst xmlns:p="http://schemas.openxmlformats.org/presentationml/2006/main">
  <p:tag name="KSO_WM_DIAGRAM_VIRTUALLY_FRAME" val="{&quot;height&quot;:112.74763779527557,&quot;left&quot;:66.15,&quot;top&quot;:441.40236220472445,&quot;width&quot;:353.85}"/>
</p:tagLst>
</file>

<file path=ppt/tags/tag27.xml><?xml version="1.0" encoding="utf-8"?>
<p:tagLst xmlns:p="http://schemas.openxmlformats.org/presentationml/2006/main">
  <p:tag name="KSO_WM_DIAGRAM_VIRTUALLY_FRAME" val="{&quot;height&quot;:154.9,&quot;left&quot;:36,&quot;top&quot;:96,&quot;width&quot;:624.95}"/>
</p:tagLst>
</file>

<file path=ppt/tags/tag28.xml><?xml version="1.0" encoding="utf-8"?>
<p:tagLst xmlns:p="http://schemas.openxmlformats.org/presentationml/2006/main">
  <p:tag name="KSO_WM_DIAGRAM_VIRTUALLY_FRAME" val="{&quot;height&quot;:154.9,&quot;left&quot;:36,&quot;top&quot;:96,&quot;width&quot;:624.95}"/>
</p:tagLst>
</file>

<file path=ppt/tags/tag29.xml><?xml version="1.0" encoding="utf-8"?>
<p:tagLst xmlns:p="http://schemas.openxmlformats.org/presentationml/2006/main">
  <p:tag name="KSO_WM_DIAGRAM_VIRTUALLY_FRAME" val="{&quot;height&quot;:154.9,&quot;left&quot;:36,&quot;top&quot;:96,&quot;width&quot;:624.95}"/>
</p:tagLst>
</file>

<file path=ppt/tags/tag30.xml><?xml version="1.0" encoding="utf-8"?>
<p:tagLst xmlns:p="http://schemas.openxmlformats.org/presentationml/2006/main">
  <p:tag name="KSO_WM_DIAGRAM_VIRTUALLY_FRAME" val="{&quot;height&quot;:154.9,&quot;left&quot;:36,&quot;top&quot;:96,&quot;width&quot;:624.95}"/>
</p:tagLst>
</file>

<file path=ppt/tags/tag31.xml><?xml version="1.0" encoding="utf-8"?>
<p:tagLst xmlns:p="http://schemas.openxmlformats.org/presentationml/2006/main">
  <p:tag name="KSO_WM_DIAGRAM_VIRTUALLY_FRAME" val="{&quot;height&quot;:154.9,&quot;left&quot;:36,&quot;top&quot;:96,&quot;width&quot;:624.95}"/>
</p:tagLst>
</file>

<file path=ppt/tags/tag32.xml><?xml version="1.0" encoding="utf-8"?>
<p:tagLst xmlns:p="http://schemas.openxmlformats.org/presentationml/2006/main">
  <p:tag name="KSO_WM_DIAGRAM_VIRTUALLY_FRAME" val="{&quot;height&quot;:154.9,&quot;left&quot;:36,&quot;top&quot;:96,&quot;width&quot;:624.95}"/>
</p:tagLst>
</file>

<file path=ppt/tags/tag33.xml><?xml version="1.0" encoding="utf-8"?>
<p:tagLst xmlns:p="http://schemas.openxmlformats.org/presentationml/2006/main">
  <p:tag name="KSO_WM_UNIT_PIC_EFFECT" val="1"/>
</p:tagLst>
</file>

<file path=ppt/tags/tag34.xml><?xml version="1.0" encoding="utf-8"?>
<p:tagLst xmlns:p="http://schemas.openxmlformats.org/presentationml/2006/main">
  <p:tag name="KSO_WM_UNIT_VALUE" val="2498*1932"/>
  <p:tag name="KSO_WM_UNIT_HIGHLIGHT" val="0"/>
  <p:tag name="KSO_WM_UNIT_COMPATIBLE" val="0"/>
  <p:tag name="KSO_WM_UNIT_DIAGRAM_ISNUMVISUAL" val="0"/>
  <p:tag name="KSO_WM_UNIT_DIAGRAM_ISREFERUNIT" val="0"/>
  <p:tag name="KSO_WM_UNIT_TYPE" val="d"/>
  <p:tag name="KSO_WM_UNIT_INDEX" val="1"/>
  <p:tag name="KSO_WM_UNIT_ID" val="custom20235077_1*d*1"/>
  <p:tag name="KSO_WM_TEMPLATE_CATEGORY" val="custom"/>
  <p:tag name="KSO_WM_TEMPLATE_INDEX" val="20235077"/>
  <p:tag name="KSO_WM_UNIT_LAYERLEVEL" val="1"/>
  <p:tag name="KSO_WM_TAG_VERSION" val="3.0"/>
  <p:tag name="KSO_WM_BEAUTIFY_FLAG" val="#wm#"/>
  <p:tag name="KSO_WM_UNIT_PIC_EFFECT"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077_1*i*1"/>
  <p:tag name="KSO_WM_TEMPLATE_CATEGORY" val="custom"/>
  <p:tag name="KSO_WM_TEMPLATE_INDEX" val="20235077"/>
  <p:tag name="KSO_WM_UNIT_LAYERLEVEL" val="1"/>
  <p:tag name="KSO_WM_TAG_VERSION" val="3.0"/>
  <p:tag name="KSO_WM_BEAUTIFY_FLAG" val="#wm#"/>
  <p:tag name="KSO_WM_UNIT_PIC_EFFECT"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077_1*i*2"/>
  <p:tag name="KSO_WM_TEMPLATE_CATEGORY" val="custom"/>
  <p:tag name="KSO_WM_TEMPLATE_INDEX" val="20235077"/>
  <p:tag name="KSO_WM_UNIT_LAYERLEVEL" val="1"/>
  <p:tag name="KSO_WM_TAG_VERSION" val="3.0"/>
  <p:tag name="KSO_WM_BEAUTIFY_FLAG" val="#wm#"/>
  <p:tag name="KSO_WM_UNIT_PIC_EFFECT" val="1"/>
</p:tagLst>
</file>

<file path=ppt/tags/tag37.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38.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39.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0.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1.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2.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3.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4.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5.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6.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7.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8.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49.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50.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51.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52.xml><?xml version="1.0" encoding="utf-8"?>
<p:tagLst xmlns:p="http://schemas.openxmlformats.org/presentationml/2006/main">
  <p:tag name="KSO_WM_DIAGRAM_VIRTUALLY_FRAME" val="{&quot;height&quot;:395.68125984251964,&quot;left&quot;:596.6906299212599,&quot;top&quot;:182.2031496062992,&quot;width&quot;:498.2625196850393}"/>
</p:tagLst>
</file>

<file path=ppt/tags/tag53.xml><?xml version="1.0" encoding="utf-8"?>
<p:tagLst xmlns:p="http://schemas.openxmlformats.org/presentationml/2006/main">
  <p:tag name="TABLE_ENDDRAG_ORIGIN_RECT" val="526*477"/>
  <p:tag name="TABLE_ENDDRAG_RECT" val="582*102*526*477"/>
  <p:tag name="KSO_WM_UNIT_PLACING_PICTURE_USER_VIEWPORT" val="{&quot;height&quot;:10368,&quot;width&quot;:10526}"/>
</p:tagLst>
</file>

<file path=ppt/tags/tag54.xml><?xml version="1.0" encoding="utf-8"?>
<p:tagLst xmlns:p="http://schemas.openxmlformats.org/presentationml/2006/main">
  <p:tag name="TABLE_ENDDRAG_ORIGIN_RECT" val="315*292"/>
  <p:tag name="TABLE_ENDDRAG_RECT" val="70*-6*315*292"/>
</p:tagLst>
</file>

<file path=ppt/tags/tag55.xml><?xml version="1.0" encoding="utf-8"?>
<p:tagLst xmlns:p="http://schemas.openxmlformats.org/presentationml/2006/main">
  <p:tag name="TABLE_ENDDRAG_ORIGIN_RECT" val="315*292"/>
  <p:tag name="TABLE_ENDDRAG_RECT" val="70*-6*315*292"/>
</p:tagLst>
</file>

<file path=ppt/tags/tag56.xml><?xml version="1.0" encoding="utf-8"?>
<p:tagLst xmlns:p="http://schemas.openxmlformats.org/presentationml/2006/main">
  <p:tag name="TABLE_ENDDRAG_ORIGIN_RECT" val="505*405"/>
  <p:tag name="TABLE_ENDDRAG_RECT" val="600*180*505*405"/>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TABLE_ENDDRAG_ORIGIN_RECT" val="821*1506"/>
  <p:tag name="TABLE_ENDDRAG_RECT" val="36*162*821*1506"/>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TABLE_ENDDRAG_ORIGIN_RECT" val="502*482"/>
  <p:tag name="TABLE_ENDDRAG_RECT" val="36*131*502*482"/>
</p:tagLst>
</file>

<file path=ppt/tags/tag61.xml><?xml version="1.0" encoding="utf-8"?>
<p:tagLst xmlns:p="http://schemas.openxmlformats.org/presentationml/2006/main">
  <p:tag name="TABLE_ENDDRAG_ORIGIN_RECT" val="514*341"/>
  <p:tag name="TABLE_ENDDRAG_RECT" val="611*126*514*341"/>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TABLE_ENDDRAG_ORIGIN_RECT" val="491*93"/>
  <p:tag name="TABLE_ENDDRAG_RECT" val="45*392*491*93"/>
</p:tagLst>
</file>

<file path=ppt/tags/tag64.xml><?xml version="1.0" encoding="utf-8"?>
<p:tagLst xmlns:p="http://schemas.openxmlformats.org/presentationml/2006/main">
  <p:tag name="TABLE_ENDDRAG_ORIGIN_RECT" val="516*116"/>
  <p:tag name="TABLE_ENDDRAG_RECT" val="54*393*516*116"/>
</p:tagLst>
</file>

<file path=ppt/tags/tag65.xml><?xml version="1.0" encoding="utf-8"?>
<p:tagLst xmlns:p="http://schemas.openxmlformats.org/presentationml/2006/main">
  <p:tag name="KSO_WM_MEDIACOVER_FLAG" val="1"/>
  <p:tag name="KSO_WM_UNIT_MEDIACOVER_BTN_STATE" val="1"/>
  <p:tag name="KSO_WM_UNIT_MEDIACOVER_BTNRECT" val="0*0*0*0"/>
</p:tagLst>
</file>

<file path=ppt/tags/tag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4728_1*a*1"/>
  <p:tag name="KSO_WM_TEMPLATE_CATEGORY" val="diagram"/>
  <p:tag name="KSO_WM_TEMPLATE_INDEX" val="20234728"/>
  <p:tag name="KSO_WM_UNIT_LAYERLEVEL" val="1"/>
  <p:tag name="KSO_WM_TAG_VERSION" val="3.0"/>
  <p:tag name="KSO_WM_BEAUTIFY_FLAG" val="#wm#"/>
  <p:tag name="KSO_WM_UNIT_TEXT_TYPE" val="1"/>
  <p:tag name="KSO_WM_UNIT_PRESET_TEXT" val="单击此处添加标题"/>
  <p:tag name="KSO_WM_UNIT_USESOURCEFORMAT_APPLY" val="1"/>
</p:tagLst>
</file>

<file path=ppt/tags/tag6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4728_2*l_h_f*1_1_1"/>
  <p:tag name="KSO_WM_TEMPLATE_CATEGORY" val="diagram"/>
  <p:tag name="KSO_WM_TEMPLATE_INDEX" val="20234728"/>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5"/>
  <p:tag name="KSO_WM_UNIT_TEXT_TYPE" val="1"/>
  <p:tag name="KSO_WM_UNIT_TEXT_LAYER_COUNT" val="1"/>
  <p:tag name="KSO_WM_BEAUTIFY_FLAG" val="#wm#"/>
  <p:tag name="KSO_WM_UNIT_PRESET_TEXT" val="单击此处添加文本内容，简明扼要地阐述。根据需要可酌情增减文字，以便观者准确地理解您传达的思想。单击此处添加文本具体内容"/>
  <p:tag name="KSO_WM_UNIT_LINE_FORE_SCHEMECOLOR_INDEX" val="-2"/>
  <p:tag name="KSO_WM_UNIT_TEXT_FILL_FORE_SCHEMECOLOR_INDEX" val="1"/>
  <p:tag name="KSO_WM_UNIT_TEXT_FILL_TYPE" val="1"/>
  <p:tag name="KSO_WM_UNIT_USESOURCEFORMAT_APPLY" val="1"/>
</p:tagLst>
</file>

<file path=ppt/tags/tag6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728_2*l_h_f*1_2_1"/>
  <p:tag name="KSO_WM_TEMPLATE_CATEGORY" val="diagram"/>
  <p:tag name="KSO_WM_TEMPLATE_INDEX" val="20234728"/>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5"/>
  <p:tag name="KSO_WM_UNIT_TEXT_TYPE" val="1"/>
  <p:tag name="KSO_WM_UNIT_TEXT_LAYER_COUNT" val="1"/>
  <p:tag name="KSO_WM_BEAUTIFY_FLAG" val="#wm#"/>
  <p:tag name="KSO_WM_UNIT_PRESET_TEXT" val="单击此处输入您的项正文，文字是您思想的提炼，请尽量言简意赅的阐述观点。单击此处输入您的智能图形项正文，文字是您思想的提炼"/>
  <p:tag name="KSO_WM_UNIT_LINE_FORE_SCHEMECOLOR_INDEX" val="-2"/>
  <p:tag name="KSO_WM_UNIT_TEXT_FILL_FORE_SCHEMECOLOR_INDEX" val="1"/>
  <p:tag name="KSO_WM_UNIT_TEXT_FILL_TYPE" val="1"/>
  <p:tag name="KSO_WM_UNIT_USESOURCEFORMAT_APPLY" val="1"/>
</p:tagLst>
</file>

<file path=ppt/tags/tag6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4728_2*l_h_f*1_3_1"/>
  <p:tag name="KSO_WM_TEMPLATE_CATEGORY" val="diagram"/>
  <p:tag name="KSO_WM_TEMPLATE_INDEX" val="20234728"/>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5"/>
  <p:tag name="KSO_WM_UNIT_TEXT_TYPE" val="1"/>
  <p:tag name="KSO_WM_UNIT_TEXT_LAYER_COUNT" val="1"/>
  <p:tag name="KSO_WM_BEAUTIFY_FLAG" val="#wm#"/>
  <p:tag name="KSO_WM_UNIT_PRESET_TEXT" val="单击此处输入您的项正文，文字是您思想的提炼，请尽量言简意赅的阐述观点。单击此处输入您的智能图形正文内容，文字是您思想的提炼"/>
  <p:tag name="KSO_WM_UNIT_LINE_FORE_SCHEMECOLOR_INDEX" val="-2"/>
  <p:tag name="KSO_WM_UNIT_TEXT_FILL_FORE_SCHEMECOLOR_INDEX" val="1"/>
  <p:tag name="KSO_WM_UNIT_TEXT_FILL_TYPE" val="1"/>
  <p:tag name="KSO_WM_UNIT_USESOURCEFORMAT_APPLY" val="1"/>
</p:tagLst>
</file>

<file path=ppt/tags/tag7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4728_2*l_h_a*1_1_1"/>
  <p:tag name="KSO_WM_TEMPLATE_CATEGORY" val="diagram"/>
  <p:tag name="KSO_WM_TEMPLATE_INDEX" val="20234728"/>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BEAUTIFY_FLAG" val="#wm#"/>
  <p:tag name="KSO_WM_UNIT_PRESET_TEXT" val="此处添加标题"/>
  <p:tag name="KSO_WM_UNIT_LINE_FORE_SCHEMECOLOR_INDEX" val="-2"/>
  <p:tag name="KSO_WM_UNIT_TEXT_FILL_FORE_SCHEMECOLOR_INDEX" val="1"/>
  <p:tag name="KSO_WM_UNIT_TEXT_FILL_TYPE" val="1"/>
  <p:tag name="KSO_WM_UNIT_USESOURCEFORMAT_APPLY" val="1"/>
</p:tagLst>
</file>

<file path=ppt/tags/tag7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4728_2*l_h_a*1_2_1"/>
  <p:tag name="KSO_WM_TEMPLATE_CATEGORY" val="diagram"/>
  <p:tag name="KSO_WM_TEMPLATE_INDEX" val="20234728"/>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BEAUTIFY_FLAG" val="#wm#"/>
  <p:tag name="KSO_WM_UNIT_PRESET_TEXT" val="此处添加标题"/>
  <p:tag name="KSO_WM_UNIT_LINE_FORE_SCHEMECOLOR_INDEX" val="-2"/>
  <p:tag name="KSO_WM_UNIT_TEXT_FILL_FORE_SCHEMECOLOR_INDEX" val="1"/>
  <p:tag name="KSO_WM_UNIT_TEXT_FILL_TYPE" val="1"/>
  <p:tag name="KSO_WM_UNIT_USESOURCEFORMAT_APPLY" val="1"/>
</p:tagLst>
</file>

<file path=ppt/tags/tag7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4728_2*l_h_a*1_3_1"/>
  <p:tag name="KSO_WM_TEMPLATE_CATEGORY" val="diagram"/>
  <p:tag name="KSO_WM_TEMPLATE_INDEX" val="20234728"/>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BEAUTIFY_FLAG" val="#wm#"/>
  <p:tag name="KSO_WM_UNIT_PRESET_TEXT" val="此处添加标题"/>
  <p:tag name="KSO_WM_UNIT_LINE_FORE_SCHEMECOLOR_INDEX" val="-2"/>
  <p:tag name="KSO_WM_UNIT_TEXT_FILL_FORE_SCHEMECOLOR_INDEX" val="1"/>
  <p:tag name="KSO_WM_UNIT_TEXT_FILL_TYPE" val="1"/>
  <p:tag name="KSO_WM_UNIT_USESOURCEFORMAT_APPLY" val="1"/>
</p:tagLst>
</file>

<file path=ppt/tags/tag73.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728_2*l_h_i*1_2_2"/>
  <p:tag name="KSO_WM_TEMPLATE_CATEGORY" val="diagram"/>
  <p:tag name="KSO_WM_TEMPLATE_INDEX" val="20234728"/>
  <p:tag name="KSO_WM_UNIT_LAYERLEVEL" val="1_1_1"/>
  <p:tag name="KSO_WM_TAG_VERSION" val="3.0"/>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UNIT_USESOURCEFORMAT_APPLY" val="1"/>
</p:tagLst>
</file>

<file path=ppt/tags/tag7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4728_2*l_h_i*1_3_2"/>
  <p:tag name="KSO_WM_TEMPLATE_CATEGORY" val="diagram"/>
  <p:tag name="KSO_WM_TEMPLATE_INDEX" val="20234728"/>
  <p:tag name="KSO_WM_UNIT_LAYERLEVEL" val="1_1_1"/>
  <p:tag name="KSO_WM_TAG_VERSION" val="3.0"/>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solid&quot;:{&quot;brightness&quot;:0,&quot;colorType&quot;:1,&quot;foreColorIndex&quot;:6,&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6"/>
  <p:tag name="KSO_WM_UNIT_FILL_FORE_SCHEMECOLOR_INDEX_BRIGHTNESS" val="0"/>
  <p:tag name="KSO_WM_UNIT_LINE_FORE_SCHEMECOLOR_INDEX" val="-2"/>
  <p:tag name="KSO_WM_UNIT_USESOURCEFORMAT_APPLY" val="1"/>
</p:tagLst>
</file>

<file path=ppt/tags/tag7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4728_2*l_h_a*1_1_1"/>
  <p:tag name="KSO_WM_TEMPLATE_CATEGORY" val="diagram"/>
  <p:tag name="KSO_WM_TEMPLATE_INDEX" val="20234728"/>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307.5196877612983,&quot;left&quot;:121.74086614173225,&quot;top&quot;:106.4303122387017,&quot;width&quot;:925.63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此处添加标题"/>
  <p:tag name="KSO_WM_UNIT_LINE_FORE_SCHEMECOLOR_INDEX" val="-2"/>
  <p:tag name="KSO_WM_UNIT_TEXT_FILL_FORE_SCHEMECOLOR_INDEX" val="1"/>
  <p:tag name="KSO_WM_UNIT_TEXT_FILL_TYPE" val="1"/>
  <p:tag name="KSO_WM_UNIT_USESOURCEFORMAT_APPLY" val="1"/>
</p:tagLst>
</file>

<file path=ppt/tags/tag76.xml><?xml version="1.0" encoding="utf-8"?>
<p:tagLst xmlns:p="http://schemas.openxmlformats.org/presentationml/2006/main">
  <p:tag name="KSO_WM_SLIDE_ID" val="diagram20234728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754.575*318.25"/>
  <p:tag name="KSO_WM_SLIDE_POSITION" val="103.041*127.25"/>
  <p:tag name="KSO_WM_DIAGRAM_GROUP_CODE" val="l1-1"/>
  <p:tag name="KSO_WM_SLIDE_DIAGTYPE" val="l"/>
  <p:tag name="KSO_WM_TAG_VERSION" val="3.0"/>
  <p:tag name="KSO_WM_BEAUTIFY_FLAG" val="#wm#"/>
  <p:tag name="KSO_WM_TEMPLATE_CATEGORY" val="diagram"/>
  <p:tag name="KSO_WM_TEMPLATE_INDEX" val="20234728"/>
  <p:tag name="KSO_WM_SLIDE_LAYOUT" val="a_l"/>
  <p:tag name="KSO_WM_SLIDE_LAYOUT_CNT" val="1_1"/>
  <p:tag name="KSO_WM_SPECIAL_SOURCE" val="bdnull"/>
</p:tagLst>
</file>

<file path=ppt/tags/tag77.xml><?xml version="1.0" encoding="utf-8"?>
<p:tagLst xmlns:p="http://schemas.openxmlformats.org/presentationml/2006/main">
  <p:tag name="KSO_WM_UNIT_PIC_EFFECT" val="1"/>
</p:tagLst>
</file>

<file path=ppt/tags/tag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38_1*i*1"/>
  <p:tag name="KSO_WM_TEMPLATE_CATEGORY" val="custom"/>
  <p:tag name="KSO_WM_TEMPLATE_INDEX" val="20238538"/>
  <p:tag name="KSO_WM_UNIT_LAYERLEVEL" val="1"/>
  <p:tag name="KSO_WM_TAG_VERSION" val="3.0"/>
  <p:tag name="KSO_WM_UNIT_PIC_EFFECT" val="1"/>
</p:tagLst>
</file>

<file path=ppt/tags/tag7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538_1*i*2"/>
  <p:tag name="KSO_WM_TEMPLATE_CATEGORY" val="custom"/>
  <p:tag name="KSO_WM_TEMPLATE_INDEX" val="20238538"/>
  <p:tag name="KSO_WM_UNIT_LAYERLEVEL" val="1"/>
  <p:tag name="KSO_WM_TAG_VERSION" val="3.0"/>
  <p:tag name="KSO_WM_UNIT_PIC_EFFECT" val="1"/>
</p:tagLst>
</file>

<file path=ppt/tags/tag80.xml><?xml version="1.0" encoding="utf-8"?>
<p:tagLst xmlns:p="http://schemas.openxmlformats.org/presentationml/2006/main">
  <p:tag name="KSO_WM_BEAUTIFY_FLAG" val="#wm#"/>
  <p:tag name="KSO_WM_UNIT_VALUE" val="2216*2216"/>
  <p:tag name="KSO_WM_UNIT_HIGHLIGHT" val="0"/>
  <p:tag name="KSO_WM_UNIT_COMPATIBLE" val="0"/>
  <p:tag name="KSO_WM_UNIT_DIAGRAM_ISNUMVISUAL" val="0"/>
  <p:tag name="KSO_WM_UNIT_DIAGRAM_ISREFERUNIT" val="0"/>
  <p:tag name="KSO_WM_UNIT_TYPE" val="d"/>
  <p:tag name="KSO_WM_UNIT_INDEX" val="1"/>
  <p:tag name="KSO_WM_UNIT_ID" val="custom20238538_1*d*1"/>
  <p:tag name="KSO_WM_TEMPLATE_CATEGORY" val="custom"/>
  <p:tag name="KSO_WM_TEMPLATE_INDEX" val="20238538"/>
  <p:tag name="KSO_WM_UNIT_LAYERLEVEL" val="1"/>
  <p:tag name="KSO_WM_TAG_VERSION" val="3.0"/>
  <p:tag name="KSO_WM_UNIT_PIC_EFFECT" val="1"/>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538_1*i*3"/>
  <p:tag name="KSO_WM_TEMPLATE_CATEGORY" val="custom"/>
  <p:tag name="KSO_WM_TEMPLATE_INDEX" val="20238538"/>
  <p:tag name="KSO_WM_UNIT_LAYERLEVEL" val="1"/>
  <p:tag name="KSO_WM_TAG_VERSION" val="3.0"/>
  <p:tag name="KSO_WM_UNIT_PIC_EFFECT" val="1"/>
</p:tagLst>
</file>

<file path=ppt/tags/tag82.xml><?xml version="1.0" encoding="utf-8"?>
<p:tagLst xmlns:p="http://schemas.openxmlformats.org/presentationml/2006/main">
  <p:tag name="KSO_WM_UNIT_PIC_EFFECT" val="1"/>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38_1*i*1"/>
  <p:tag name="KSO_WM_TEMPLATE_CATEGORY" val="custom"/>
  <p:tag name="KSO_WM_TEMPLATE_INDEX" val="20238538"/>
  <p:tag name="KSO_WM_UNIT_LAYERLEVEL" val="1"/>
  <p:tag name="KSO_WM_TAG_VERSION" val="3.0"/>
  <p:tag name="KSO_WM_UNIT_PIC_EFFECT" val="1"/>
</p:tagLst>
</file>

<file path=ppt/tags/tag8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538_1*i*2"/>
  <p:tag name="KSO_WM_TEMPLATE_CATEGORY" val="custom"/>
  <p:tag name="KSO_WM_TEMPLATE_INDEX" val="20238538"/>
  <p:tag name="KSO_WM_UNIT_LAYERLEVEL" val="1"/>
  <p:tag name="KSO_WM_TAG_VERSION" val="3.0"/>
  <p:tag name="KSO_WM_UNIT_PIC_EFFECT" val="1"/>
</p:tagLst>
</file>

<file path=ppt/tags/tag85.xml><?xml version="1.0" encoding="utf-8"?>
<p:tagLst xmlns:p="http://schemas.openxmlformats.org/presentationml/2006/main">
  <p:tag name="KSO_WM_BEAUTIFY_FLAG" val="#wm#"/>
  <p:tag name="KSO_WM_UNIT_VALUE" val="2216*2216"/>
  <p:tag name="KSO_WM_UNIT_HIGHLIGHT" val="0"/>
  <p:tag name="KSO_WM_UNIT_COMPATIBLE" val="0"/>
  <p:tag name="KSO_WM_UNIT_DIAGRAM_ISNUMVISUAL" val="0"/>
  <p:tag name="KSO_WM_UNIT_DIAGRAM_ISREFERUNIT" val="0"/>
  <p:tag name="KSO_WM_UNIT_TYPE" val="d"/>
  <p:tag name="KSO_WM_UNIT_INDEX" val="1"/>
  <p:tag name="KSO_WM_UNIT_ID" val="custom20238538_1*d*1"/>
  <p:tag name="KSO_WM_TEMPLATE_CATEGORY" val="custom"/>
  <p:tag name="KSO_WM_TEMPLATE_INDEX" val="20238538"/>
  <p:tag name="KSO_WM_UNIT_LAYERLEVEL" val="1"/>
  <p:tag name="KSO_WM_TAG_VERSION" val="3.0"/>
  <p:tag name="KSO_WM_UNIT_PIC_EFFECT" val="1"/>
</p:tagLst>
</file>

<file path=ppt/tags/tag8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538_1*i*3"/>
  <p:tag name="KSO_WM_TEMPLATE_CATEGORY" val="custom"/>
  <p:tag name="KSO_WM_TEMPLATE_INDEX" val="20238538"/>
  <p:tag name="KSO_WM_UNIT_LAYERLEVEL" val="1"/>
  <p:tag name="KSO_WM_TAG_VERSION" val="3.0"/>
  <p:tag name="KSO_WM_UNIT_PIC_EFFECT" val="1"/>
</p:tagLst>
</file>

<file path=ppt/tags/tag87.xml><?xml version="1.0" encoding="utf-8"?>
<p:tagLst xmlns:p="http://schemas.openxmlformats.org/presentationml/2006/main">
  <p:tag name="RESOURCE_RECORD_KEY" val="{&quot;29&quot;:[50052704],&quot;70&quot;:[3322001]}"/>
  <p:tag name="COMMONDATA" val="eyJoZGlkIjoiYzlhN2M0YmExNWVjOGZlMzQxMmM3M2FiNDgxZmY4OWUifQ=="/>
  <p:tag name="resource_record_key" val="{&quot;10&quot;:[21561767],&quot;29&quot;:[50052704],&quot;65&quot;:[20235971],&quot;70&quot;:[3322001]}"/>
</p:tagLst>
</file>

<file path=ppt/theme/theme1.xml><?xml version="1.0" encoding="utf-8"?>
<a:theme xmlns:a="http://schemas.openxmlformats.org/drawingml/2006/main" name="黄蓝圆圈3">
  <a:themeElements>
    <a:clrScheme name="自定义 1">
      <a:dk1>
        <a:srgbClr val="595959"/>
      </a:dk1>
      <a:lt1>
        <a:srgbClr val="FFFFFF"/>
      </a:lt1>
      <a:dk2>
        <a:srgbClr val="44546A"/>
      </a:dk2>
      <a:lt2>
        <a:srgbClr val="E7E6E6"/>
      </a:lt2>
      <a:accent1>
        <a:srgbClr val="618CAC"/>
      </a:accent1>
      <a:accent2>
        <a:srgbClr val="1F4A55"/>
      </a:accent2>
      <a:accent3>
        <a:srgbClr val="000000"/>
      </a:accent3>
      <a:accent4>
        <a:srgbClr val="F6C678"/>
      </a:accent4>
      <a:accent5>
        <a:srgbClr val="FCDBD2"/>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zh-CN" altLang="en-US" sz="24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0325-1">
      <a:dk1>
        <a:srgbClr val="333333"/>
      </a:dk1>
      <a:lt1>
        <a:sysClr val="window" lastClr="FFFFFF"/>
      </a:lt1>
      <a:dk2>
        <a:srgbClr val="000000"/>
      </a:dk2>
      <a:lt2>
        <a:srgbClr val="E7F3FD"/>
      </a:lt2>
      <a:accent1>
        <a:srgbClr val="84C1F4"/>
      </a:accent1>
      <a:accent2>
        <a:srgbClr val="1A48D8"/>
      </a:accent2>
      <a:accent3>
        <a:srgbClr val="C299D9"/>
      </a:accent3>
      <a:accent4>
        <a:srgbClr val="766BC9"/>
      </a:accent4>
      <a:accent5>
        <a:srgbClr val="FAC348"/>
      </a:accent5>
      <a:accent6>
        <a:srgbClr val="F88A20"/>
      </a:accent6>
      <a:hlink>
        <a:srgbClr val="0026E5"/>
      </a:hlink>
      <a:folHlink>
        <a:srgbClr val="7E1FAD"/>
      </a:folHlink>
    </a:clrScheme>
    <a:fontScheme name="qmj">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100000">
              <a:schemeClr val="accent2"/>
            </a:gs>
            <a:gs pos="0">
              <a:schemeClr val="accent1"/>
            </a:gs>
          </a:gsLst>
          <a:lin ang="5400000" scaled="1"/>
        </a:gra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ormAutofit/>
      </a:bodyPr>
      <a:lstStyle>
        <a:defPPr>
          <a:lnSpc>
            <a:spcPct val="140000"/>
          </a:lnSpc>
          <a:defRPr lang="zh-CN" altLang="en-US"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黄蓝圆圈3">
  <a:themeElements>
    <a:clrScheme name="自定义 1">
      <a:dk1>
        <a:srgbClr val="595959"/>
      </a:dk1>
      <a:lt1>
        <a:srgbClr val="FFFFFF"/>
      </a:lt1>
      <a:dk2>
        <a:srgbClr val="44546A"/>
      </a:dk2>
      <a:lt2>
        <a:srgbClr val="E7E6E6"/>
      </a:lt2>
      <a:accent1>
        <a:srgbClr val="618CAC"/>
      </a:accent1>
      <a:accent2>
        <a:srgbClr val="1F4A55"/>
      </a:accent2>
      <a:accent3>
        <a:srgbClr val="000000"/>
      </a:accent3>
      <a:accent4>
        <a:srgbClr val="F6C678"/>
      </a:accent4>
      <a:accent5>
        <a:srgbClr val="FCDBD2"/>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zh-CN" altLang="en-US" sz="24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黄蓝圆圈3</Template>
  <TotalTime>0</TotalTime>
  <Words>7476</Words>
  <Application>WPS 演示</Application>
  <PresentationFormat>自定义</PresentationFormat>
  <Paragraphs>1205</Paragraphs>
  <Slides>27</Slides>
  <Notes>21</Notes>
  <HiddenSlides>0</HiddenSlides>
  <MMClips>0</MMClips>
  <ScaleCrop>false</ScaleCrop>
  <HeadingPairs>
    <vt:vector size="6" baseType="variant">
      <vt:variant>
        <vt:lpstr>已用的字体</vt:lpstr>
      </vt:variant>
      <vt:variant>
        <vt:i4>42</vt:i4>
      </vt:variant>
      <vt:variant>
        <vt:lpstr>主题</vt:lpstr>
      </vt:variant>
      <vt:variant>
        <vt:i4>3</vt:i4>
      </vt:variant>
      <vt:variant>
        <vt:lpstr>幻灯片标题</vt:lpstr>
      </vt:variant>
      <vt:variant>
        <vt:i4>27</vt:i4>
      </vt:variant>
    </vt:vector>
  </HeadingPairs>
  <TitlesOfParts>
    <vt:vector size="72" baseType="lpstr">
      <vt:lpstr>Arial</vt:lpstr>
      <vt:lpstr>宋体</vt:lpstr>
      <vt:lpstr>Wingdings</vt:lpstr>
      <vt:lpstr>等线</vt:lpstr>
      <vt:lpstr>Marshmallow</vt:lpstr>
      <vt:lpstr>Calibri</vt:lpstr>
      <vt:lpstr>Bebas Neue</vt:lpstr>
      <vt:lpstr>苹方-简</vt:lpstr>
      <vt:lpstr>微软雅黑</vt:lpstr>
      <vt:lpstr>Calibri</vt:lpstr>
      <vt:lpstr>Helvetica Neue</vt:lpstr>
      <vt:lpstr>江城圆体 400W</vt:lpstr>
      <vt:lpstr>黑体</vt:lpstr>
      <vt:lpstr>Arial Bold</vt:lpstr>
      <vt:lpstr>PingFang SC</vt:lpstr>
      <vt:lpstr>Inter Bold</vt:lpstr>
      <vt:lpstr>Inter</vt:lpstr>
      <vt:lpstr>Inter</vt:lpstr>
      <vt:lpstr>Inter</vt:lpstr>
      <vt:lpstr>Noto Serif Medium</vt:lpstr>
      <vt:lpstr>Noto Serif Medium</vt:lpstr>
      <vt:lpstr>Noto Serif Medium</vt:lpstr>
      <vt:lpstr>Noto Serif</vt:lpstr>
      <vt:lpstr>Noto Serif</vt:lpstr>
      <vt:lpstr>Noto Serif</vt:lpstr>
      <vt:lpstr>Consolas</vt:lpstr>
      <vt:lpstr>Menlo</vt:lpstr>
      <vt:lpstr>Arial</vt:lpstr>
      <vt:lpstr>宋体</vt:lpstr>
      <vt:lpstr>Arial Unicode MS</vt:lpstr>
      <vt:lpstr>汉仪中等线KW</vt:lpstr>
      <vt:lpstr>Courier</vt:lpstr>
      <vt:lpstr>Thonburi</vt:lpstr>
      <vt:lpstr>思源黑体 Regular</vt:lpstr>
      <vt:lpstr>汉仪书宋二KW</vt:lpstr>
      <vt:lpstr>Courier</vt:lpstr>
      <vt:lpstr>Inter Bold</vt:lpstr>
      <vt:lpstr>Menlo</vt:lpstr>
      <vt:lpstr>江城圆体 400W</vt:lpstr>
      <vt:lpstr>等线</vt:lpstr>
      <vt:lpstr>宋体-简</vt:lpstr>
      <vt:lpstr>Apple Color Emoji</vt:lpstr>
      <vt:lpstr>黄蓝圆圈3</vt:lpstr>
      <vt:lpstr>1_Office 主题​​</vt:lpstr>
      <vt:lpstr>1_黄蓝圆圈3</vt:lpstr>
      <vt:lpstr>ggplot2绘图基础</vt:lpstr>
      <vt:lpstr>一张图如何拯救无数生命？</vt:lpstr>
      <vt:lpstr>一张图如何拯救无数生命？</vt:lpstr>
      <vt:lpstr>一张图如何拯救无数生命？</vt:lpstr>
      <vt:lpstr>ggplot2 -- 绘图的“瑞士军刀”</vt:lpstr>
      <vt:lpstr>ggplot2图形语法</vt:lpstr>
      <vt:lpstr>ggplot2图形语法</vt:lpstr>
      <vt:lpstr>ggplot2绘图系统 VS graphics绘图系统</vt:lpstr>
      <vt:lpstr>PowerPoint 演示文稿</vt:lpstr>
      <vt:lpstr>01 准备数据</vt:lpstr>
      <vt:lpstr>01 准备数据</vt:lpstr>
      <vt:lpstr>02 明确美学映射(Aes)</vt:lpstr>
      <vt:lpstr>02 明确美学映射</vt:lpstr>
      <vt:lpstr>03 添加几何对象</vt:lpstr>
      <vt:lpstr>03 添加几何对象</vt:lpstr>
      <vt:lpstr>04 分面显示卫生改革前后差异</vt:lpstr>
      <vt:lpstr>05 添加统计信息</vt:lpstr>
      <vt:lpstr>06 调整坐标系</vt:lpstr>
      <vt:lpstr>主题--优化作图细节</vt:lpstr>
      <vt:lpstr>代码报错怎么办？</vt:lpstr>
      <vt:lpstr>ggplot2图形语法总结</vt:lpstr>
      <vt:lpstr>ggplot2核心思想：问题拆解</vt:lpstr>
      <vt:lpstr>ggplot2核心思想：问题拆解</vt:lpstr>
      <vt:lpstr>ggplot2核心思想：问题拆解</vt:lpstr>
      <vt:lpstr>课后作业</vt:lpstr>
      <vt:lpstr>巩固提升：重现南丁格尔玫瑰图</vt:lpstr>
      <vt:lpstr>谢谢 ！</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qian</cp:lastModifiedBy>
  <cp:revision>181</cp:revision>
  <dcterms:created xsi:type="dcterms:W3CDTF">2025-10-20T15:39:32Z</dcterms:created>
  <dcterms:modified xsi:type="dcterms:W3CDTF">2025-10-20T15:39:32Z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C82F954F645130CD654DF6685B86BAD3_43</vt:lpwstr>
  </property>
  <property fmtid="{D5CDD505-2E9C-101B-9397-08002B2CF9AE}" pid="3" name="KSOProductBuildVer">
    <vt:lpwstr>2052-12.1.22553.22553</vt:lpwstr>
  </property>
</Properties>
</file>